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2"/>
  </p:notesMasterIdLst>
  <p:sldIdLst>
    <p:sldId id="256" r:id="rId2"/>
    <p:sldId id="257" r:id="rId3"/>
    <p:sldId id="260" r:id="rId4"/>
    <p:sldId id="258" r:id="rId5"/>
    <p:sldId id="301" r:id="rId6"/>
    <p:sldId id="303" r:id="rId7"/>
    <p:sldId id="261" r:id="rId8"/>
    <p:sldId id="298" r:id="rId9"/>
    <p:sldId id="297" r:id="rId10"/>
    <p:sldId id="296" r:id="rId11"/>
    <p:sldId id="262" r:id="rId12"/>
    <p:sldId id="305" r:id="rId13"/>
    <p:sldId id="286" r:id="rId14"/>
    <p:sldId id="292" r:id="rId15"/>
    <p:sldId id="259" r:id="rId16"/>
    <p:sldId id="287" r:id="rId17"/>
    <p:sldId id="263" r:id="rId18"/>
    <p:sldId id="295" r:id="rId19"/>
    <p:sldId id="265" r:id="rId20"/>
    <p:sldId id="266" r:id="rId21"/>
    <p:sldId id="307" r:id="rId22"/>
    <p:sldId id="293" r:id="rId23"/>
    <p:sldId id="268" r:id="rId24"/>
    <p:sldId id="269" r:id="rId25"/>
    <p:sldId id="270" r:id="rId26"/>
    <p:sldId id="290" r:id="rId27"/>
    <p:sldId id="291" r:id="rId28"/>
    <p:sldId id="289" r:id="rId29"/>
    <p:sldId id="309" r:id="rId30"/>
    <p:sldId id="273" r:id="rId31"/>
    <p:sldId id="294" r:id="rId32"/>
    <p:sldId id="277" r:id="rId33"/>
    <p:sldId id="274" r:id="rId34"/>
    <p:sldId id="275" r:id="rId35"/>
    <p:sldId id="276" r:id="rId36"/>
    <p:sldId id="311" r:id="rId37"/>
    <p:sldId id="278" r:id="rId38"/>
    <p:sldId id="279" r:id="rId39"/>
    <p:sldId id="280" r:id="rId40"/>
    <p:sldId id="281" r:id="rId41"/>
  </p:sldIdLst>
  <p:sldSz cx="14630400" cy="8229600"/>
  <p:notesSz cx="8229600" cy="14630400"/>
  <p:embeddedFontLst>
    <p:embeddedFont>
      <p:font typeface="Libre Baskerville" panose="02000000000000000000" pitchFamily="2" charset="0"/>
      <p:regular r:id="rId43"/>
      <p:bold r:id="rId44"/>
      <p:italic r:id="rId45"/>
    </p:embeddedFont>
    <p:embeddedFont>
      <p:font typeface="Open Sans" panose="020B0606030504020204" pitchFamily="34"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BA0152-B714-4993-AEC3-40E1804D90AE}">
          <p14:sldIdLst>
            <p14:sldId id="256"/>
            <p14:sldId id="257"/>
            <p14:sldId id="260"/>
            <p14:sldId id="258"/>
            <p14:sldId id="301"/>
            <p14:sldId id="303"/>
          </p14:sldIdLst>
        </p14:section>
        <p14:section name="Initiating Phase" id="{FDAF68F8-49D0-4992-8B17-BABA0ABB4FF4}">
          <p14:sldIdLst>
            <p14:sldId id="261"/>
            <p14:sldId id="298"/>
            <p14:sldId id="297"/>
            <p14:sldId id="296"/>
            <p14:sldId id="262"/>
            <p14:sldId id="305"/>
          </p14:sldIdLst>
        </p14:section>
        <p14:section name="Planning Phase" id="{AA3AEBE4-13C1-4FCE-9B20-A1122067372B}">
          <p14:sldIdLst>
            <p14:sldId id="286"/>
            <p14:sldId id="292"/>
            <p14:sldId id="259"/>
            <p14:sldId id="287"/>
            <p14:sldId id="263"/>
            <p14:sldId id="295"/>
            <p14:sldId id="265"/>
            <p14:sldId id="266"/>
            <p14:sldId id="307"/>
          </p14:sldIdLst>
        </p14:section>
        <p14:section name="Execution Phase" id="{D2F150E0-77D2-41F0-B333-2288F060EBA3}">
          <p14:sldIdLst>
            <p14:sldId id="293"/>
            <p14:sldId id="268"/>
            <p14:sldId id="269"/>
            <p14:sldId id="270"/>
            <p14:sldId id="290"/>
            <p14:sldId id="291"/>
            <p14:sldId id="289"/>
            <p14:sldId id="309"/>
          </p14:sldIdLst>
        </p14:section>
        <p14:section name="Monitoring and Controlling Phase" id="{57F2CB91-0B67-4FD2-8081-9C8061B99777}">
          <p14:sldIdLst>
            <p14:sldId id="273"/>
            <p14:sldId id="294"/>
            <p14:sldId id="277"/>
            <p14:sldId id="274"/>
            <p14:sldId id="275"/>
            <p14:sldId id="276"/>
            <p14:sldId id="311"/>
          </p14:sldIdLst>
        </p14:section>
        <p14:section name="Closing Phase" id="{8123609B-3E0F-48D5-B15F-43658C5FA2D1}">
          <p14:sldIdLst>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AE8F3"/>
    <a:srgbClr val="403CCF"/>
    <a:srgbClr val="FBFAFF"/>
    <a:srgbClr val="5A5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7" autoAdjust="0"/>
    <p:restoredTop sz="94610"/>
  </p:normalViewPr>
  <p:slideViewPr>
    <p:cSldViewPr snapToGrid="0" snapToObjects="1">
      <p:cViewPr varScale="1">
        <p:scale>
          <a:sx n="76" d="100"/>
          <a:sy n="76" d="100"/>
        </p:scale>
        <p:origin x="60" y="2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charts/_rels/chart1.xml.rels><?xml version="1.0" encoding="UTF-8" standalone="yes"?>
<Relationships xmlns="http://schemas.openxmlformats.org/package/2006/relationships"><Relationship Id="rId3" Type="http://schemas.openxmlformats.org/officeDocument/2006/relationships/oleObject" Target="file:///D:\DATA%20ANALYTICS%20FOR%20BUSINESS\3rd%20TERM\DAB301-24F-005%20PROJECT%20MANAGEMENT%20ANALYTICS\PM%20Final%20Group%20Project\SUBMITTED%20FILES\Schedule%20Baseline%20(Grant%20Chart).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'Grant Chart'!$C$3</c:f>
              <c:strCache>
                <c:ptCount val="1"/>
                <c:pt idx="0">
                  <c:v>Start  (Date)</c:v>
                </c:pt>
              </c:strCache>
            </c:strRef>
          </c:tx>
          <c:spPr>
            <a:noFill/>
            <a:ln>
              <a:noFill/>
            </a:ln>
            <a:effectLst/>
          </c:spPr>
          <c:invertIfNegative val="0"/>
          <c:cat>
            <c:strRef>
              <c:f>'Grant Chart'!$A$4:$A$14</c:f>
              <c:strCache>
                <c:ptCount val="11"/>
                <c:pt idx="0">
                  <c:v>Define survey questions</c:v>
                </c:pt>
                <c:pt idx="1">
                  <c:v>Test and finalize survey tool</c:v>
                </c:pt>
                <c:pt idx="2">
                  <c:v>Generate and print QR codes</c:v>
                </c:pt>
                <c:pt idx="3">
                  <c:v>Organize survey distribution at Riverside Campus</c:v>
                </c:pt>
                <c:pt idx="4">
                  <c:v>Conduct surveys at Riverside Campus</c:v>
                </c:pt>
                <c:pt idx="5">
                  <c:v>Conduct surveys at fitness center and cafeteria</c:v>
                </c:pt>
                <c:pt idx="6">
                  <c:v>Clean and preprocess survey data</c:v>
                </c:pt>
                <c:pt idx="7">
                  <c:v>Perform statistical analysis</c:v>
                </c:pt>
                <c:pt idx="8">
                  <c:v>Draft survey results</c:v>
                </c:pt>
                <c:pt idx="9">
                  <c:v>Review and finalize report</c:v>
                </c:pt>
                <c:pt idx="10">
                  <c:v>Prepare final presentation</c:v>
                </c:pt>
              </c:strCache>
            </c:strRef>
          </c:cat>
          <c:val>
            <c:numRef>
              <c:f>'Grant Chart'!$C$4:$C$14</c:f>
              <c:numCache>
                <c:formatCode>[$-409]d\-mmm;@</c:formatCode>
                <c:ptCount val="11"/>
                <c:pt idx="0">
                  <c:v>45563</c:v>
                </c:pt>
                <c:pt idx="1">
                  <c:v>45567</c:v>
                </c:pt>
                <c:pt idx="2">
                  <c:v>45569</c:v>
                </c:pt>
                <c:pt idx="3">
                  <c:v>45571</c:v>
                </c:pt>
                <c:pt idx="4">
                  <c:v>45572</c:v>
                </c:pt>
                <c:pt idx="5">
                  <c:v>45573</c:v>
                </c:pt>
                <c:pt idx="6">
                  <c:v>45576</c:v>
                </c:pt>
                <c:pt idx="7">
                  <c:v>45577</c:v>
                </c:pt>
                <c:pt idx="8">
                  <c:v>45579</c:v>
                </c:pt>
                <c:pt idx="9">
                  <c:v>45582</c:v>
                </c:pt>
                <c:pt idx="10">
                  <c:v>45602</c:v>
                </c:pt>
              </c:numCache>
            </c:numRef>
          </c:val>
          <c:extLst>
            <c:ext xmlns:c16="http://schemas.microsoft.com/office/drawing/2014/chart" uri="{C3380CC4-5D6E-409C-BE32-E72D297353CC}">
              <c16:uniqueId val="{00000000-6FF3-4D55-A4C7-F0CA62809E6E}"/>
            </c:ext>
          </c:extLst>
        </c:ser>
        <c:ser>
          <c:idx val="1"/>
          <c:order val="1"/>
          <c:tx>
            <c:strRef>
              <c:f>'Grant Chart'!$E$3</c:f>
              <c:strCache>
                <c:ptCount val="1"/>
                <c:pt idx="0">
                  <c:v>Duration (Days)</c:v>
                </c:pt>
              </c:strCache>
            </c:strRef>
          </c:tx>
          <c:spPr>
            <a:solidFill>
              <a:schemeClr val="accent2"/>
            </a:solidFill>
            <a:ln>
              <a:noFill/>
            </a:ln>
            <a:effectLst/>
          </c:spPr>
          <c:invertIfNegative val="0"/>
          <c:cat>
            <c:strRef>
              <c:f>'Grant Chart'!$A$4:$A$14</c:f>
              <c:strCache>
                <c:ptCount val="11"/>
                <c:pt idx="0">
                  <c:v>Define survey questions</c:v>
                </c:pt>
                <c:pt idx="1">
                  <c:v>Test and finalize survey tool</c:v>
                </c:pt>
                <c:pt idx="2">
                  <c:v>Generate and print QR codes</c:v>
                </c:pt>
                <c:pt idx="3">
                  <c:v>Organize survey distribution at Riverside Campus</c:v>
                </c:pt>
                <c:pt idx="4">
                  <c:v>Conduct surveys at Riverside Campus</c:v>
                </c:pt>
                <c:pt idx="5">
                  <c:v>Conduct surveys at fitness center and cafeteria</c:v>
                </c:pt>
                <c:pt idx="6">
                  <c:v>Clean and preprocess survey data</c:v>
                </c:pt>
                <c:pt idx="7">
                  <c:v>Perform statistical analysis</c:v>
                </c:pt>
                <c:pt idx="8">
                  <c:v>Draft survey results</c:v>
                </c:pt>
                <c:pt idx="9">
                  <c:v>Review and finalize report</c:v>
                </c:pt>
                <c:pt idx="10">
                  <c:v>Prepare final presentation</c:v>
                </c:pt>
              </c:strCache>
            </c:strRef>
          </c:cat>
          <c:val>
            <c:numRef>
              <c:f>'Grant Chart'!$E$4:$E$14</c:f>
              <c:numCache>
                <c:formatCode>General</c:formatCode>
                <c:ptCount val="11"/>
                <c:pt idx="0">
                  <c:v>3</c:v>
                </c:pt>
                <c:pt idx="1">
                  <c:v>1</c:v>
                </c:pt>
                <c:pt idx="2">
                  <c:v>1</c:v>
                </c:pt>
                <c:pt idx="3">
                  <c:v>0</c:v>
                </c:pt>
                <c:pt idx="4">
                  <c:v>0</c:v>
                </c:pt>
                <c:pt idx="5">
                  <c:v>1</c:v>
                </c:pt>
                <c:pt idx="6">
                  <c:v>0</c:v>
                </c:pt>
                <c:pt idx="7">
                  <c:v>1</c:v>
                </c:pt>
                <c:pt idx="8">
                  <c:v>2</c:v>
                </c:pt>
                <c:pt idx="9">
                  <c:v>0</c:v>
                </c:pt>
                <c:pt idx="10">
                  <c:v>13</c:v>
                </c:pt>
              </c:numCache>
            </c:numRef>
          </c:val>
          <c:extLst>
            <c:ext xmlns:c16="http://schemas.microsoft.com/office/drawing/2014/chart" uri="{C3380CC4-5D6E-409C-BE32-E72D297353CC}">
              <c16:uniqueId val="{00000001-6FF3-4D55-A4C7-F0CA62809E6E}"/>
            </c:ext>
          </c:extLst>
        </c:ser>
        <c:dLbls>
          <c:showLegendKey val="0"/>
          <c:showVal val="0"/>
          <c:showCatName val="0"/>
          <c:showSerName val="0"/>
          <c:showPercent val="0"/>
          <c:showBubbleSize val="0"/>
        </c:dLbls>
        <c:gapWidth val="150"/>
        <c:overlap val="100"/>
        <c:axId val="238460895"/>
        <c:axId val="238464735"/>
      </c:barChart>
      <c:catAx>
        <c:axId val="238460895"/>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464735"/>
        <c:crosses val="autoZero"/>
        <c:auto val="1"/>
        <c:lblAlgn val="ctr"/>
        <c:lblOffset val="100"/>
        <c:noMultiLvlLbl val="0"/>
      </c:catAx>
      <c:valAx>
        <c:axId val="238464735"/>
        <c:scaling>
          <c:orientation val="minMax"/>
          <c:max val="45615"/>
          <c:min val="45563"/>
        </c:scaling>
        <c:delete val="0"/>
        <c:axPos val="t"/>
        <c:majorGridlines>
          <c:spPr>
            <a:ln w="9525" cap="flat" cmpd="sng" algn="ctr">
              <a:solidFill>
                <a:schemeClr val="tx1">
                  <a:lumMod val="15000"/>
                  <a:lumOff val="85000"/>
                </a:schemeClr>
              </a:solidFill>
              <a:round/>
            </a:ln>
            <a:effectLst/>
          </c:spPr>
        </c:majorGridlines>
        <c:numFmt formatCode="[$-409]d\-mmm;@"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4608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accent1">
          <a:alpha val="94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4CDFA2-230D-498F-B288-6C325CB6E83D}" type="doc">
      <dgm:prSet loTypeId="urn:microsoft.com/office/officeart/2016/7/layout/BasicLinearProcessNumbered" loCatId="process" qsTypeId="urn:microsoft.com/office/officeart/2005/8/quickstyle/simple1" qsCatId="simple" csTypeId="urn:microsoft.com/office/officeart/2005/8/colors/accent0_3" csCatId="mainScheme"/>
      <dgm:spPr/>
      <dgm:t>
        <a:bodyPr/>
        <a:lstStyle/>
        <a:p>
          <a:endParaRPr lang="en-US"/>
        </a:p>
      </dgm:t>
    </dgm:pt>
    <dgm:pt modelId="{7DB7A6B2-7B93-4EF3-89D7-93EEEDC54E51}">
      <dgm:prSet/>
      <dgm:spPr/>
      <dgm:t>
        <a:bodyPr/>
        <a:lstStyle/>
        <a:p>
          <a:r>
            <a:rPr lang="en-IN"/>
            <a:t>PROJECT INITATION</a:t>
          </a:r>
          <a:endParaRPr lang="en-US"/>
        </a:p>
      </dgm:t>
    </dgm:pt>
    <dgm:pt modelId="{36C66CFA-DCD6-4EAF-956F-B4BD09890160}" type="parTrans" cxnId="{42F72A09-BFAE-4274-92E4-CB9A755FE3EB}">
      <dgm:prSet/>
      <dgm:spPr/>
      <dgm:t>
        <a:bodyPr/>
        <a:lstStyle/>
        <a:p>
          <a:endParaRPr lang="en-US"/>
        </a:p>
      </dgm:t>
    </dgm:pt>
    <dgm:pt modelId="{D8C7E03E-7044-454B-95EE-557B52BB3821}" type="sibTrans" cxnId="{42F72A09-BFAE-4274-92E4-CB9A755FE3EB}">
      <dgm:prSet phldrT="1" phldr="0"/>
      <dgm:spPr/>
      <dgm:t>
        <a:bodyPr/>
        <a:lstStyle/>
        <a:p>
          <a:r>
            <a:rPr lang="en-US"/>
            <a:t>1</a:t>
          </a:r>
        </a:p>
      </dgm:t>
    </dgm:pt>
    <dgm:pt modelId="{632339BF-5A6B-4ECD-9D5E-D6FCFDC9E570}">
      <dgm:prSet/>
      <dgm:spPr/>
      <dgm:t>
        <a:bodyPr/>
        <a:lstStyle/>
        <a:p>
          <a:r>
            <a:rPr lang="en-IN"/>
            <a:t>PROJECT PLANNING</a:t>
          </a:r>
          <a:endParaRPr lang="en-US"/>
        </a:p>
      </dgm:t>
    </dgm:pt>
    <dgm:pt modelId="{CCC4C8AA-E3C7-4C89-AF71-8B3918068D46}" type="parTrans" cxnId="{8AFC37B4-7987-49FC-ACD4-1FE14BEE0602}">
      <dgm:prSet/>
      <dgm:spPr/>
      <dgm:t>
        <a:bodyPr/>
        <a:lstStyle/>
        <a:p>
          <a:endParaRPr lang="en-US"/>
        </a:p>
      </dgm:t>
    </dgm:pt>
    <dgm:pt modelId="{1C96D488-C972-455A-8819-8D08970814E5}" type="sibTrans" cxnId="{8AFC37B4-7987-49FC-ACD4-1FE14BEE0602}">
      <dgm:prSet phldrT="2" phldr="0"/>
      <dgm:spPr/>
      <dgm:t>
        <a:bodyPr/>
        <a:lstStyle/>
        <a:p>
          <a:r>
            <a:rPr lang="en-US"/>
            <a:t>2</a:t>
          </a:r>
        </a:p>
      </dgm:t>
    </dgm:pt>
    <dgm:pt modelId="{4CEBBC46-2DBD-4D39-A988-C6C353E5065D}">
      <dgm:prSet/>
      <dgm:spPr/>
      <dgm:t>
        <a:bodyPr/>
        <a:lstStyle/>
        <a:p>
          <a:r>
            <a:rPr lang="en-IN"/>
            <a:t>PROJECT EXECUTION</a:t>
          </a:r>
          <a:endParaRPr lang="en-US"/>
        </a:p>
      </dgm:t>
    </dgm:pt>
    <dgm:pt modelId="{BC20E4DC-ACE1-45E4-BBC1-6F7537B12FCA}" type="parTrans" cxnId="{382D2F30-7CD5-49B2-A802-E81B741F2956}">
      <dgm:prSet/>
      <dgm:spPr/>
      <dgm:t>
        <a:bodyPr/>
        <a:lstStyle/>
        <a:p>
          <a:endParaRPr lang="en-US"/>
        </a:p>
      </dgm:t>
    </dgm:pt>
    <dgm:pt modelId="{D6FD02C1-24C2-4478-8882-6291E0203634}" type="sibTrans" cxnId="{382D2F30-7CD5-49B2-A802-E81B741F2956}">
      <dgm:prSet phldrT="3" phldr="0"/>
      <dgm:spPr/>
      <dgm:t>
        <a:bodyPr/>
        <a:lstStyle/>
        <a:p>
          <a:r>
            <a:rPr lang="en-US"/>
            <a:t>3</a:t>
          </a:r>
        </a:p>
      </dgm:t>
    </dgm:pt>
    <dgm:pt modelId="{8B15A421-3064-453E-8EB4-FF91360AFE65}">
      <dgm:prSet/>
      <dgm:spPr/>
      <dgm:t>
        <a:bodyPr/>
        <a:lstStyle/>
        <a:p>
          <a:r>
            <a:rPr lang="en-IN"/>
            <a:t>PROJECT MONITORING &amp; CONTROLLING</a:t>
          </a:r>
          <a:endParaRPr lang="en-US"/>
        </a:p>
      </dgm:t>
    </dgm:pt>
    <dgm:pt modelId="{420D0BBF-0B34-4486-B554-4BB6E7D52042}" type="parTrans" cxnId="{957417E0-AECC-4E8E-84E1-996DBD624C5A}">
      <dgm:prSet/>
      <dgm:spPr/>
      <dgm:t>
        <a:bodyPr/>
        <a:lstStyle/>
        <a:p>
          <a:endParaRPr lang="en-US"/>
        </a:p>
      </dgm:t>
    </dgm:pt>
    <dgm:pt modelId="{4F74DAF5-BD11-4983-BA66-D54A98DFCB84}" type="sibTrans" cxnId="{957417E0-AECC-4E8E-84E1-996DBD624C5A}">
      <dgm:prSet phldrT="4" phldr="0"/>
      <dgm:spPr/>
      <dgm:t>
        <a:bodyPr/>
        <a:lstStyle/>
        <a:p>
          <a:r>
            <a:rPr lang="en-US"/>
            <a:t>4</a:t>
          </a:r>
        </a:p>
      </dgm:t>
    </dgm:pt>
    <dgm:pt modelId="{DDD2541F-89B6-4AE7-97F1-63862F965E5A}">
      <dgm:prSet/>
      <dgm:spPr/>
      <dgm:t>
        <a:bodyPr/>
        <a:lstStyle/>
        <a:p>
          <a:r>
            <a:rPr lang="en-IN"/>
            <a:t>PROJECT CLOSURE</a:t>
          </a:r>
          <a:endParaRPr lang="en-US"/>
        </a:p>
      </dgm:t>
    </dgm:pt>
    <dgm:pt modelId="{59C5BB7C-AFAA-40EE-89FF-1FD56C973D3B}" type="parTrans" cxnId="{3BCEAEA7-8BD7-444D-81E4-61FB1D05184C}">
      <dgm:prSet/>
      <dgm:spPr/>
      <dgm:t>
        <a:bodyPr/>
        <a:lstStyle/>
        <a:p>
          <a:endParaRPr lang="en-US"/>
        </a:p>
      </dgm:t>
    </dgm:pt>
    <dgm:pt modelId="{1C994C0D-0231-4C94-AA35-BDA658BC7AE9}" type="sibTrans" cxnId="{3BCEAEA7-8BD7-444D-81E4-61FB1D05184C}">
      <dgm:prSet phldrT="5" phldr="0"/>
      <dgm:spPr/>
      <dgm:t>
        <a:bodyPr/>
        <a:lstStyle/>
        <a:p>
          <a:r>
            <a:rPr lang="en-US"/>
            <a:t>5</a:t>
          </a:r>
        </a:p>
      </dgm:t>
    </dgm:pt>
    <dgm:pt modelId="{50D74F71-BCC3-458D-9366-EA2B2CF08C0B}" type="pres">
      <dgm:prSet presAssocID="{674CDFA2-230D-498F-B288-6C325CB6E83D}" presName="Name0" presStyleCnt="0">
        <dgm:presLayoutVars>
          <dgm:animLvl val="lvl"/>
          <dgm:resizeHandles val="exact"/>
        </dgm:presLayoutVars>
      </dgm:prSet>
      <dgm:spPr/>
    </dgm:pt>
    <dgm:pt modelId="{E170F40A-49BB-4177-844C-542D1E391CB2}" type="pres">
      <dgm:prSet presAssocID="{7DB7A6B2-7B93-4EF3-89D7-93EEEDC54E51}" presName="compositeNode" presStyleCnt="0">
        <dgm:presLayoutVars>
          <dgm:bulletEnabled val="1"/>
        </dgm:presLayoutVars>
      </dgm:prSet>
      <dgm:spPr/>
    </dgm:pt>
    <dgm:pt modelId="{A20B49FE-09AE-4B2D-A24E-61D0B0B61BED}" type="pres">
      <dgm:prSet presAssocID="{7DB7A6B2-7B93-4EF3-89D7-93EEEDC54E51}" presName="bgRect" presStyleLbl="bgAccFollowNode1" presStyleIdx="0" presStyleCnt="5"/>
      <dgm:spPr/>
    </dgm:pt>
    <dgm:pt modelId="{C3FB7395-F6DB-4D5B-8F70-746404FB8097}" type="pres">
      <dgm:prSet presAssocID="{D8C7E03E-7044-454B-95EE-557B52BB3821}" presName="sibTransNodeCircle" presStyleLbl="alignNode1" presStyleIdx="0" presStyleCnt="10">
        <dgm:presLayoutVars>
          <dgm:chMax val="0"/>
          <dgm:bulletEnabled/>
        </dgm:presLayoutVars>
      </dgm:prSet>
      <dgm:spPr/>
    </dgm:pt>
    <dgm:pt modelId="{9DB8A2FB-ED48-477B-A1B7-25F624512099}" type="pres">
      <dgm:prSet presAssocID="{7DB7A6B2-7B93-4EF3-89D7-93EEEDC54E51}" presName="bottomLine" presStyleLbl="alignNode1" presStyleIdx="1" presStyleCnt="10">
        <dgm:presLayoutVars/>
      </dgm:prSet>
      <dgm:spPr/>
    </dgm:pt>
    <dgm:pt modelId="{259AE7E6-710F-4734-B11B-3F165431F423}" type="pres">
      <dgm:prSet presAssocID="{7DB7A6B2-7B93-4EF3-89D7-93EEEDC54E51}" presName="nodeText" presStyleLbl="bgAccFollowNode1" presStyleIdx="0" presStyleCnt="5">
        <dgm:presLayoutVars>
          <dgm:bulletEnabled val="1"/>
        </dgm:presLayoutVars>
      </dgm:prSet>
      <dgm:spPr/>
    </dgm:pt>
    <dgm:pt modelId="{CD45554D-D1D4-44C6-A5B2-69DE4CBE7104}" type="pres">
      <dgm:prSet presAssocID="{D8C7E03E-7044-454B-95EE-557B52BB3821}" presName="sibTrans" presStyleCnt="0"/>
      <dgm:spPr/>
    </dgm:pt>
    <dgm:pt modelId="{06ABFB93-D3FA-44DA-9473-053641445A80}" type="pres">
      <dgm:prSet presAssocID="{632339BF-5A6B-4ECD-9D5E-D6FCFDC9E570}" presName="compositeNode" presStyleCnt="0">
        <dgm:presLayoutVars>
          <dgm:bulletEnabled val="1"/>
        </dgm:presLayoutVars>
      </dgm:prSet>
      <dgm:spPr/>
    </dgm:pt>
    <dgm:pt modelId="{C3598CA4-D257-4560-979C-9D2CD8838074}" type="pres">
      <dgm:prSet presAssocID="{632339BF-5A6B-4ECD-9D5E-D6FCFDC9E570}" presName="bgRect" presStyleLbl="bgAccFollowNode1" presStyleIdx="1" presStyleCnt="5"/>
      <dgm:spPr/>
    </dgm:pt>
    <dgm:pt modelId="{1304304B-E617-4E8E-8C0E-5E8CD592BB93}" type="pres">
      <dgm:prSet presAssocID="{1C96D488-C972-455A-8819-8D08970814E5}" presName="sibTransNodeCircle" presStyleLbl="alignNode1" presStyleIdx="2" presStyleCnt="10">
        <dgm:presLayoutVars>
          <dgm:chMax val="0"/>
          <dgm:bulletEnabled/>
        </dgm:presLayoutVars>
      </dgm:prSet>
      <dgm:spPr/>
    </dgm:pt>
    <dgm:pt modelId="{38F91DFA-1A88-464C-98A2-05B255B209E5}" type="pres">
      <dgm:prSet presAssocID="{632339BF-5A6B-4ECD-9D5E-D6FCFDC9E570}" presName="bottomLine" presStyleLbl="alignNode1" presStyleIdx="3" presStyleCnt="10">
        <dgm:presLayoutVars/>
      </dgm:prSet>
      <dgm:spPr/>
    </dgm:pt>
    <dgm:pt modelId="{BA083328-F117-4AFC-91FA-E5A0E8FFEC19}" type="pres">
      <dgm:prSet presAssocID="{632339BF-5A6B-4ECD-9D5E-D6FCFDC9E570}" presName="nodeText" presStyleLbl="bgAccFollowNode1" presStyleIdx="1" presStyleCnt="5">
        <dgm:presLayoutVars>
          <dgm:bulletEnabled val="1"/>
        </dgm:presLayoutVars>
      </dgm:prSet>
      <dgm:spPr/>
    </dgm:pt>
    <dgm:pt modelId="{6F09BAD5-ADD8-45C1-AC2C-7EB55DA43999}" type="pres">
      <dgm:prSet presAssocID="{1C96D488-C972-455A-8819-8D08970814E5}" presName="sibTrans" presStyleCnt="0"/>
      <dgm:spPr/>
    </dgm:pt>
    <dgm:pt modelId="{C1619AF0-B6DD-4CC7-B258-4AFC18555491}" type="pres">
      <dgm:prSet presAssocID="{4CEBBC46-2DBD-4D39-A988-C6C353E5065D}" presName="compositeNode" presStyleCnt="0">
        <dgm:presLayoutVars>
          <dgm:bulletEnabled val="1"/>
        </dgm:presLayoutVars>
      </dgm:prSet>
      <dgm:spPr/>
    </dgm:pt>
    <dgm:pt modelId="{5E3D2F81-CFB4-421B-9C61-1CC7C8134E33}" type="pres">
      <dgm:prSet presAssocID="{4CEBBC46-2DBD-4D39-A988-C6C353E5065D}" presName="bgRect" presStyleLbl="bgAccFollowNode1" presStyleIdx="2" presStyleCnt="5"/>
      <dgm:spPr/>
    </dgm:pt>
    <dgm:pt modelId="{836B5C13-EE30-45A1-9D14-1994EFB10558}" type="pres">
      <dgm:prSet presAssocID="{D6FD02C1-24C2-4478-8882-6291E0203634}" presName="sibTransNodeCircle" presStyleLbl="alignNode1" presStyleIdx="4" presStyleCnt="10">
        <dgm:presLayoutVars>
          <dgm:chMax val="0"/>
          <dgm:bulletEnabled/>
        </dgm:presLayoutVars>
      </dgm:prSet>
      <dgm:spPr/>
    </dgm:pt>
    <dgm:pt modelId="{64457524-E106-420D-ADF8-0B09C1799146}" type="pres">
      <dgm:prSet presAssocID="{4CEBBC46-2DBD-4D39-A988-C6C353E5065D}" presName="bottomLine" presStyleLbl="alignNode1" presStyleIdx="5" presStyleCnt="10">
        <dgm:presLayoutVars/>
      </dgm:prSet>
      <dgm:spPr/>
    </dgm:pt>
    <dgm:pt modelId="{4CA1AC2B-5E62-41F7-815C-D15D201B902F}" type="pres">
      <dgm:prSet presAssocID="{4CEBBC46-2DBD-4D39-A988-C6C353E5065D}" presName="nodeText" presStyleLbl="bgAccFollowNode1" presStyleIdx="2" presStyleCnt="5">
        <dgm:presLayoutVars>
          <dgm:bulletEnabled val="1"/>
        </dgm:presLayoutVars>
      </dgm:prSet>
      <dgm:spPr/>
    </dgm:pt>
    <dgm:pt modelId="{8FAA4DE5-304E-4B08-BF24-848114D4B7CD}" type="pres">
      <dgm:prSet presAssocID="{D6FD02C1-24C2-4478-8882-6291E0203634}" presName="sibTrans" presStyleCnt="0"/>
      <dgm:spPr/>
    </dgm:pt>
    <dgm:pt modelId="{815E4AEF-8A72-47CB-BE3A-4211FD032416}" type="pres">
      <dgm:prSet presAssocID="{8B15A421-3064-453E-8EB4-FF91360AFE65}" presName="compositeNode" presStyleCnt="0">
        <dgm:presLayoutVars>
          <dgm:bulletEnabled val="1"/>
        </dgm:presLayoutVars>
      </dgm:prSet>
      <dgm:spPr/>
    </dgm:pt>
    <dgm:pt modelId="{A0F54191-BBBE-4BE7-8FEF-3D4EC32EA8E5}" type="pres">
      <dgm:prSet presAssocID="{8B15A421-3064-453E-8EB4-FF91360AFE65}" presName="bgRect" presStyleLbl="bgAccFollowNode1" presStyleIdx="3" presStyleCnt="5"/>
      <dgm:spPr/>
    </dgm:pt>
    <dgm:pt modelId="{F5DF0587-91BA-4339-8B26-98A5AB295AC4}" type="pres">
      <dgm:prSet presAssocID="{4F74DAF5-BD11-4983-BA66-D54A98DFCB84}" presName="sibTransNodeCircle" presStyleLbl="alignNode1" presStyleIdx="6" presStyleCnt="10">
        <dgm:presLayoutVars>
          <dgm:chMax val="0"/>
          <dgm:bulletEnabled/>
        </dgm:presLayoutVars>
      </dgm:prSet>
      <dgm:spPr/>
    </dgm:pt>
    <dgm:pt modelId="{C0A48C08-4055-45EB-8840-5E837263BA40}" type="pres">
      <dgm:prSet presAssocID="{8B15A421-3064-453E-8EB4-FF91360AFE65}" presName="bottomLine" presStyleLbl="alignNode1" presStyleIdx="7" presStyleCnt="10">
        <dgm:presLayoutVars/>
      </dgm:prSet>
      <dgm:spPr/>
    </dgm:pt>
    <dgm:pt modelId="{2131FB34-4BE7-4344-B969-D3BB492EFA73}" type="pres">
      <dgm:prSet presAssocID="{8B15A421-3064-453E-8EB4-FF91360AFE65}" presName="nodeText" presStyleLbl="bgAccFollowNode1" presStyleIdx="3" presStyleCnt="5">
        <dgm:presLayoutVars>
          <dgm:bulletEnabled val="1"/>
        </dgm:presLayoutVars>
      </dgm:prSet>
      <dgm:spPr/>
    </dgm:pt>
    <dgm:pt modelId="{4A40DAC9-A51D-4266-B442-10FD84BA7B32}" type="pres">
      <dgm:prSet presAssocID="{4F74DAF5-BD11-4983-BA66-D54A98DFCB84}" presName="sibTrans" presStyleCnt="0"/>
      <dgm:spPr/>
    </dgm:pt>
    <dgm:pt modelId="{04B8D2B9-B67E-4EDF-B656-6AAF637D0B47}" type="pres">
      <dgm:prSet presAssocID="{DDD2541F-89B6-4AE7-97F1-63862F965E5A}" presName="compositeNode" presStyleCnt="0">
        <dgm:presLayoutVars>
          <dgm:bulletEnabled val="1"/>
        </dgm:presLayoutVars>
      </dgm:prSet>
      <dgm:spPr/>
    </dgm:pt>
    <dgm:pt modelId="{A11BF429-0E6D-44EA-B984-CBD680E46375}" type="pres">
      <dgm:prSet presAssocID="{DDD2541F-89B6-4AE7-97F1-63862F965E5A}" presName="bgRect" presStyleLbl="bgAccFollowNode1" presStyleIdx="4" presStyleCnt="5"/>
      <dgm:spPr/>
    </dgm:pt>
    <dgm:pt modelId="{08F2C32E-E994-4B0C-929A-D5DCD5BB847C}" type="pres">
      <dgm:prSet presAssocID="{1C994C0D-0231-4C94-AA35-BDA658BC7AE9}" presName="sibTransNodeCircle" presStyleLbl="alignNode1" presStyleIdx="8" presStyleCnt="10">
        <dgm:presLayoutVars>
          <dgm:chMax val="0"/>
          <dgm:bulletEnabled/>
        </dgm:presLayoutVars>
      </dgm:prSet>
      <dgm:spPr/>
    </dgm:pt>
    <dgm:pt modelId="{C4682D86-CFCF-4E3E-8FB1-F72098A8CC67}" type="pres">
      <dgm:prSet presAssocID="{DDD2541F-89B6-4AE7-97F1-63862F965E5A}" presName="bottomLine" presStyleLbl="alignNode1" presStyleIdx="9" presStyleCnt="10">
        <dgm:presLayoutVars/>
      </dgm:prSet>
      <dgm:spPr/>
    </dgm:pt>
    <dgm:pt modelId="{AC966537-26EE-4586-B6BB-867E853AA62B}" type="pres">
      <dgm:prSet presAssocID="{DDD2541F-89B6-4AE7-97F1-63862F965E5A}" presName="nodeText" presStyleLbl="bgAccFollowNode1" presStyleIdx="4" presStyleCnt="5">
        <dgm:presLayoutVars>
          <dgm:bulletEnabled val="1"/>
        </dgm:presLayoutVars>
      </dgm:prSet>
      <dgm:spPr/>
    </dgm:pt>
  </dgm:ptLst>
  <dgm:cxnLst>
    <dgm:cxn modelId="{41BBF501-E06A-4C06-9C86-F8FDB321C5FC}" type="presOf" srcId="{DDD2541F-89B6-4AE7-97F1-63862F965E5A}" destId="{AC966537-26EE-4586-B6BB-867E853AA62B}" srcOrd="1" destOrd="0" presId="urn:microsoft.com/office/officeart/2016/7/layout/BasicLinearProcessNumbered"/>
    <dgm:cxn modelId="{42F72A09-BFAE-4274-92E4-CB9A755FE3EB}" srcId="{674CDFA2-230D-498F-B288-6C325CB6E83D}" destId="{7DB7A6B2-7B93-4EF3-89D7-93EEEDC54E51}" srcOrd="0" destOrd="0" parTransId="{36C66CFA-DCD6-4EAF-956F-B4BD09890160}" sibTransId="{D8C7E03E-7044-454B-95EE-557B52BB3821}"/>
    <dgm:cxn modelId="{93188B10-4963-41EE-8F15-14D8924669B3}" type="presOf" srcId="{4CEBBC46-2DBD-4D39-A988-C6C353E5065D}" destId="{4CA1AC2B-5E62-41F7-815C-D15D201B902F}" srcOrd="1" destOrd="0" presId="urn:microsoft.com/office/officeart/2016/7/layout/BasicLinearProcessNumbered"/>
    <dgm:cxn modelId="{CF0E0F1A-790D-4E8B-9AEC-F5450FE179F4}" type="presOf" srcId="{8B15A421-3064-453E-8EB4-FF91360AFE65}" destId="{A0F54191-BBBE-4BE7-8FEF-3D4EC32EA8E5}" srcOrd="0" destOrd="0" presId="urn:microsoft.com/office/officeart/2016/7/layout/BasicLinearProcessNumbered"/>
    <dgm:cxn modelId="{B17ACE2A-2970-49E2-99FD-3AB17D914BA7}" type="presOf" srcId="{632339BF-5A6B-4ECD-9D5E-D6FCFDC9E570}" destId="{C3598CA4-D257-4560-979C-9D2CD8838074}" srcOrd="0" destOrd="0" presId="urn:microsoft.com/office/officeart/2016/7/layout/BasicLinearProcessNumbered"/>
    <dgm:cxn modelId="{59D4EB2B-80D8-4451-B3E7-0BBB9D780C0B}" type="presOf" srcId="{674CDFA2-230D-498F-B288-6C325CB6E83D}" destId="{50D74F71-BCC3-458D-9366-EA2B2CF08C0B}" srcOrd="0" destOrd="0" presId="urn:microsoft.com/office/officeart/2016/7/layout/BasicLinearProcessNumbered"/>
    <dgm:cxn modelId="{382D2F30-7CD5-49B2-A802-E81B741F2956}" srcId="{674CDFA2-230D-498F-B288-6C325CB6E83D}" destId="{4CEBBC46-2DBD-4D39-A988-C6C353E5065D}" srcOrd="2" destOrd="0" parTransId="{BC20E4DC-ACE1-45E4-BBC1-6F7537B12FCA}" sibTransId="{D6FD02C1-24C2-4478-8882-6291E0203634}"/>
    <dgm:cxn modelId="{C194EF3A-73D1-4672-8AEA-62B162DC4719}" type="presOf" srcId="{D6FD02C1-24C2-4478-8882-6291E0203634}" destId="{836B5C13-EE30-45A1-9D14-1994EFB10558}" srcOrd="0" destOrd="0" presId="urn:microsoft.com/office/officeart/2016/7/layout/BasicLinearProcessNumbered"/>
    <dgm:cxn modelId="{C953743E-2060-48EA-AB15-FA38FA30700D}" type="presOf" srcId="{632339BF-5A6B-4ECD-9D5E-D6FCFDC9E570}" destId="{BA083328-F117-4AFC-91FA-E5A0E8FFEC19}" srcOrd="1" destOrd="0" presId="urn:microsoft.com/office/officeart/2016/7/layout/BasicLinearProcessNumbered"/>
    <dgm:cxn modelId="{22531869-FB35-4615-A66C-5B9967B5D040}" type="presOf" srcId="{4F74DAF5-BD11-4983-BA66-D54A98DFCB84}" destId="{F5DF0587-91BA-4339-8B26-98A5AB295AC4}" srcOrd="0" destOrd="0" presId="urn:microsoft.com/office/officeart/2016/7/layout/BasicLinearProcessNumbered"/>
    <dgm:cxn modelId="{EA23AA49-D605-4CB6-9D80-E9FB9ACA1BC6}" type="presOf" srcId="{D8C7E03E-7044-454B-95EE-557B52BB3821}" destId="{C3FB7395-F6DB-4D5B-8F70-746404FB8097}" srcOrd="0" destOrd="0" presId="urn:microsoft.com/office/officeart/2016/7/layout/BasicLinearProcessNumbered"/>
    <dgm:cxn modelId="{B8AB1080-034C-43E0-88F6-2E8BB868A4DD}" type="presOf" srcId="{1C994C0D-0231-4C94-AA35-BDA658BC7AE9}" destId="{08F2C32E-E994-4B0C-929A-D5DCD5BB847C}" srcOrd="0" destOrd="0" presId="urn:microsoft.com/office/officeart/2016/7/layout/BasicLinearProcessNumbered"/>
    <dgm:cxn modelId="{3D4A7B92-990C-4EE8-A7CA-A41431200842}" type="presOf" srcId="{7DB7A6B2-7B93-4EF3-89D7-93EEEDC54E51}" destId="{259AE7E6-710F-4734-B11B-3F165431F423}" srcOrd="1" destOrd="0" presId="urn:microsoft.com/office/officeart/2016/7/layout/BasicLinearProcessNumbered"/>
    <dgm:cxn modelId="{3BCEAEA7-8BD7-444D-81E4-61FB1D05184C}" srcId="{674CDFA2-230D-498F-B288-6C325CB6E83D}" destId="{DDD2541F-89B6-4AE7-97F1-63862F965E5A}" srcOrd="4" destOrd="0" parTransId="{59C5BB7C-AFAA-40EE-89FF-1FD56C973D3B}" sibTransId="{1C994C0D-0231-4C94-AA35-BDA658BC7AE9}"/>
    <dgm:cxn modelId="{8AFC37B4-7987-49FC-ACD4-1FE14BEE0602}" srcId="{674CDFA2-230D-498F-B288-6C325CB6E83D}" destId="{632339BF-5A6B-4ECD-9D5E-D6FCFDC9E570}" srcOrd="1" destOrd="0" parTransId="{CCC4C8AA-E3C7-4C89-AF71-8B3918068D46}" sibTransId="{1C96D488-C972-455A-8819-8D08970814E5}"/>
    <dgm:cxn modelId="{F49B99B5-E14C-4DC8-9EA8-26189CD66547}" type="presOf" srcId="{8B15A421-3064-453E-8EB4-FF91360AFE65}" destId="{2131FB34-4BE7-4344-B969-D3BB492EFA73}" srcOrd="1" destOrd="0" presId="urn:microsoft.com/office/officeart/2016/7/layout/BasicLinearProcessNumbered"/>
    <dgm:cxn modelId="{923131BA-282A-4C31-A8DC-6290EBF47592}" type="presOf" srcId="{1C96D488-C972-455A-8819-8D08970814E5}" destId="{1304304B-E617-4E8E-8C0E-5E8CD592BB93}" srcOrd="0" destOrd="0" presId="urn:microsoft.com/office/officeart/2016/7/layout/BasicLinearProcessNumbered"/>
    <dgm:cxn modelId="{B128B7C1-17E9-448D-897C-EBBF5E2EC99E}" type="presOf" srcId="{DDD2541F-89B6-4AE7-97F1-63862F965E5A}" destId="{A11BF429-0E6D-44EA-B984-CBD680E46375}" srcOrd="0" destOrd="0" presId="urn:microsoft.com/office/officeart/2016/7/layout/BasicLinearProcessNumbered"/>
    <dgm:cxn modelId="{5CA9FCD8-B7E9-4D36-BB5D-949B214FDFA4}" type="presOf" srcId="{4CEBBC46-2DBD-4D39-A988-C6C353E5065D}" destId="{5E3D2F81-CFB4-421B-9C61-1CC7C8134E33}" srcOrd="0" destOrd="0" presId="urn:microsoft.com/office/officeart/2016/7/layout/BasicLinearProcessNumbered"/>
    <dgm:cxn modelId="{957417E0-AECC-4E8E-84E1-996DBD624C5A}" srcId="{674CDFA2-230D-498F-B288-6C325CB6E83D}" destId="{8B15A421-3064-453E-8EB4-FF91360AFE65}" srcOrd="3" destOrd="0" parTransId="{420D0BBF-0B34-4486-B554-4BB6E7D52042}" sibTransId="{4F74DAF5-BD11-4983-BA66-D54A98DFCB84}"/>
    <dgm:cxn modelId="{CE61D6F2-0889-4524-8AF6-83A6722F7083}" type="presOf" srcId="{7DB7A6B2-7B93-4EF3-89D7-93EEEDC54E51}" destId="{A20B49FE-09AE-4B2D-A24E-61D0B0B61BED}" srcOrd="0" destOrd="0" presId="urn:microsoft.com/office/officeart/2016/7/layout/BasicLinearProcessNumbered"/>
    <dgm:cxn modelId="{0A3634B6-C3A9-4EFA-97EA-16A357F76D27}" type="presParOf" srcId="{50D74F71-BCC3-458D-9366-EA2B2CF08C0B}" destId="{E170F40A-49BB-4177-844C-542D1E391CB2}" srcOrd="0" destOrd="0" presId="urn:microsoft.com/office/officeart/2016/7/layout/BasicLinearProcessNumbered"/>
    <dgm:cxn modelId="{04ED2EE9-8C46-4101-83FA-0B1C0CAB310D}" type="presParOf" srcId="{E170F40A-49BB-4177-844C-542D1E391CB2}" destId="{A20B49FE-09AE-4B2D-A24E-61D0B0B61BED}" srcOrd="0" destOrd="0" presId="urn:microsoft.com/office/officeart/2016/7/layout/BasicLinearProcessNumbered"/>
    <dgm:cxn modelId="{D388D842-240D-4AB7-8685-83304BE4B5C4}" type="presParOf" srcId="{E170F40A-49BB-4177-844C-542D1E391CB2}" destId="{C3FB7395-F6DB-4D5B-8F70-746404FB8097}" srcOrd="1" destOrd="0" presId="urn:microsoft.com/office/officeart/2016/7/layout/BasicLinearProcessNumbered"/>
    <dgm:cxn modelId="{67F90111-23BB-4C65-A383-03E270594B4B}" type="presParOf" srcId="{E170F40A-49BB-4177-844C-542D1E391CB2}" destId="{9DB8A2FB-ED48-477B-A1B7-25F624512099}" srcOrd="2" destOrd="0" presId="urn:microsoft.com/office/officeart/2016/7/layout/BasicLinearProcessNumbered"/>
    <dgm:cxn modelId="{FD8D431B-5666-4443-9BF3-3F6E6E75E8C2}" type="presParOf" srcId="{E170F40A-49BB-4177-844C-542D1E391CB2}" destId="{259AE7E6-710F-4734-B11B-3F165431F423}" srcOrd="3" destOrd="0" presId="urn:microsoft.com/office/officeart/2016/7/layout/BasicLinearProcessNumbered"/>
    <dgm:cxn modelId="{6DC71134-9DED-4C49-A57B-A3FDB00B03CE}" type="presParOf" srcId="{50D74F71-BCC3-458D-9366-EA2B2CF08C0B}" destId="{CD45554D-D1D4-44C6-A5B2-69DE4CBE7104}" srcOrd="1" destOrd="0" presId="urn:microsoft.com/office/officeart/2016/7/layout/BasicLinearProcessNumbered"/>
    <dgm:cxn modelId="{EF041E09-FF52-4498-A3F6-7F13CB41B63E}" type="presParOf" srcId="{50D74F71-BCC3-458D-9366-EA2B2CF08C0B}" destId="{06ABFB93-D3FA-44DA-9473-053641445A80}" srcOrd="2" destOrd="0" presId="urn:microsoft.com/office/officeart/2016/7/layout/BasicLinearProcessNumbered"/>
    <dgm:cxn modelId="{60ECCFCB-0FEA-4566-8557-826F01A90795}" type="presParOf" srcId="{06ABFB93-D3FA-44DA-9473-053641445A80}" destId="{C3598CA4-D257-4560-979C-9D2CD8838074}" srcOrd="0" destOrd="0" presId="urn:microsoft.com/office/officeart/2016/7/layout/BasicLinearProcessNumbered"/>
    <dgm:cxn modelId="{10DBE9F0-6153-4662-BAE1-EF14BD13EC90}" type="presParOf" srcId="{06ABFB93-D3FA-44DA-9473-053641445A80}" destId="{1304304B-E617-4E8E-8C0E-5E8CD592BB93}" srcOrd="1" destOrd="0" presId="urn:microsoft.com/office/officeart/2016/7/layout/BasicLinearProcessNumbered"/>
    <dgm:cxn modelId="{F4A084EE-00D1-4F5A-884A-4EB1F065441B}" type="presParOf" srcId="{06ABFB93-D3FA-44DA-9473-053641445A80}" destId="{38F91DFA-1A88-464C-98A2-05B255B209E5}" srcOrd="2" destOrd="0" presId="urn:microsoft.com/office/officeart/2016/7/layout/BasicLinearProcessNumbered"/>
    <dgm:cxn modelId="{296924A8-A809-4F3D-9BCD-C49F831FD673}" type="presParOf" srcId="{06ABFB93-D3FA-44DA-9473-053641445A80}" destId="{BA083328-F117-4AFC-91FA-E5A0E8FFEC19}" srcOrd="3" destOrd="0" presId="urn:microsoft.com/office/officeart/2016/7/layout/BasicLinearProcessNumbered"/>
    <dgm:cxn modelId="{5FC08D8B-71CA-4594-8222-08BDD2CB18F0}" type="presParOf" srcId="{50D74F71-BCC3-458D-9366-EA2B2CF08C0B}" destId="{6F09BAD5-ADD8-45C1-AC2C-7EB55DA43999}" srcOrd="3" destOrd="0" presId="urn:microsoft.com/office/officeart/2016/7/layout/BasicLinearProcessNumbered"/>
    <dgm:cxn modelId="{574E8137-88E5-4D53-A0F0-DFF89EABA510}" type="presParOf" srcId="{50D74F71-BCC3-458D-9366-EA2B2CF08C0B}" destId="{C1619AF0-B6DD-4CC7-B258-4AFC18555491}" srcOrd="4" destOrd="0" presId="urn:microsoft.com/office/officeart/2016/7/layout/BasicLinearProcessNumbered"/>
    <dgm:cxn modelId="{C314D234-6EEB-457B-BB02-433E0442B27D}" type="presParOf" srcId="{C1619AF0-B6DD-4CC7-B258-4AFC18555491}" destId="{5E3D2F81-CFB4-421B-9C61-1CC7C8134E33}" srcOrd="0" destOrd="0" presId="urn:microsoft.com/office/officeart/2016/7/layout/BasicLinearProcessNumbered"/>
    <dgm:cxn modelId="{CAA69ADA-E0CD-497E-880D-6A1CA81FEEAC}" type="presParOf" srcId="{C1619AF0-B6DD-4CC7-B258-4AFC18555491}" destId="{836B5C13-EE30-45A1-9D14-1994EFB10558}" srcOrd="1" destOrd="0" presId="urn:microsoft.com/office/officeart/2016/7/layout/BasicLinearProcessNumbered"/>
    <dgm:cxn modelId="{3585510A-A253-4C92-AA85-66F3B1455859}" type="presParOf" srcId="{C1619AF0-B6DD-4CC7-B258-4AFC18555491}" destId="{64457524-E106-420D-ADF8-0B09C1799146}" srcOrd="2" destOrd="0" presId="urn:microsoft.com/office/officeart/2016/7/layout/BasicLinearProcessNumbered"/>
    <dgm:cxn modelId="{BC1E32E0-8F85-4F42-B419-92794561CB55}" type="presParOf" srcId="{C1619AF0-B6DD-4CC7-B258-4AFC18555491}" destId="{4CA1AC2B-5E62-41F7-815C-D15D201B902F}" srcOrd="3" destOrd="0" presId="urn:microsoft.com/office/officeart/2016/7/layout/BasicLinearProcessNumbered"/>
    <dgm:cxn modelId="{91E81DA8-D886-415E-B5F7-5307B9BAFEE8}" type="presParOf" srcId="{50D74F71-BCC3-458D-9366-EA2B2CF08C0B}" destId="{8FAA4DE5-304E-4B08-BF24-848114D4B7CD}" srcOrd="5" destOrd="0" presId="urn:microsoft.com/office/officeart/2016/7/layout/BasicLinearProcessNumbered"/>
    <dgm:cxn modelId="{DEB0234B-241B-476C-B480-85889763CF86}" type="presParOf" srcId="{50D74F71-BCC3-458D-9366-EA2B2CF08C0B}" destId="{815E4AEF-8A72-47CB-BE3A-4211FD032416}" srcOrd="6" destOrd="0" presId="urn:microsoft.com/office/officeart/2016/7/layout/BasicLinearProcessNumbered"/>
    <dgm:cxn modelId="{7D681776-A325-4D02-B1A9-4D6765E33597}" type="presParOf" srcId="{815E4AEF-8A72-47CB-BE3A-4211FD032416}" destId="{A0F54191-BBBE-4BE7-8FEF-3D4EC32EA8E5}" srcOrd="0" destOrd="0" presId="urn:microsoft.com/office/officeart/2016/7/layout/BasicLinearProcessNumbered"/>
    <dgm:cxn modelId="{74E5A77C-3ED3-4084-B1B9-948A7B585296}" type="presParOf" srcId="{815E4AEF-8A72-47CB-BE3A-4211FD032416}" destId="{F5DF0587-91BA-4339-8B26-98A5AB295AC4}" srcOrd="1" destOrd="0" presId="urn:microsoft.com/office/officeart/2016/7/layout/BasicLinearProcessNumbered"/>
    <dgm:cxn modelId="{3EE0DAEC-2016-4AF6-B92B-58BFAF86225B}" type="presParOf" srcId="{815E4AEF-8A72-47CB-BE3A-4211FD032416}" destId="{C0A48C08-4055-45EB-8840-5E837263BA40}" srcOrd="2" destOrd="0" presId="urn:microsoft.com/office/officeart/2016/7/layout/BasicLinearProcessNumbered"/>
    <dgm:cxn modelId="{63F648C7-881D-468F-8843-2626FE701458}" type="presParOf" srcId="{815E4AEF-8A72-47CB-BE3A-4211FD032416}" destId="{2131FB34-4BE7-4344-B969-D3BB492EFA73}" srcOrd="3" destOrd="0" presId="urn:microsoft.com/office/officeart/2016/7/layout/BasicLinearProcessNumbered"/>
    <dgm:cxn modelId="{DBA7CDCB-F6B6-4745-93B2-008C4D9282B8}" type="presParOf" srcId="{50D74F71-BCC3-458D-9366-EA2B2CF08C0B}" destId="{4A40DAC9-A51D-4266-B442-10FD84BA7B32}" srcOrd="7" destOrd="0" presId="urn:microsoft.com/office/officeart/2016/7/layout/BasicLinearProcessNumbered"/>
    <dgm:cxn modelId="{EB7B55D8-024A-4A37-8A27-E8879B914978}" type="presParOf" srcId="{50D74F71-BCC3-458D-9366-EA2B2CF08C0B}" destId="{04B8D2B9-B67E-4EDF-B656-6AAF637D0B47}" srcOrd="8" destOrd="0" presId="urn:microsoft.com/office/officeart/2016/7/layout/BasicLinearProcessNumbered"/>
    <dgm:cxn modelId="{84A2AB47-3089-4703-837B-3E3BAB077C2C}" type="presParOf" srcId="{04B8D2B9-B67E-4EDF-B656-6AAF637D0B47}" destId="{A11BF429-0E6D-44EA-B984-CBD680E46375}" srcOrd="0" destOrd="0" presId="urn:microsoft.com/office/officeart/2016/7/layout/BasicLinearProcessNumbered"/>
    <dgm:cxn modelId="{0D925C17-DAB6-4E44-8DDF-8E9FFEC3C2EC}" type="presParOf" srcId="{04B8D2B9-B67E-4EDF-B656-6AAF637D0B47}" destId="{08F2C32E-E994-4B0C-929A-D5DCD5BB847C}" srcOrd="1" destOrd="0" presId="urn:microsoft.com/office/officeart/2016/7/layout/BasicLinearProcessNumbered"/>
    <dgm:cxn modelId="{1CABFC18-E3FB-4985-864C-980F60E4147F}" type="presParOf" srcId="{04B8D2B9-B67E-4EDF-B656-6AAF637D0B47}" destId="{C4682D86-CFCF-4E3E-8FB1-F72098A8CC67}" srcOrd="2" destOrd="0" presId="urn:microsoft.com/office/officeart/2016/7/layout/BasicLinearProcessNumbered"/>
    <dgm:cxn modelId="{C9B302BE-0A36-4233-949E-4ED22274AD62}" type="presParOf" srcId="{04B8D2B9-B67E-4EDF-B656-6AAF637D0B47}" destId="{AC966537-26EE-4586-B6BB-867E853AA62B}"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F1637B-E38B-40B1-A652-0A9E8BCB6BE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AF75495-6FCB-4DF4-A953-03405DB8C710}">
      <dgm:prSet phldrT="[Text]" custT="1"/>
      <dgm:spPr/>
      <dgm:t>
        <a:bodyPr/>
        <a:lstStyle/>
        <a:p>
          <a:r>
            <a:rPr lang="en-US" sz="1400" b="1"/>
            <a:t>Impact of Online and Offline Education on Student Performance and Engagement</a:t>
          </a:r>
        </a:p>
      </dgm:t>
    </dgm:pt>
    <dgm:pt modelId="{B5A649EC-CC64-4920-B99F-F2A221BBF006}" type="parTrans" cxnId="{7DC522BD-5B88-4376-9787-E3F981FE5632}">
      <dgm:prSet/>
      <dgm:spPr/>
      <dgm:t>
        <a:bodyPr/>
        <a:lstStyle/>
        <a:p>
          <a:endParaRPr lang="en-US"/>
        </a:p>
      </dgm:t>
    </dgm:pt>
    <dgm:pt modelId="{F8CC1D52-A93F-475D-91F1-96CE678DB2C8}" type="sibTrans" cxnId="{7DC522BD-5B88-4376-9787-E3F981FE5632}">
      <dgm:prSet/>
      <dgm:spPr/>
      <dgm:t>
        <a:bodyPr/>
        <a:lstStyle/>
        <a:p>
          <a:endParaRPr lang="en-US"/>
        </a:p>
      </dgm:t>
    </dgm:pt>
    <dgm:pt modelId="{C3450A82-1AAC-4615-97F4-B6DE10774AF1}">
      <dgm:prSet phldrT="[Text]" custT="1"/>
      <dgm:spPr/>
      <dgm:t>
        <a:bodyPr/>
        <a:lstStyle/>
        <a:p>
          <a:r>
            <a:rPr lang="en-US" sz="1100" b="1"/>
            <a:t>Planning and Initiation</a:t>
          </a:r>
        </a:p>
      </dgm:t>
    </dgm:pt>
    <dgm:pt modelId="{9EA80F18-923D-464C-A3B4-3D14F3913037}" type="parTrans" cxnId="{6CF9F139-296B-42FF-A4CB-26F10A6B07BF}">
      <dgm:prSet/>
      <dgm:spPr/>
      <dgm:t>
        <a:bodyPr/>
        <a:lstStyle/>
        <a:p>
          <a:endParaRPr lang="en-US"/>
        </a:p>
      </dgm:t>
    </dgm:pt>
    <dgm:pt modelId="{E7D0AB56-7253-4DB9-AE0F-0CF20EB9250F}" type="sibTrans" cxnId="{6CF9F139-296B-42FF-A4CB-26F10A6B07BF}">
      <dgm:prSet/>
      <dgm:spPr/>
      <dgm:t>
        <a:bodyPr/>
        <a:lstStyle/>
        <a:p>
          <a:endParaRPr lang="en-US"/>
        </a:p>
      </dgm:t>
    </dgm:pt>
    <dgm:pt modelId="{0C6FD061-AEED-4B72-9F38-3531D5F64BA0}">
      <dgm:prSet phldrT="[Text]" custT="1"/>
      <dgm:spPr>
        <a:solidFill>
          <a:schemeClr val="tx1">
            <a:lumMod val="65000"/>
            <a:lumOff val="35000"/>
          </a:schemeClr>
        </a:solidFill>
      </dgm:spPr>
      <dgm:t>
        <a:bodyPr/>
        <a:lstStyle/>
        <a:p>
          <a:r>
            <a:rPr lang="en-US" sz="1100" b="1"/>
            <a:t>Define project scope and objectives</a:t>
          </a:r>
        </a:p>
      </dgm:t>
    </dgm:pt>
    <dgm:pt modelId="{39549119-ED4F-4A91-9B8F-061649E38D74}" type="parTrans" cxnId="{3AF67B5C-8554-46B4-9DD8-2CB1301F7CE7}">
      <dgm:prSet/>
      <dgm:spPr/>
      <dgm:t>
        <a:bodyPr/>
        <a:lstStyle/>
        <a:p>
          <a:endParaRPr lang="en-US"/>
        </a:p>
      </dgm:t>
    </dgm:pt>
    <dgm:pt modelId="{6E25B1AB-CD39-4C0F-A5C3-F90363A12311}" type="sibTrans" cxnId="{3AF67B5C-8554-46B4-9DD8-2CB1301F7CE7}">
      <dgm:prSet/>
      <dgm:spPr/>
      <dgm:t>
        <a:bodyPr/>
        <a:lstStyle/>
        <a:p>
          <a:endParaRPr lang="en-US"/>
        </a:p>
      </dgm:t>
    </dgm:pt>
    <dgm:pt modelId="{0E8D3604-280D-4657-B646-7D5189FE4A0D}">
      <dgm:prSet phldrT="[Text]" custT="1"/>
      <dgm:spPr>
        <a:solidFill>
          <a:schemeClr val="tx1">
            <a:lumMod val="65000"/>
            <a:lumOff val="35000"/>
          </a:schemeClr>
        </a:solidFill>
      </dgm:spPr>
      <dgm:t>
        <a:bodyPr/>
        <a:lstStyle/>
        <a:p>
          <a:r>
            <a:rPr lang="en-US" sz="1100" b="1"/>
            <a:t>Identify stakeholders</a:t>
          </a:r>
        </a:p>
      </dgm:t>
    </dgm:pt>
    <dgm:pt modelId="{5162ED87-DBF6-443B-938B-E09A1BDA7A35}" type="parTrans" cxnId="{5A659B4F-577C-4D84-959E-1A3DBB168B78}">
      <dgm:prSet/>
      <dgm:spPr/>
      <dgm:t>
        <a:bodyPr/>
        <a:lstStyle/>
        <a:p>
          <a:endParaRPr lang="en-US"/>
        </a:p>
      </dgm:t>
    </dgm:pt>
    <dgm:pt modelId="{70A17CE5-E137-430D-89E6-F747896BC181}" type="sibTrans" cxnId="{5A659B4F-577C-4D84-959E-1A3DBB168B78}">
      <dgm:prSet/>
      <dgm:spPr/>
      <dgm:t>
        <a:bodyPr/>
        <a:lstStyle/>
        <a:p>
          <a:endParaRPr lang="en-US"/>
        </a:p>
      </dgm:t>
    </dgm:pt>
    <dgm:pt modelId="{483DD7ED-1BC0-4875-BA11-520528A85F6C}">
      <dgm:prSet phldrT="[Text]" custT="1"/>
      <dgm:spPr>
        <a:solidFill>
          <a:schemeClr val="tx1">
            <a:lumMod val="65000"/>
            <a:lumOff val="35000"/>
          </a:schemeClr>
        </a:solidFill>
      </dgm:spPr>
      <dgm:t>
        <a:bodyPr/>
        <a:lstStyle/>
        <a:p>
          <a:r>
            <a:rPr lang="en-US" sz="1100" b="1"/>
            <a:t>Create initial schedule and budget estimates</a:t>
          </a:r>
        </a:p>
      </dgm:t>
    </dgm:pt>
    <dgm:pt modelId="{B875022D-011C-4AE3-969E-24E4D95AC220}" type="parTrans" cxnId="{DF991BD2-05FE-4673-B1E1-F98861B6FF8F}">
      <dgm:prSet/>
      <dgm:spPr/>
      <dgm:t>
        <a:bodyPr/>
        <a:lstStyle/>
        <a:p>
          <a:endParaRPr lang="en-US"/>
        </a:p>
      </dgm:t>
    </dgm:pt>
    <dgm:pt modelId="{AA98A2FC-02E2-4BE0-89F1-62EDBE71D053}" type="sibTrans" cxnId="{DF991BD2-05FE-4673-B1E1-F98861B6FF8F}">
      <dgm:prSet/>
      <dgm:spPr/>
      <dgm:t>
        <a:bodyPr/>
        <a:lstStyle/>
        <a:p>
          <a:endParaRPr lang="en-US"/>
        </a:p>
      </dgm:t>
    </dgm:pt>
    <dgm:pt modelId="{24D67DEE-3EBD-4105-9878-582D5134443A}">
      <dgm:prSet phldrT="[Text]" custT="1"/>
      <dgm:spPr>
        <a:solidFill>
          <a:schemeClr val="tx1">
            <a:lumMod val="65000"/>
            <a:lumOff val="35000"/>
          </a:schemeClr>
        </a:solidFill>
      </dgm:spPr>
      <dgm:t>
        <a:bodyPr/>
        <a:lstStyle/>
        <a:p>
          <a:r>
            <a:rPr lang="en-US" sz="1100" b="1"/>
            <a:t>Conduct risk analysis and mitigation planning</a:t>
          </a:r>
        </a:p>
      </dgm:t>
    </dgm:pt>
    <dgm:pt modelId="{6CBC290F-2B06-4FC0-A24C-93998B8396D0}" type="parTrans" cxnId="{8C3CFBAB-8191-434D-A779-5671252BEDB4}">
      <dgm:prSet/>
      <dgm:spPr/>
      <dgm:t>
        <a:bodyPr/>
        <a:lstStyle/>
        <a:p>
          <a:endParaRPr lang="en-US"/>
        </a:p>
      </dgm:t>
    </dgm:pt>
    <dgm:pt modelId="{6CEACD8F-E122-4894-BCD9-8521A4150517}" type="sibTrans" cxnId="{8C3CFBAB-8191-434D-A779-5671252BEDB4}">
      <dgm:prSet/>
      <dgm:spPr/>
      <dgm:t>
        <a:bodyPr/>
        <a:lstStyle/>
        <a:p>
          <a:endParaRPr lang="en-US"/>
        </a:p>
      </dgm:t>
    </dgm:pt>
    <dgm:pt modelId="{2AF47E2D-1629-4997-B06F-22B449585098}">
      <dgm:prSet phldrT="[Text]" custT="1"/>
      <dgm:spPr>
        <a:solidFill>
          <a:schemeClr val="tx1">
            <a:lumMod val="65000"/>
            <a:lumOff val="35000"/>
          </a:schemeClr>
        </a:solidFill>
      </dgm:spPr>
      <dgm:t>
        <a:bodyPr/>
        <a:lstStyle/>
        <a:p>
          <a:r>
            <a:rPr lang="en-US" sz="1100" b="1"/>
            <a:t>Secure necessary resources (tool, software, personnel)</a:t>
          </a:r>
        </a:p>
      </dgm:t>
    </dgm:pt>
    <dgm:pt modelId="{85C9000C-09F6-4C63-8A40-918C7A62AC8F}" type="parTrans" cxnId="{A78A6665-A030-4BC8-9A01-146A6C4DE95A}">
      <dgm:prSet/>
      <dgm:spPr/>
      <dgm:t>
        <a:bodyPr/>
        <a:lstStyle/>
        <a:p>
          <a:endParaRPr lang="en-US"/>
        </a:p>
      </dgm:t>
    </dgm:pt>
    <dgm:pt modelId="{05E4C136-873C-445D-8953-6E7A622D7E66}" type="sibTrans" cxnId="{A78A6665-A030-4BC8-9A01-146A6C4DE95A}">
      <dgm:prSet/>
      <dgm:spPr/>
      <dgm:t>
        <a:bodyPr/>
        <a:lstStyle/>
        <a:p>
          <a:endParaRPr lang="en-US"/>
        </a:p>
      </dgm:t>
    </dgm:pt>
    <dgm:pt modelId="{DC2D9975-A638-4D48-BDBC-F654E2C7E374}">
      <dgm:prSet phldrT="[Text]" custT="1"/>
      <dgm:spPr/>
      <dgm:t>
        <a:bodyPr/>
        <a:lstStyle/>
        <a:p>
          <a:r>
            <a:rPr lang="en-US" sz="1100" b="1"/>
            <a:t>Requirements Analysis</a:t>
          </a:r>
        </a:p>
      </dgm:t>
    </dgm:pt>
    <dgm:pt modelId="{04E505CD-8CF6-4AD2-B257-74677F5795D3}" type="parTrans" cxnId="{196D00F1-4879-4ECA-A9BA-F19D0FF8229D}">
      <dgm:prSet/>
      <dgm:spPr/>
      <dgm:t>
        <a:bodyPr/>
        <a:lstStyle/>
        <a:p>
          <a:endParaRPr lang="en-US"/>
        </a:p>
      </dgm:t>
    </dgm:pt>
    <dgm:pt modelId="{E72BC88D-8C0A-42D6-9EF9-C8231D16E12F}" type="sibTrans" cxnId="{196D00F1-4879-4ECA-A9BA-F19D0FF8229D}">
      <dgm:prSet/>
      <dgm:spPr/>
      <dgm:t>
        <a:bodyPr/>
        <a:lstStyle/>
        <a:p>
          <a:endParaRPr lang="en-US"/>
        </a:p>
      </dgm:t>
    </dgm:pt>
    <dgm:pt modelId="{8A0063AD-FCB2-4431-97C3-64B3F50559CB}">
      <dgm:prSet phldrT="[Text]" custT="1"/>
      <dgm:spPr>
        <a:solidFill>
          <a:schemeClr val="tx1">
            <a:lumMod val="65000"/>
            <a:lumOff val="35000"/>
          </a:schemeClr>
        </a:solidFill>
      </dgm:spPr>
      <dgm:t>
        <a:bodyPr/>
        <a:lstStyle/>
        <a:p>
          <a:r>
            <a:rPr lang="en-US" sz="1100" b="1"/>
            <a:t>Conduct stakeholder interviews</a:t>
          </a:r>
        </a:p>
      </dgm:t>
    </dgm:pt>
    <dgm:pt modelId="{3FA72759-8439-4239-BE9C-3E6D685994A8}" type="parTrans" cxnId="{E757A53F-9070-4376-805E-D2FD72CD344A}">
      <dgm:prSet/>
      <dgm:spPr/>
      <dgm:t>
        <a:bodyPr/>
        <a:lstStyle/>
        <a:p>
          <a:endParaRPr lang="en-US"/>
        </a:p>
      </dgm:t>
    </dgm:pt>
    <dgm:pt modelId="{101099FC-F2CB-4016-933D-C016C62CE1CF}" type="sibTrans" cxnId="{E757A53F-9070-4376-805E-D2FD72CD344A}">
      <dgm:prSet/>
      <dgm:spPr/>
      <dgm:t>
        <a:bodyPr/>
        <a:lstStyle/>
        <a:p>
          <a:endParaRPr lang="en-US"/>
        </a:p>
      </dgm:t>
    </dgm:pt>
    <dgm:pt modelId="{87A4DF4D-21DF-4920-94E2-7F51D60247B2}">
      <dgm:prSet phldrT="[Text]" custT="1"/>
      <dgm:spPr>
        <a:solidFill>
          <a:schemeClr val="tx1">
            <a:lumMod val="65000"/>
            <a:lumOff val="35000"/>
          </a:schemeClr>
        </a:solidFill>
      </dgm:spPr>
      <dgm:t>
        <a:bodyPr/>
        <a:lstStyle/>
        <a:p>
          <a:r>
            <a:rPr lang="en-US" sz="1100" b="1"/>
            <a:t>Define data requirements</a:t>
          </a:r>
        </a:p>
      </dgm:t>
    </dgm:pt>
    <dgm:pt modelId="{572AB044-E1DF-4AE6-BA2B-1876558778E2}" type="parTrans" cxnId="{49BEAAB0-252D-4A67-ADE6-FDC2785B99F4}">
      <dgm:prSet/>
      <dgm:spPr/>
      <dgm:t>
        <a:bodyPr/>
        <a:lstStyle/>
        <a:p>
          <a:endParaRPr lang="en-US"/>
        </a:p>
      </dgm:t>
    </dgm:pt>
    <dgm:pt modelId="{07B4C52B-11AB-455D-A85E-FA588F5279B3}" type="sibTrans" cxnId="{49BEAAB0-252D-4A67-ADE6-FDC2785B99F4}">
      <dgm:prSet/>
      <dgm:spPr/>
      <dgm:t>
        <a:bodyPr/>
        <a:lstStyle/>
        <a:p>
          <a:endParaRPr lang="en-US"/>
        </a:p>
      </dgm:t>
    </dgm:pt>
    <dgm:pt modelId="{F64A1129-75A3-4AAB-BE11-EFC22B186E21}">
      <dgm:prSet phldrT="[Text]" custT="1"/>
      <dgm:spPr>
        <a:solidFill>
          <a:schemeClr val="tx1">
            <a:lumMod val="65000"/>
            <a:lumOff val="35000"/>
          </a:schemeClr>
        </a:solidFill>
      </dgm:spPr>
      <dgm:t>
        <a:bodyPr/>
        <a:lstStyle/>
        <a:p>
          <a:r>
            <a:rPr lang="en-US" sz="1100" b="1"/>
            <a:t>Develop a data collection strategy</a:t>
          </a:r>
        </a:p>
      </dgm:t>
    </dgm:pt>
    <dgm:pt modelId="{D649892F-F7CE-4601-9ECC-E912537916A9}" type="parTrans" cxnId="{69527E6B-B7DD-4BC8-B1E2-8560CE14E356}">
      <dgm:prSet/>
      <dgm:spPr/>
      <dgm:t>
        <a:bodyPr/>
        <a:lstStyle/>
        <a:p>
          <a:endParaRPr lang="en-US"/>
        </a:p>
      </dgm:t>
    </dgm:pt>
    <dgm:pt modelId="{64922DA6-6A8E-493F-A21E-F8711D6E5D91}" type="sibTrans" cxnId="{69527E6B-B7DD-4BC8-B1E2-8560CE14E356}">
      <dgm:prSet/>
      <dgm:spPr/>
      <dgm:t>
        <a:bodyPr/>
        <a:lstStyle/>
        <a:p>
          <a:endParaRPr lang="en-US"/>
        </a:p>
      </dgm:t>
    </dgm:pt>
    <dgm:pt modelId="{2C589884-3E51-4CBF-BF84-86931CEF1F4D}">
      <dgm:prSet phldrT="[Text]" custT="1"/>
      <dgm:spPr>
        <a:solidFill>
          <a:schemeClr val="tx1">
            <a:lumMod val="65000"/>
            <a:lumOff val="35000"/>
          </a:schemeClr>
        </a:solidFill>
      </dgm:spPr>
      <dgm:t>
        <a:bodyPr/>
        <a:lstStyle/>
        <a:p>
          <a:r>
            <a:rPr lang="en-US" sz="1100" b="1"/>
            <a:t>Create a project requirements document</a:t>
          </a:r>
        </a:p>
      </dgm:t>
    </dgm:pt>
    <dgm:pt modelId="{8A1D4B4A-1E7A-4DD6-BB72-E27B785276FC}" type="parTrans" cxnId="{5C6A35A9-88B0-4593-A6E3-2E9B0D02B949}">
      <dgm:prSet/>
      <dgm:spPr/>
      <dgm:t>
        <a:bodyPr/>
        <a:lstStyle/>
        <a:p>
          <a:endParaRPr lang="en-US"/>
        </a:p>
      </dgm:t>
    </dgm:pt>
    <dgm:pt modelId="{A8F317F4-7592-4F5A-BBC6-E8B44BD27A52}" type="sibTrans" cxnId="{5C6A35A9-88B0-4593-A6E3-2E9B0D02B949}">
      <dgm:prSet/>
      <dgm:spPr/>
      <dgm:t>
        <a:bodyPr/>
        <a:lstStyle/>
        <a:p>
          <a:endParaRPr lang="en-US"/>
        </a:p>
      </dgm:t>
    </dgm:pt>
    <dgm:pt modelId="{0A91B029-B88C-4BF2-BC72-7B0092D3F30B}">
      <dgm:prSet phldrT="[Text]" custT="1"/>
      <dgm:spPr>
        <a:solidFill>
          <a:schemeClr val="tx1">
            <a:lumMod val="65000"/>
            <a:lumOff val="35000"/>
          </a:schemeClr>
        </a:solidFill>
      </dgm:spPr>
      <dgm:t>
        <a:bodyPr/>
        <a:lstStyle/>
        <a:p>
          <a:r>
            <a:rPr lang="en-US" sz="1100" b="1"/>
            <a:t>Validate requrements with stakeholders</a:t>
          </a:r>
        </a:p>
      </dgm:t>
    </dgm:pt>
    <dgm:pt modelId="{F96A3DA4-71BC-45E9-9FB0-E5452F1B8115}" type="parTrans" cxnId="{977A6D2B-C88A-4FFD-A5F8-BCBF5D3C4221}">
      <dgm:prSet/>
      <dgm:spPr/>
      <dgm:t>
        <a:bodyPr/>
        <a:lstStyle/>
        <a:p>
          <a:endParaRPr lang="en-US"/>
        </a:p>
      </dgm:t>
    </dgm:pt>
    <dgm:pt modelId="{86BB3334-2591-45B1-9ECA-860B9E33719B}" type="sibTrans" cxnId="{977A6D2B-C88A-4FFD-A5F8-BCBF5D3C4221}">
      <dgm:prSet/>
      <dgm:spPr/>
      <dgm:t>
        <a:bodyPr/>
        <a:lstStyle/>
        <a:p>
          <a:endParaRPr lang="en-US"/>
        </a:p>
      </dgm:t>
    </dgm:pt>
    <dgm:pt modelId="{B154E979-3C98-4128-A86A-4D0473110C95}">
      <dgm:prSet phldrT="[Text]" custT="1"/>
      <dgm:spPr/>
      <dgm:t>
        <a:bodyPr/>
        <a:lstStyle/>
        <a:p>
          <a:r>
            <a:rPr lang="en-US" sz="1100" b="1"/>
            <a:t>Data Gathering and Preprocessing</a:t>
          </a:r>
        </a:p>
      </dgm:t>
    </dgm:pt>
    <dgm:pt modelId="{4A455B84-9A65-408A-9EC7-750E48FAF797}" type="parTrans" cxnId="{4D98A5FD-8307-433C-AFCA-EB9DAA697ABD}">
      <dgm:prSet/>
      <dgm:spPr/>
      <dgm:t>
        <a:bodyPr/>
        <a:lstStyle/>
        <a:p>
          <a:endParaRPr lang="en-US"/>
        </a:p>
      </dgm:t>
    </dgm:pt>
    <dgm:pt modelId="{7D7F6D0E-3F81-404D-B6CA-491A092DD2E2}" type="sibTrans" cxnId="{4D98A5FD-8307-433C-AFCA-EB9DAA697ABD}">
      <dgm:prSet/>
      <dgm:spPr/>
      <dgm:t>
        <a:bodyPr/>
        <a:lstStyle/>
        <a:p>
          <a:endParaRPr lang="en-US"/>
        </a:p>
      </dgm:t>
    </dgm:pt>
    <dgm:pt modelId="{510A300A-A565-4729-92B5-3F53FCF63EAF}">
      <dgm:prSet phldrT="[Text]" custT="1"/>
      <dgm:spPr>
        <a:solidFill>
          <a:schemeClr val="tx1">
            <a:lumMod val="65000"/>
            <a:lumOff val="35000"/>
          </a:schemeClr>
        </a:solidFill>
      </dgm:spPr>
      <dgm:t>
        <a:bodyPr/>
        <a:lstStyle/>
        <a:p>
          <a:r>
            <a:rPr lang="en-US" sz="1100" b="1"/>
            <a:t>Design survey forms</a:t>
          </a:r>
        </a:p>
      </dgm:t>
    </dgm:pt>
    <dgm:pt modelId="{237655CD-104C-44AA-B374-F2E07028617E}" type="parTrans" cxnId="{5FDBA82E-FB99-414A-9137-A1F776BF25CF}">
      <dgm:prSet/>
      <dgm:spPr/>
      <dgm:t>
        <a:bodyPr/>
        <a:lstStyle/>
        <a:p>
          <a:endParaRPr lang="en-US"/>
        </a:p>
      </dgm:t>
    </dgm:pt>
    <dgm:pt modelId="{6429CA02-1C08-4F44-8EFF-2227157E4E94}" type="sibTrans" cxnId="{5FDBA82E-FB99-414A-9137-A1F776BF25CF}">
      <dgm:prSet/>
      <dgm:spPr/>
      <dgm:t>
        <a:bodyPr/>
        <a:lstStyle/>
        <a:p>
          <a:endParaRPr lang="en-US"/>
        </a:p>
      </dgm:t>
    </dgm:pt>
    <dgm:pt modelId="{1399DDCD-A84E-45E9-AFF3-890ADAD7DDEB}">
      <dgm:prSet phldrT="[Text]" custT="1"/>
      <dgm:spPr>
        <a:solidFill>
          <a:schemeClr val="tx1">
            <a:lumMod val="65000"/>
            <a:lumOff val="35000"/>
          </a:schemeClr>
        </a:solidFill>
      </dgm:spPr>
      <dgm:t>
        <a:bodyPr/>
        <a:lstStyle/>
        <a:p>
          <a:r>
            <a:rPr lang="en-US" sz="1100" b="1"/>
            <a:t>Conduct pilot data collection</a:t>
          </a:r>
        </a:p>
      </dgm:t>
    </dgm:pt>
    <dgm:pt modelId="{242BEE0D-4B7A-4660-A3FC-25DC3E3A3599}" type="parTrans" cxnId="{8F036529-CB98-4465-83E5-F0610FFDBB03}">
      <dgm:prSet/>
      <dgm:spPr/>
      <dgm:t>
        <a:bodyPr/>
        <a:lstStyle/>
        <a:p>
          <a:endParaRPr lang="en-US"/>
        </a:p>
      </dgm:t>
    </dgm:pt>
    <dgm:pt modelId="{40AF153E-490C-4849-BA9B-43C59B67E868}" type="sibTrans" cxnId="{8F036529-CB98-4465-83E5-F0610FFDBB03}">
      <dgm:prSet/>
      <dgm:spPr/>
      <dgm:t>
        <a:bodyPr/>
        <a:lstStyle/>
        <a:p>
          <a:endParaRPr lang="en-US"/>
        </a:p>
      </dgm:t>
    </dgm:pt>
    <dgm:pt modelId="{25296E14-C6F6-4D0D-B129-70E836C070E7}">
      <dgm:prSet phldrT="[Text]" custT="1"/>
      <dgm:spPr>
        <a:solidFill>
          <a:schemeClr val="tx1">
            <a:lumMod val="65000"/>
            <a:lumOff val="35000"/>
          </a:schemeClr>
        </a:solidFill>
      </dgm:spPr>
      <dgm:t>
        <a:bodyPr/>
        <a:lstStyle/>
        <a:p>
          <a:r>
            <a:rPr lang="en-US" sz="1100" b="1"/>
            <a:t>Full-scale data collection</a:t>
          </a:r>
        </a:p>
      </dgm:t>
    </dgm:pt>
    <dgm:pt modelId="{35A12B8C-A789-4F00-B30C-105931AF5A92}" type="parTrans" cxnId="{73995909-60EC-4504-B62A-138706FED39B}">
      <dgm:prSet/>
      <dgm:spPr/>
      <dgm:t>
        <a:bodyPr/>
        <a:lstStyle/>
        <a:p>
          <a:endParaRPr lang="en-US"/>
        </a:p>
      </dgm:t>
    </dgm:pt>
    <dgm:pt modelId="{CDB4E38E-0BC9-4495-A27E-CC57E0E9FD55}" type="sibTrans" cxnId="{73995909-60EC-4504-B62A-138706FED39B}">
      <dgm:prSet/>
      <dgm:spPr/>
      <dgm:t>
        <a:bodyPr/>
        <a:lstStyle/>
        <a:p>
          <a:endParaRPr lang="en-US"/>
        </a:p>
      </dgm:t>
    </dgm:pt>
    <dgm:pt modelId="{F15E552F-9392-4191-B88B-CB1BAB744464}">
      <dgm:prSet phldrT="[Text]" custT="1"/>
      <dgm:spPr>
        <a:solidFill>
          <a:schemeClr val="tx1">
            <a:lumMod val="65000"/>
            <a:lumOff val="35000"/>
          </a:schemeClr>
        </a:solidFill>
      </dgm:spPr>
      <dgm:t>
        <a:bodyPr/>
        <a:lstStyle/>
        <a:p>
          <a:r>
            <a:rPr lang="en-US" sz="1100" b="1"/>
            <a:t>Handle missing data and inconsistencies</a:t>
          </a:r>
        </a:p>
      </dgm:t>
    </dgm:pt>
    <dgm:pt modelId="{4993E01F-E99A-4D0E-A4EC-F8E2F52183EF}" type="parTrans" cxnId="{6DB7932C-EE26-4CFA-9B7B-66C6DC9EAF4E}">
      <dgm:prSet/>
      <dgm:spPr/>
      <dgm:t>
        <a:bodyPr/>
        <a:lstStyle/>
        <a:p>
          <a:endParaRPr lang="en-US"/>
        </a:p>
      </dgm:t>
    </dgm:pt>
    <dgm:pt modelId="{87880D54-69A4-41B8-8001-ADE7729AD207}" type="sibTrans" cxnId="{6DB7932C-EE26-4CFA-9B7B-66C6DC9EAF4E}">
      <dgm:prSet/>
      <dgm:spPr/>
      <dgm:t>
        <a:bodyPr/>
        <a:lstStyle/>
        <a:p>
          <a:endParaRPr lang="en-US"/>
        </a:p>
      </dgm:t>
    </dgm:pt>
    <dgm:pt modelId="{9A88029C-7452-4C6A-AEBF-24C3DF0C105D}">
      <dgm:prSet phldrT="[Text]" custT="1"/>
      <dgm:spPr>
        <a:solidFill>
          <a:schemeClr val="tx1">
            <a:lumMod val="65000"/>
            <a:lumOff val="35000"/>
          </a:schemeClr>
        </a:solidFill>
      </dgm:spPr>
      <dgm:t>
        <a:bodyPr/>
        <a:lstStyle/>
        <a:p>
          <a:r>
            <a:rPr lang="en-US" sz="1100" b="1"/>
            <a:t>Perform data cleaning and formatting</a:t>
          </a:r>
        </a:p>
      </dgm:t>
    </dgm:pt>
    <dgm:pt modelId="{CA188EE7-5256-43CF-BBDB-63B8609D521F}" type="parTrans" cxnId="{AFFADE4A-FAEE-4F6B-BCF7-98203BA788C7}">
      <dgm:prSet/>
      <dgm:spPr/>
      <dgm:t>
        <a:bodyPr/>
        <a:lstStyle/>
        <a:p>
          <a:endParaRPr lang="en-US"/>
        </a:p>
      </dgm:t>
    </dgm:pt>
    <dgm:pt modelId="{CF28760E-3013-43AF-8FD2-AF998FA6A316}" type="sibTrans" cxnId="{AFFADE4A-FAEE-4F6B-BCF7-98203BA788C7}">
      <dgm:prSet/>
      <dgm:spPr/>
      <dgm:t>
        <a:bodyPr/>
        <a:lstStyle/>
        <a:p>
          <a:endParaRPr lang="en-US"/>
        </a:p>
      </dgm:t>
    </dgm:pt>
    <dgm:pt modelId="{E133C796-77DF-4653-8D9A-8BF78119720A}">
      <dgm:prSet phldrT="[Text]" custT="1"/>
      <dgm:spPr/>
      <dgm:t>
        <a:bodyPr/>
        <a:lstStyle/>
        <a:p>
          <a:r>
            <a:rPr lang="en-US" sz="1100" b="1"/>
            <a:t>Data Exploration and Visualization</a:t>
          </a:r>
        </a:p>
      </dgm:t>
    </dgm:pt>
    <dgm:pt modelId="{70294198-8FF4-42BE-B8AC-CE0FE3AD9CC9}" type="parTrans" cxnId="{1A431B9B-CE2E-46D5-AA4C-87AF09184F32}">
      <dgm:prSet/>
      <dgm:spPr/>
      <dgm:t>
        <a:bodyPr/>
        <a:lstStyle/>
        <a:p>
          <a:endParaRPr lang="en-US"/>
        </a:p>
      </dgm:t>
    </dgm:pt>
    <dgm:pt modelId="{8C4A3DD6-9616-46DE-ACA4-423D78DEF013}" type="sibTrans" cxnId="{1A431B9B-CE2E-46D5-AA4C-87AF09184F32}">
      <dgm:prSet/>
      <dgm:spPr/>
      <dgm:t>
        <a:bodyPr/>
        <a:lstStyle/>
        <a:p>
          <a:endParaRPr lang="en-US"/>
        </a:p>
      </dgm:t>
    </dgm:pt>
    <dgm:pt modelId="{10F0EB66-C8D9-436A-8CFE-7CC1F116788D}">
      <dgm:prSet phldrT="[Text]" custT="1"/>
      <dgm:spPr>
        <a:solidFill>
          <a:schemeClr val="tx1">
            <a:lumMod val="65000"/>
            <a:lumOff val="35000"/>
          </a:schemeClr>
        </a:solidFill>
      </dgm:spPr>
      <dgm:t>
        <a:bodyPr/>
        <a:lstStyle/>
        <a:p>
          <a:r>
            <a:rPr lang="en-US" sz="1100" b="1"/>
            <a:t>Conduct exploratory data analysis (EDA)</a:t>
          </a:r>
        </a:p>
      </dgm:t>
    </dgm:pt>
    <dgm:pt modelId="{57B36EE9-79B9-4D85-9426-CAD9F096E9F2}" type="parTrans" cxnId="{22FF9E6F-E8A5-4F20-ACCA-72C22CC95945}">
      <dgm:prSet/>
      <dgm:spPr/>
      <dgm:t>
        <a:bodyPr/>
        <a:lstStyle/>
        <a:p>
          <a:endParaRPr lang="en-US"/>
        </a:p>
      </dgm:t>
    </dgm:pt>
    <dgm:pt modelId="{77844A05-ED87-42E8-88DC-0FA689A609FD}" type="sibTrans" cxnId="{22FF9E6F-E8A5-4F20-ACCA-72C22CC95945}">
      <dgm:prSet/>
      <dgm:spPr/>
      <dgm:t>
        <a:bodyPr/>
        <a:lstStyle/>
        <a:p>
          <a:endParaRPr lang="en-US"/>
        </a:p>
      </dgm:t>
    </dgm:pt>
    <dgm:pt modelId="{46F27DEE-2A86-4891-993F-4B503AC4D743}">
      <dgm:prSet phldrT="[Text]" custT="1"/>
      <dgm:spPr>
        <a:solidFill>
          <a:schemeClr val="tx1">
            <a:lumMod val="65000"/>
            <a:lumOff val="35000"/>
          </a:schemeClr>
        </a:solidFill>
      </dgm:spPr>
      <dgm:t>
        <a:bodyPr/>
        <a:lstStyle/>
        <a:p>
          <a:r>
            <a:rPr lang="en-US" sz="1100" b="1"/>
            <a:t>Generate summary statistics</a:t>
          </a:r>
        </a:p>
      </dgm:t>
    </dgm:pt>
    <dgm:pt modelId="{39ACFDC0-B3A0-45B3-9F6F-4ED99588224C}" type="parTrans" cxnId="{3BABDE23-11D7-4950-9568-262279F2A34A}">
      <dgm:prSet/>
      <dgm:spPr/>
      <dgm:t>
        <a:bodyPr/>
        <a:lstStyle/>
        <a:p>
          <a:endParaRPr lang="en-US"/>
        </a:p>
      </dgm:t>
    </dgm:pt>
    <dgm:pt modelId="{A0FCC826-3A3C-4E22-A263-DB950E1AA79A}" type="sibTrans" cxnId="{3BABDE23-11D7-4950-9568-262279F2A34A}">
      <dgm:prSet/>
      <dgm:spPr/>
      <dgm:t>
        <a:bodyPr/>
        <a:lstStyle/>
        <a:p>
          <a:endParaRPr lang="en-US"/>
        </a:p>
      </dgm:t>
    </dgm:pt>
    <dgm:pt modelId="{A52355F6-376E-495C-85AF-52C416076AA8}">
      <dgm:prSet phldrT="[Text]" custT="1"/>
      <dgm:spPr>
        <a:solidFill>
          <a:schemeClr val="tx1">
            <a:lumMod val="65000"/>
            <a:lumOff val="35000"/>
          </a:schemeClr>
        </a:solidFill>
      </dgm:spPr>
      <dgm:t>
        <a:bodyPr/>
        <a:lstStyle/>
        <a:p>
          <a:r>
            <a:rPr lang="en-US" sz="1100" b="1"/>
            <a:t>Create visualizations for key matrics</a:t>
          </a:r>
        </a:p>
      </dgm:t>
    </dgm:pt>
    <dgm:pt modelId="{78C7CBAC-EF3D-4DBC-8F27-E3EDD6D06D68}" type="parTrans" cxnId="{BC6AF59B-C62E-4FEF-B886-E39F600DC23A}">
      <dgm:prSet/>
      <dgm:spPr/>
      <dgm:t>
        <a:bodyPr/>
        <a:lstStyle/>
        <a:p>
          <a:endParaRPr lang="en-US"/>
        </a:p>
      </dgm:t>
    </dgm:pt>
    <dgm:pt modelId="{BCAC9030-BBF7-4765-B365-35955EE9C35B}" type="sibTrans" cxnId="{BC6AF59B-C62E-4FEF-B886-E39F600DC23A}">
      <dgm:prSet/>
      <dgm:spPr/>
      <dgm:t>
        <a:bodyPr/>
        <a:lstStyle/>
        <a:p>
          <a:endParaRPr lang="en-US"/>
        </a:p>
      </dgm:t>
    </dgm:pt>
    <dgm:pt modelId="{4E241553-C9AC-48E7-987F-97AB34B909F2}">
      <dgm:prSet phldrT="[Text]" custT="1"/>
      <dgm:spPr>
        <a:solidFill>
          <a:schemeClr val="tx1">
            <a:lumMod val="65000"/>
            <a:lumOff val="35000"/>
          </a:schemeClr>
        </a:solidFill>
      </dgm:spPr>
      <dgm:t>
        <a:bodyPr/>
        <a:lstStyle/>
        <a:p>
          <a:r>
            <a:rPr lang="en-US" sz="1100" b="1"/>
            <a:t>Identify patterns and trends</a:t>
          </a:r>
        </a:p>
      </dgm:t>
    </dgm:pt>
    <dgm:pt modelId="{E640AFA3-16D6-4F82-A2CD-8AE65C91CB14}" type="parTrans" cxnId="{4C7BFED5-5BB7-4323-97BD-D165B084DC6C}">
      <dgm:prSet/>
      <dgm:spPr/>
      <dgm:t>
        <a:bodyPr/>
        <a:lstStyle/>
        <a:p>
          <a:endParaRPr lang="en-US"/>
        </a:p>
      </dgm:t>
    </dgm:pt>
    <dgm:pt modelId="{B7996F8E-FF77-4FEA-87DA-60A186009381}" type="sibTrans" cxnId="{4C7BFED5-5BB7-4323-97BD-D165B084DC6C}">
      <dgm:prSet/>
      <dgm:spPr/>
      <dgm:t>
        <a:bodyPr/>
        <a:lstStyle/>
        <a:p>
          <a:endParaRPr lang="en-US"/>
        </a:p>
      </dgm:t>
    </dgm:pt>
    <dgm:pt modelId="{3DECEEFA-4C0C-4C3D-BAB3-80A92AB67A49}">
      <dgm:prSet phldrT="[Text]" custT="1"/>
      <dgm:spPr>
        <a:solidFill>
          <a:schemeClr val="tx1">
            <a:lumMod val="65000"/>
            <a:lumOff val="35000"/>
          </a:schemeClr>
        </a:solidFill>
      </dgm:spPr>
      <dgm:t>
        <a:bodyPr/>
        <a:lstStyle/>
        <a:p>
          <a:r>
            <a:rPr lang="en-US" sz="1100" b="1"/>
            <a:t>Document insights and outliers</a:t>
          </a:r>
        </a:p>
      </dgm:t>
    </dgm:pt>
    <dgm:pt modelId="{C047685D-021B-4281-8F90-AF3617BD5A89}" type="parTrans" cxnId="{84C5C4D0-CC63-459C-94DB-D60024D327D1}">
      <dgm:prSet/>
      <dgm:spPr/>
      <dgm:t>
        <a:bodyPr/>
        <a:lstStyle/>
        <a:p>
          <a:endParaRPr lang="en-US"/>
        </a:p>
      </dgm:t>
    </dgm:pt>
    <dgm:pt modelId="{45313B00-4CFA-403C-BB5F-51909A05C77A}" type="sibTrans" cxnId="{84C5C4D0-CC63-459C-94DB-D60024D327D1}">
      <dgm:prSet/>
      <dgm:spPr/>
      <dgm:t>
        <a:bodyPr/>
        <a:lstStyle/>
        <a:p>
          <a:endParaRPr lang="en-US"/>
        </a:p>
      </dgm:t>
    </dgm:pt>
    <dgm:pt modelId="{8B30CABD-6DE7-40E5-A5B5-5CC70BDCE394}">
      <dgm:prSet phldrT="[Text]" custT="1"/>
      <dgm:spPr/>
      <dgm:t>
        <a:bodyPr/>
        <a:lstStyle/>
        <a:p>
          <a:r>
            <a:rPr lang="en-US" sz="1100" b="1"/>
            <a:t>Implementation</a:t>
          </a:r>
        </a:p>
      </dgm:t>
    </dgm:pt>
    <dgm:pt modelId="{6F2BF528-4E97-4DED-92FA-27AD67AA2EF7}" type="parTrans" cxnId="{1E0D3E0C-CC5A-4F10-827F-D85C532FDE0F}">
      <dgm:prSet/>
      <dgm:spPr/>
      <dgm:t>
        <a:bodyPr/>
        <a:lstStyle/>
        <a:p>
          <a:endParaRPr lang="en-US"/>
        </a:p>
      </dgm:t>
    </dgm:pt>
    <dgm:pt modelId="{EFC89B2C-755A-4978-9D33-BD528723DFBB}" type="sibTrans" cxnId="{1E0D3E0C-CC5A-4F10-827F-D85C532FDE0F}">
      <dgm:prSet/>
      <dgm:spPr/>
      <dgm:t>
        <a:bodyPr/>
        <a:lstStyle/>
        <a:p>
          <a:endParaRPr lang="en-US"/>
        </a:p>
      </dgm:t>
    </dgm:pt>
    <dgm:pt modelId="{E41DE51E-2042-4062-B336-7DC122B60676}">
      <dgm:prSet phldrT="[Text]" custT="1"/>
      <dgm:spPr>
        <a:solidFill>
          <a:schemeClr val="tx1">
            <a:lumMod val="65000"/>
            <a:lumOff val="35000"/>
          </a:schemeClr>
        </a:solidFill>
      </dgm:spPr>
      <dgm:t>
        <a:bodyPr/>
        <a:lstStyle/>
        <a:p>
          <a:r>
            <a:rPr lang="en-US" sz="1100" b="1"/>
            <a:t>Develop predictive models or analytics tools</a:t>
          </a:r>
        </a:p>
      </dgm:t>
    </dgm:pt>
    <dgm:pt modelId="{73E6586C-828A-41BE-B024-DC8DCE6135D2}" type="parTrans" cxnId="{FBEF293C-A4AA-4650-8398-FEE649DE346F}">
      <dgm:prSet/>
      <dgm:spPr/>
      <dgm:t>
        <a:bodyPr/>
        <a:lstStyle/>
        <a:p>
          <a:endParaRPr lang="en-US"/>
        </a:p>
      </dgm:t>
    </dgm:pt>
    <dgm:pt modelId="{14821146-6ACC-446C-AA15-A697D7C3099A}" type="sibTrans" cxnId="{FBEF293C-A4AA-4650-8398-FEE649DE346F}">
      <dgm:prSet/>
      <dgm:spPr/>
      <dgm:t>
        <a:bodyPr/>
        <a:lstStyle/>
        <a:p>
          <a:endParaRPr lang="en-US"/>
        </a:p>
      </dgm:t>
    </dgm:pt>
    <dgm:pt modelId="{7D8631E4-02D5-43D6-8DF7-42119C979884}">
      <dgm:prSet phldrT="[Text]" custT="1"/>
      <dgm:spPr>
        <a:solidFill>
          <a:schemeClr val="tx1">
            <a:lumMod val="65000"/>
            <a:lumOff val="35000"/>
          </a:schemeClr>
        </a:solidFill>
      </dgm:spPr>
      <dgm:t>
        <a:bodyPr/>
        <a:lstStyle/>
        <a:p>
          <a:r>
            <a:rPr lang="en-US" sz="1100" b="1"/>
            <a:t>Test models with subsets of data </a:t>
          </a:r>
        </a:p>
      </dgm:t>
    </dgm:pt>
    <dgm:pt modelId="{B3374E9B-C92B-4644-88ED-B13EAFB5F5DF}" type="parTrans" cxnId="{41307BA2-2B66-4303-9DCD-1648E2D7A00A}">
      <dgm:prSet/>
      <dgm:spPr/>
      <dgm:t>
        <a:bodyPr/>
        <a:lstStyle/>
        <a:p>
          <a:endParaRPr lang="en-US"/>
        </a:p>
      </dgm:t>
    </dgm:pt>
    <dgm:pt modelId="{23E5CACE-5207-4739-9EC2-12C86D541769}" type="sibTrans" cxnId="{41307BA2-2B66-4303-9DCD-1648E2D7A00A}">
      <dgm:prSet/>
      <dgm:spPr/>
      <dgm:t>
        <a:bodyPr/>
        <a:lstStyle/>
        <a:p>
          <a:endParaRPr lang="en-US"/>
        </a:p>
      </dgm:t>
    </dgm:pt>
    <dgm:pt modelId="{0F87D9F1-942E-4C05-8D15-13DCF0ADCEF5}">
      <dgm:prSet phldrT="[Text]" custT="1"/>
      <dgm:spPr>
        <a:solidFill>
          <a:schemeClr val="tx1">
            <a:lumMod val="65000"/>
            <a:lumOff val="35000"/>
          </a:schemeClr>
        </a:solidFill>
      </dgm:spPr>
      <dgm:t>
        <a:bodyPr/>
        <a:lstStyle/>
        <a:p>
          <a:r>
            <a:rPr lang="en-US" sz="1100" b="1"/>
            <a:t>Refine models based on performance</a:t>
          </a:r>
        </a:p>
      </dgm:t>
    </dgm:pt>
    <dgm:pt modelId="{4B6702CF-0D20-4DE2-B57D-A09B2B2109B4}" type="parTrans" cxnId="{24B7C036-6ED2-4456-860F-0DAE147FFE60}">
      <dgm:prSet/>
      <dgm:spPr/>
      <dgm:t>
        <a:bodyPr/>
        <a:lstStyle/>
        <a:p>
          <a:endParaRPr lang="en-US"/>
        </a:p>
      </dgm:t>
    </dgm:pt>
    <dgm:pt modelId="{73E7FBF9-40B1-41C7-B1B0-D015172F53D2}" type="sibTrans" cxnId="{24B7C036-6ED2-4456-860F-0DAE147FFE60}">
      <dgm:prSet/>
      <dgm:spPr/>
      <dgm:t>
        <a:bodyPr/>
        <a:lstStyle/>
        <a:p>
          <a:endParaRPr lang="en-US"/>
        </a:p>
      </dgm:t>
    </dgm:pt>
    <dgm:pt modelId="{28B7D7EC-4DA3-4584-AA95-0D921E677B11}">
      <dgm:prSet phldrT="[Text]" custT="1"/>
      <dgm:spPr>
        <a:solidFill>
          <a:schemeClr val="tx1">
            <a:lumMod val="65000"/>
            <a:lumOff val="35000"/>
          </a:schemeClr>
        </a:solidFill>
      </dgm:spPr>
      <dgm:t>
        <a:bodyPr/>
        <a:lstStyle/>
        <a:p>
          <a:r>
            <a:rPr lang="en-US" sz="1100" b="1"/>
            <a:t>Deploy tools for stakeholder use</a:t>
          </a:r>
        </a:p>
      </dgm:t>
    </dgm:pt>
    <dgm:pt modelId="{56DD05A2-BB63-4AE9-82C3-3CD486C5FC67}" type="parTrans" cxnId="{D38B0515-0AA9-4983-B5DF-551C5D2FE0A1}">
      <dgm:prSet/>
      <dgm:spPr/>
      <dgm:t>
        <a:bodyPr/>
        <a:lstStyle/>
        <a:p>
          <a:endParaRPr lang="en-US"/>
        </a:p>
      </dgm:t>
    </dgm:pt>
    <dgm:pt modelId="{0BF1FAB6-8FA6-48E7-A8F8-98D1D0E29599}" type="sibTrans" cxnId="{D38B0515-0AA9-4983-B5DF-551C5D2FE0A1}">
      <dgm:prSet/>
      <dgm:spPr/>
      <dgm:t>
        <a:bodyPr/>
        <a:lstStyle/>
        <a:p>
          <a:endParaRPr lang="en-US"/>
        </a:p>
      </dgm:t>
    </dgm:pt>
    <dgm:pt modelId="{B40DE5A7-CD03-4A2B-AE7E-0668D7958A0C}">
      <dgm:prSet phldrT="[Text]" custT="1"/>
      <dgm:spPr/>
      <dgm:t>
        <a:bodyPr/>
        <a:lstStyle/>
        <a:p>
          <a:r>
            <a:rPr lang="en-US" sz="1100" b="1"/>
            <a:t>Monitoring and Maintenance</a:t>
          </a:r>
        </a:p>
      </dgm:t>
    </dgm:pt>
    <dgm:pt modelId="{24ED1521-94AC-48CD-A34C-75A70EA4FA72}" type="parTrans" cxnId="{9D7FCB1E-540E-4087-8A5A-340D0E132257}">
      <dgm:prSet/>
      <dgm:spPr/>
      <dgm:t>
        <a:bodyPr/>
        <a:lstStyle/>
        <a:p>
          <a:endParaRPr lang="en-US"/>
        </a:p>
      </dgm:t>
    </dgm:pt>
    <dgm:pt modelId="{C5ED8C9E-E484-4409-827A-1B15ABD62750}" type="sibTrans" cxnId="{9D7FCB1E-540E-4087-8A5A-340D0E132257}">
      <dgm:prSet/>
      <dgm:spPr/>
      <dgm:t>
        <a:bodyPr/>
        <a:lstStyle/>
        <a:p>
          <a:endParaRPr lang="en-US"/>
        </a:p>
      </dgm:t>
    </dgm:pt>
    <dgm:pt modelId="{53A8826E-E95C-490A-A700-8ED738860DA7}">
      <dgm:prSet phldrT="[Text]" custT="1"/>
      <dgm:spPr>
        <a:solidFill>
          <a:schemeClr val="tx1">
            <a:lumMod val="65000"/>
            <a:lumOff val="35000"/>
          </a:schemeClr>
        </a:solidFill>
      </dgm:spPr>
      <dgm:t>
        <a:bodyPr/>
        <a:lstStyle/>
        <a:p>
          <a:r>
            <a:rPr lang="en-US" sz="1100" b="1"/>
            <a:t>Track projet progress against milestones</a:t>
          </a:r>
        </a:p>
      </dgm:t>
    </dgm:pt>
    <dgm:pt modelId="{209B7688-FE76-4A71-963A-71EC99417AC6}" type="parTrans" cxnId="{F6785C27-C733-4F52-B34A-845BF2A18AE7}">
      <dgm:prSet/>
      <dgm:spPr/>
      <dgm:t>
        <a:bodyPr/>
        <a:lstStyle/>
        <a:p>
          <a:endParaRPr lang="en-US"/>
        </a:p>
      </dgm:t>
    </dgm:pt>
    <dgm:pt modelId="{0F1D4BFB-3173-492F-BBEE-BA2071E08E87}" type="sibTrans" cxnId="{F6785C27-C733-4F52-B34A-845BF2A18AE7}">
      <dgm:prSet/>
      <dgm:spPr/>
      <dgm:t>
        <a:bodyPr/>
        <a:lstStyle/>
        <a:p>
          <a:endParaRPr lang="en-US"/>
        </a:p>
      </dgm:t>
    </dgm:pt>
    <dgm:pt modelId="{EFD06233-CB8A-4B22-87A5-83C648326A1C}">
      <dgm:prSet phldrT="[Text]" custT="1"/>
      <dgm:spPr>
        <a:solidFill>
          <a:schemeClr val="tx1">
            <a:lumMod val="65000"/>
            <a:lumOff val="35000"/>
          </a:schemeClr>
        </a:solidFill>
      </dgm:spPr>
      <dgm:t>
        <a:bodyPr/>
        <a:lstStyle/>
        <a:p>
          <a:r>
            <a:rPr lang="en-US" sz="1100" b="1"/>
            <a:t>Update stakeholders on developments</a:t>
          </a:r>
        </a:p>
      </dgm:t>
    </dgm:pt>
    <dgm:pt modelId="{2DDB4540-2653-4D77-969D-2FF8B842D26D}" type="parTrans" cxnId="{F95A4ADB-C5EB-4F88-A916-1064FF9E6A3E}">
      <dgm:prSet/>
      <dgm:spPr/>
      <dgm:t>
        <a:bodyPr/>
        <a:lstStyle/>
        <a:p>
          <a:endParaRPr lang="en-US"/>
        </a:p>
      </dgm:t>
    </dgm:pt>
    <dgm:pt modelId="{93B3AED7-C9B1-4BF8-BCF3-49030A89A901}" type="sibTrans" cxnId="{F95A4ADB-C5EB-4F88-A916-1064FF9E6A3E}">
      <dgm:prSet/>
      <dgm:spPr/>
      <dgm:t>
        <a:bodyPr/>
        <a:lstStyle/>
        <a:p>
          <a:endParaRPr lang="en-US"/>
        </a:p>
      </dgm:t>
    </dgm:pt>
    <dgm:pt modelId="{9DD373E5-A61A-4740-9BC6-930351318B2E}">
      <dgm:prSet phldrT="[Text]" custT="1"/>
      <dgm:spPr>
        <a:solidFill>
          <a:schemeClr val="tx1">
            <a:lumMod val="65000"/>
            <a:lumOff val="35000"/>
          </a:schemeClr>
        </a:solidFill>
      </dgm:spPr>
      <dgm:t>
        <a:bodyPr/>
        <a:lstStyle/>
        <a:p>
          <a:r>
            <a:rPr lang="en-US" sz="1100" b="1"/>
            <a:t>Adjust plans based on unforeseen issues</a:t>
          </a:r>
        </a:p>
      </dgm:t>
    </dgm:pt>
    <dgm:pt modelId="{84DEBAF6-7117-49FD-92B9-E2F70734973F}" type="parTrans" cxnId="{0F6356D1-2484-4086-B743-90CE78CA41F4}">
      <dgm:prSet/>
      <dgm:spPr/>
      <dgm:t>
        <a:bodyPr/>
        <a:lstStyle/>
        <a:p>
          <a:endParaRPr lang="en-US"/>
        </a:p>
      </dgm:t>
    </dgm:pt>
    <dgm:pt modelId="{1F368DEB-E472-4600-988B-43899B9B5460}" type="sibTrans" cxnId="{0F6356D1-2484-4086-B743-90CE78CA41F4}">
      <dgm:prSet/>
      <dgm:spPr/>
      <dgm:t>
        <a:bodyPr/>
        <a:lstStyle/>
        <a:p>
          <a:endParaRPr lang="en-US"/>
        </a:p>
      </dgm:t>
    </dgm:pt>
    <dgm:pt modelId="{3D79B228-CCFD-432B-8F0B-4E21F5F849D0}">
      <dgm:prSet phldrT="[Text]" custT="1"/>
      <dgm:spPr>
        <a:solidFill>
          <a:schemeClr val="tx1">
            <a:lumMod val="65000"/>
            <a:lumOff val="35000"/>
          </a:schemeClr>
        </a:solidFill>
      </dgm:spPr>
      <dgm:t>
        <a:bodyPr/>
        <a:lstStyle/>
        <a:p>
          <a:r>
            <a:rPr lang="en-US" sz="1100" b="1"/>
            <a:t>Ensure data and models remain valid during project</a:t>
          </a:r>
        </a:p>
      </dgm:t>
    </dgm:pt>
    <dgm:pt modelId="{1B3DA24B-986B-4793-8748-7C4999BD644A}" type="parTrans" cxnId="{173B5C9C-B00D-4447-B5E8-92DDB860D597}">
      <dgm:prSet/>
      <dgm:spPr/>
      <dgm:t>
        <a:bodyPr/>
        <a:lstStyle/>
        <a:p>
          <a:endParaRPr lang="en-US"/>
        </a:p>
      </dgm:t>
    </dgm:pt>
    <dgm:pt modelId="{F095C76B-C981-42E3-9405-C94A37ABE48C}" type="sibTrans" cxnId="{173B5C9C-B00D-4447-B5E8-92DDB860D597}">
      <dgm:prSet/>
      <dgm:spPr/>
      <dgm:t>
        <a:bodyPr/>
        <a:lstStyle/>
        <a:p>
          <a:endParaRPr lang="en-US"/>
        </a:p>
      </dgm:t>
    </dgm:pt>
    <dgm:pt modelId="{B63250C2-ABF4-4640-AB72-CC2B8FDD07F3}">
      <dgm:prSet phldrT="[Text]" custT="1"/>
      <dgm:spPr/>
      <dgm:t>
        <a:bodyPr/>
        <a:lstStyle/>
        <a:p>
          <a:r>
            <a:rPr lang="en-US" sz="1100" b="1"/>
            <a:t>Report Generation and Documentation</a:t>
          </a:r>
        </a:p>
      </dgm:t>
    </dgm:pt>
    <dgm:pt modelId="{3C8ADD83-F77A-4302-97D8-20E8109E322B}" type="parTrans" cxnId="{153DAEC9-D72A-4635-9C46-E5D59A730F0B}">
      <dgm:prSet/>
      <dgm:spPr/>
      <dgm:t>
        <a:bodyPr/>
        <a:lstStyle/>
        <a:p>
          <a:endParaRPr lang="en-US"/>
        </a:p>
      </dgm:t>
    </dgm:pt>
    <dgm:pt modelId="{E6D483DA-5278-4995-8AF9-9928A6820E22}" type="sibTrans" cxnId="{153DAEC9-D72A-4635-9C46-E5D59A730F0B}">
      <dgm:prSet/>
      <dgm:spPr/>
      <dgm:t>
        <a:bodyPr/>
        <a:lstStyle/>
        <a:p>
          <a:endParaRPr lang="en-US"/>
        </a:p>
      </dgm:t>
    </dgm:pt>
    <dgm:pt modelId="{A6B911AD-FC06-4DF2-912E-B02BC12D694F}">
      <dgm:prSet phldrT="[Text]" custT="1"/>
      <dgm:spPr>
        <a:solidFill>
          <a:schemeClr val="tx1">
            <a:lumMod val="65000"/>
            <a:lumOff val="35000"/>
          </a:schemeClr>
        </a:solidFill>
      </dgm:spPr>
      <dgm:t>
        <a:bodyPr/>
        <a:lstStyle/>
        <a:p>
          <a:r>
            <a:rPr lang="en-US" sz="1100" b="1"/>
            <a:t>Draft findings and conclusions</a:t>
          </a:r>
        </a:p>
      </dgm:t>
    </dgm:pt>
    <dgm:pt modelId="{EB67F805-9116-4D5F-BF98-477012A62D70}" type="parTrans" cxnId="{47706EB5-DD13-4C78-97A2-ADBE335050AE}">
      <dgm:prSet/>
      <dgm:spPr/>
      <dgm:t>
        <a:bodyPr/>
        <a:lstStyle/>
        <a:p>
          <a:endParaRPr lang="en-US"/>
        </a:p>
      </dgm:t>
    </dgm:pt>
    <dgm:pt modelId="{738489E3-7A5B-4488-AE3F-CCF606F0ED1B}" type="sibTrans" cxnId="{47706EB5-DD13-4C78-97A2-ADBE335050AE}">
      <dgm:prSet/>
      <dgm:spPr/>
      <dgm:t>
        <a:bodyPr/>
        <a:lstStyle/>
        <a:p>
          <a:endParaRPr lang="en-US"/>
        </a:p>
      </dgm:t>
    </dgm:pt>
    <dgm:pt modelId="{372DF126-CEE4-4C7F-939F-F0CE480A1697}">
      <dgm:prSet phldrT="[Text]" custT="1"/>
      <dgm:spPr>
        <a:solidFill>
          <a:schemeClr val="tx1">
            <a:lumMod val="65000"/>
            <a:lumOff val="35000"/>
          </a:schemeClr>
        </a:solidFill>
      </dgm:spPr>
      <dgm:t>
        <a:bodyPr/>
        <a:lstStyle/>
        <a:p>
          <a:r>
            <a:rPr lang="en-US" sz="1100" b="1"/>
            <a:t>Prepare presentation materials</a:t>
          </a:r>
        </a:p>
      </dgm:t>
    </dgm:pt>
    <dgm:pt modelId="{BAB4DA13-ED21-401E-8541-352C607562A5}" type="parTrans" cxnId="{F4988FEB-9AA5-4A15-B285-F11CC35996AD}">
      <dgm:prSet/>
      <dgm:spPr/>
      <dgm:t>
        <a:bodyPr/>
        <a:lstStyle/>
        <a:p>
          <a:endParaRPr lang="en-US"/>
        </a:p>
      </dgm:t>
    </dgm:pt>
    <dgm:pt modelId="{89D88EE2-E716-4FF5-B4A9-87368987BB9E}" type="sibTrans" cxnId="{F4988FEB-9AA5-4A15-B285-F11CC35996AD}">
      <dgm:prSet/>
      <dgm:spPr/>
      <dgm:t>
        <a:bodyPr/>
        <a:lstStyle/>
        <a:p>
          <a:endParaRPr lang="en-US"/>
        </a:p>
      </dgm:t>
    </dgm:pt>
    <dgm:pt modelId="{7BB9E330-AF59-4BA0-818B-2ADC267D4339}">
      <dgm:prSet phldrT="[Text]" custT="1"/>
      <dgm:spPr>
        <a:solidFill>
          <a:schemeClr val="tx1">
            <a:lumMod val="65000"/>
            <a:lumOff val="35000"/>
          </a:schemeClr>
        </a:solidFill>
      </dgm:spPr>
      <dgm:t>
        <a:bodyPr/>
        <a:lstStyle/>
        <a:p>
          <a:r>
            <a:rPr lang="en-US" sz="1100" b="1"/>
            <a:t>Develop actionable recommendations</a:t>
          </a:r>
        </a:p>
      </dgm:t>
    </dgm:pt>
    <dgm:pt modelId="{83CF7A72-54C0-413A-AB32-FEC49D665D4B}" type="parTrans" cxnId="{D223B222-2D8E-47A3-9122-920C9BDD384A}">
      <dgm:prSet/>
      <dgm:spPr/>
      <dgm:t>
        <a:bodyPr/>
        <a:lstStyle/>
        <a:p>
          <a:endParaRPr lang="en-US"/>
        </a:p>
      </dgm:t>
    </dgm:pt>
    <dgm:pt modelId="{5998B121-6DFB-463F-9F54-9C15C8420216}" type="sibTrans" cxnId="{D223B222-2D8E-47A3-9122-920C9BDD384A}">
      <dgm:prSet/>
      <dgm:spPr/>
      <dgm:t>
        <a:bodyPr/>
        <a:lstStyle/>
        <a:p>
          <a:endParaRPr lang="en-US"/>
        </a:p>
      </dgm:t>
    </dgm:pt>
    <dgm:pt modelId="{DFB2C1CD-5306-4525-A899-6B15B1E97D28}">
      <dgm:prSet phldrT="[Text]" custT="1"/>
      <dgm:spPr>
        <a:solidFill>
          <a:schemeClr val="tx1">
            <a:lumMod val="65000"/>
            <a:lumOff val="35000"/>
          </a:schemeClr>
        </a:solidFill>
      </dgm:spPr>
      <dgm:t>
        <a:bodyPr/>
        <a:lstStyle/>
        <a:p>
          <a:r>
            <a:rPr lang="en-US" sz="1100" b="1"/>
            <a:t>Submit the final report to stakeholders</a:t>
          </a:r>
        </a:p>
      </dgm:t>
    </dgm:pt>
    <dgm:pt modelId="{CA44CEFE-66C9-4B56-AAA2-1B0B2810A171}" type="parTrans" cxnId="{85342D79-9B37-4535-99D6-3690F3FA4C17}">
      <dgm:prSet/>
      <dgm:spPr/>
      <dgm:t>
        <a:bodyPr/>
        <a:lstStyle/>
        <a:p>
          <a:endParaRPr lang="en-US"/>
        </a:p>
      </dgm:t>
    </dgm:pt>
    <dgm:pt modelId="{DE66C94C-7586-44FA-892F-2FBCB9E0698D}" type="sibTrans" cxnId="{85342D79-9B37-4535-99D6-3690F3FA4C17}">
      <dgm:prSet/>
      <dgm:spPr/>
      <dgm:t>
        <a:bodyPr/>
        <a:lstStyle/>
        <a:p>
          <a:endParaRPr lang="en-US"/>
        </a:p>
      </dgm:t>
    </dgm:pt>
    <dgm:pt modelId="{105D64F0-714D-43BC-886B-A912EE8311F5}">
      <dgm:prSet phldrT="[Text]" custT="1"/>
      <dgm:spPr>
        <a:solidFill>
          <a:schemeClr val="tx1">
            <a:lumMod val="65000"/>
            <a:lumOff val="35000"/>
          </a:schemeClr>
        </a:solidFill>
      </dgm:spPr>
      <dgm:t>
        <a:bodyPr/>
        <a:lstStyle/>
        <a:p>
          <a:r>
            <a:rPr lang="en-US" sz="1100" b="1"/>
            <a:t>Archive all project files</a:t>
          </a:r>
        </a:p>
      </dgm:t>
    </dgm:pt>
    <dgm:pt modelId="{8FF09011-150B-40EF-A430-1099854E2C42}" type="parTrans" cxnId="{EAFDEBB5-679C-4E7C-98DC-F02D15B722C0}">
      <dgm:prSet/>
      <dgm:spPr/>
      <dgm:t>
        <a:bodyPr/>
        <a:lstStyle/>
        <a:p>
          <a:endParaRPr lang="en-US"/>
        </a:p>
      </dgm:t>
    </dgm:pt>
    <dgm:pt modelId="{759E5357-4047-4F57-A582-9BAB35085D76}" type="sibTrans" cxnId="{EAFDEBB5-679C-4E7C-98DC-F02D15B722C0}">
      <dgm:prSet/>
      <dgm:spPr/>
      <dgm:t>
        <a:bodyPr/>
        <a:lstStyle/>
        <a:p>
          <a:endParaRPr lang="en-US"/>
        </a:p>
      </dgm:t>
    </dgm:pt>
    <dgm:pt modelId="{0B5D0598-99F5-4930-93CE-4FDA0CC84FF8}">
      <dgm:prSet phldrT="[Text]" custT="1"/>
      <dgm:spPr/>
      <dgm:t>
        <a:bodyPr/>
        <a:lstStyle/>
        <a:p>
          <a:r>
            <a:rPr lang="en-US" sz="1100" b="1"/>
            <a:t>Project Closure</a:t>
          </a:r>
        </a:p>
      </dgm:t>
    </dgm:pt>
    <dgm:pt modelId="{63E95914-8A66-41A6-8934-F7386FDE1C67}" type="parTrans" cxnId="{34F895B5-0C5A-4BAE-884B-57A862B9A528}">
      <dgm:prSet/>
      <dgm:spPr/>
      <dgm:t>
        <a:bodyPr/>
        <a:lstStyle/>
        <a:p>
          <a:endParaRPr lang="en-US"/>
        </a:p>
      </dgm:t>
    </dgm:pt>
    <dgm:pt modelId="{F3209777-9CD8-4D7E-923C-885A9EEFC673}" type="sibTrans" cxnId="{34F895B5-0C5A-4BAE-884B-57A862B9A528}">
      <dgm:prSet/>
      <dgm:spPr/>
      <dgm:t>
        <a:bodyPr/>
        <a:lstStyle/>
        <a:p>
          <a:endParaRPr lang="en-US"/>
        </a:p>
      </dgm:t>
    </dgm:pt>
    <dgm:pt modelId="{E7E69805-0110-4B6B-B914-5BBBE189BB90}">
      <dgm:prSet phldrT="[Text]" custT="1"/>
      <dgm:spPr>
        <a:solidFill>
          <a:schemeClr val="tx1">
            <a:lumMod val="65000"/>
            <a:lumOff val="35000"/>
          </a:schemeClr>
        </a:solidFill>
      </dgm:spPr>
      <dgm:t>
        <a:bodyPr/>
        <a:lstStyle/>
        <a:p>
          <a:r>
            <a:rPr lang="en-US" sz="1100" b="1"/>
            <a:t>Conduct a post-project review</a:t>
          </a:r>
        </a:p>
      </dgm:t>
    </dgm:pt>
    <dgm:pt modelId="{96DEC27A-5F17-4323-9754-D91DE6FCE3D3}" type="parTrans" cxnId="{E6522763-B432-4B09-A382-8CB7C3C2D961}">
      <dgm:prSet/>
      <dgm:spPr/>
      <dgm:t>
        <a:bodyPr/>
        <a:lstStyle/>
        <a:p>
          <a:endParaRPr lang="en-US"/>
        </a:p>
      </dgm:t>
    </dgm:pt>
    <dgm:pt modelId="{C3BF9A6D-6F2B-44DB-8C37-F6249272BE66}" type="sibTrans" cxnId="{E6522763-B432-4B09-A382-8CB7C3C2D961}">
      <dgm:prSet/>
      <dgm:spPr/>
      <dgm:t>
        <a:bodyPr/>
        <a:lstStyle/>
        <a:p>
          <a:endParaRPr lang="en-US"/>
        </a:p>
      </dgm:t>
    </dgm:pt>
    <dgm:pt modelId="{5EE314D1-73E5-4345-AE7D-B6FE773B9FE0}">
      <dgm:prSet phldrT="[Text]" custT="1"/>
      <dgm:spPr>
        <a:solidFill>
          <a:schemeClr val="tx1">
            <a:lumMod val="65000"/>
            <a:lumOff val="35000"/>
          </a:schemeClr>
        </a:solidFill>
      </dgm:spPr>
      <dgm:t>
        <a:bodyPr/>
        <a:lstStyle/>
        <a:p>
          <a:r>
            <a:rPr lang="en-US" sz="1100" b="1"/>
            <a:t>Document lessons learned</a:t>
          </a:r>
        </a:p>
      </dgm:t>
    </dgm:pt>
    <dgm:pt modelId="{FA2C2FBF-80DE-450B-8BDE-72ADBB5D14E2}" type="parTrans" cxnId="{89C905EE-472C-4E33-B54D-78133FC12E14}">
      <dgm:prSet/>
      <dgm:spPr/>
      <dgm:t>
        <a:bodyPr/>
        <a:lstStyle/>
        <a:p>
          <a:endParaRPr lang="en-US"/>
        </a:p>
      </dgm:t>
    </dgm:pt>
    <dgm:pt modelId="{2001BE51-B4F9-481E-96FF-308A2D044E3D}" type="sibTrans" cxnId="{89C905EE-472C-4E33-B54D-78133FC12E14}">
      <dgm:prSet/>
      <dgm:spPr/>
      <dgm:t>
        <a:bodyPr/>
        <a:lstStyle/>
        <a:p>
          <a:endParaRPr lang="en-US"/>
        </a:p>
      </dgm:t>
    </dgm:pt>
    <dgm:pt modelId="{34A581AB-9FC9-422C-A97E-340DA18A047A}">
      <dgm:prSet phldrT="[Text]" custT="1"/>
      <dgm:spPr>
        <a:solidFill>
          <a:schemeClr val="tx1">
            <a:lumMod val="65000"/>
            <a:lumOff val="35000"/>
          </a:schemeClr>
        </a:solidFill>
      </dgm:spPr>
      <dgm:t>
        <a:bodyPr/>
        <a:lstStyle/>
        <a:p>
          <a:r>
            <a:rPr lang="en-US" sz="1100" b="1"/>
            <a:t>Celebrate team contributions</a:t>
          </a:r>
        </a:p>
      </dgm:t>
    </dgm:pt>
    <dgm:pt modelId="{C42D6EF8-7E08-4EFB-8EED-2B1B12601C53}" type="parTrans" cxnId="{514ABE99-6C08-46D5-95BB-9F42512AB850}">
      <dgm:prSet/>
      <dgm:spPr/>
      <dgm:t>
        <a:bodyPr/>
        <a:lstStyle/>
        <a:p>
          <a:endParaRPr lang="en-US"/>
        </a:p>
      </dgm:t>
    </dgm:pt>
    <dgm:pt modelId="{78FE45B8-1937-473F-B636-993635344A5B}" type="sibTrans" cxnId="{514ABE99-6C08-46D5-95BB-9F42512AB850}">
      <dgm:prSet/>
      <dgm:spPr/>
      <dgm:t>
        <a:bodyPr/>
        <a:lstStyle/>
        <a:p>
          <a:endParaRPr lang="en-US"/>
        </a:p>
      </dgm:t>
    </dgm:pt>
    <dgm:pt modelId="{F4FEFAE0-0CFC-409C-93B1-1D34B58F619B}">
      <dgm:prSet phldrT="[Text]" custT="1"/>
      <dgm:spPr>
        <a:solidFill>
          <a:schemeClr val="tx1">
            <a:lumMod val="65000"/>
            <a:lumOff val="35000"/>
          </a:schemeClr>
        </a:solidFill>
      </dgm:spPr>
      <dgm:t>
        <a:bodyPr/>
        <a:lstStyle/>
        <a:p>
          <a:r>
            <a:rPr lang="en-US" sz="1100" b="1"/>
            <a:t> Release project resources</a:t>
          </a:r>
        </a:p>
      </dgm:t>
    </dgm:pt>
    <dgm:pt modelId="{DF5DF48D-BCC2-44AB-BA14-39A9758AFA3F}" type="parTrans" cxnId="{49B87A9F-E31F-4816-A70B-679E71021287}">
      <dgm:prSet/>
      <dgm:spPr/>
      <dgm:t>
        <a:bodyPr/>
        <a:lstStyle/>
        <a:p>
          <a:endParaRPr lang="en-US"/>
        </a:p>
      </dgm:t>
    </dgm:pt>
    <dgm:pt modelId="{53B654E0-8EE2-454E-9567-FC03096C8669}" type="sibTrans" cxnId="{49B87A9F-E31F-4816-A70B-679E71021287}">
      <dgm:prSet/>
      <dgm:spPr/>
      <dgm:t>
        <a:bodyPr/>
        <a:lstStyle/>
        <a:p>
          <a:endParaRPr lang="en-US"/>
        </a:p>
      </dgm:t>
    </dgm:pt>
    <dgm:pt modelId="{BCDEDFC5-C607-4E01-A20C-AB851097E3BD}">
      <dgm:prSet phldrT="[Text]" custT="1"/>
      <dgm:spPr>
        <a:solidFill>
          <a:schemeClr val="tx1">
            <a:lumMod val="65000"/>
            <a:lumOff val="35000"/>
          </a:schemeClr>
        </a:solidFill>
      </dgm:spPr>
      <dgm:t>
        <a:bodyPr/>
        <a:lstStyle/>
        <a:p>
          <a:r>
            <a:rPr lang="en-US" sz="1100" b="1"/>
            <a:t>Submit final documents and presentations</a:t>
          </a:r>
        </a:p>
      </dgm:t>
    </dgm:pt>
    <dgm:pt modelId="{1090DFF2-D667-4A09-9BDF-0A1284C6D489}" type="parTrans" cxnId="{B7318882-D2FC-4B5E-B877-33B4881716E3}">
      <dgm:prSet/>
      <dgm:spPr/>
      <dgm:t>
        <a:bodyPr/>
        <a:lstStyle/>
        <a:p>
          <a:endParaRPr lang="en-US"/>
        </a:p>
      </dgm:t>
    </dgm:pt>
    <dgm:pt modelId="{FAF3E931-042B-49C0-8175-777C75703E01}" type="sibTrans" cxnId="{B7318882-D2FC-4B5E-B877-33B4881716E3}">
      <dgm:prSet/>
      <dgm:spPr/>
      <dgm:t>
        <a:bodyPr/>
        <a:lstStyle/>
        <a:p>
          <a:endParaRPr lang="en-US"/>
        </a:p>
      </dgm:t>
    </dgm:pt>
    <dgm:pt modelId="{93F559D8-AE5E-48FA-A429-4DD3543B0DC3}" type="pres">
      <dgm:prSet presAssocID="{54F1637B-E38B-40B1-A652-0A9E8BCB6BE7}" presName="hierChild1" presStyleCnt="0">
        <dgm:presLayoutVars>
          <dgm:orgChart val="1"/>
          <dgm:chPref val="1"/>
          <dgm:dir/>
          <dgm:animOne val="branch"/>
          <dgm:animLvl val="lvl"/>
          <dgm:resizeHandles/>
        </dgm:presLayoutVars>
      </dgm:prSet>
      <dgm:spPr/>
    </dgm:pt>
    <dgm:pt modelId="{B15357A5-44B9-4976-A246-6F16332539F1}" type="pres">
      <dgm:prSet presAssocID="{6AF75495-6FCB-4DF4-A953-03405DB8C710}" presName="hierRoot1" presStyleCnt="0">
        <dgm:presLayoutVars>
          <dgm:hierBranch val="init"/>
        </dgm:presLayoutVars>
      </dgm:prSet>
      <dgm:spPr/>
    </dgm:pt>
    <dgm:pt modelId="{89C1CFF6-74CE-47CE-8B21-D00581E05C2D}" type="pres">
      <dgm:prSet presAssocID="{6AF75495-6FCB-4DF4-A953-03405DB8C710}" presName="rootComposite1" presStyleCnt="0"/>
      <dgm:spPr/>
    </dgm:pt>
    <dgm:pt modelId="{0CD4DF25-0A3A-456A-96B8-E9C9794D3FE1}" type="pres">
      <dgm:prSet presAssocID="{6AF75495-6FCB-4DF4-A953-03405DB8C710}" presName="rootText1" presStyleLbl="node0" presStyleIdx="0" presStyleCnt="1" custScaleX="630870">
        <dgm:presLayoutVars>
          <dgm:chPref val="3"/>
        </dgm:presLayoutVars>
      </dgm:prSet>
      <dgm:spPr>
        <a:prstGeom prst="roundRect">
          <a:avLst/>
        </a:prstGeom>
      </dgm:spPr>
    </dgm:pt>
    <dgm:pt modelId="{7657AB75-6513-40E2-BA52-BBA9ECF97F4F}" type="pres">
      <dgm:prSet presAssocID="{6AF75495-6FCB-4DF4-A953-03405DB8C710}" presName="rootConnector1" presStyleLbl="node1" presStyleIdx="0" presStyleCnt="0"/>
      <dgm:spPr/>
    </dgm:pt>
    <dgm:pt modelId="{97356FB9-9527-4BAB-BD39-6386E7EB1955}" type="pres">
      <dgm:prSet presAssocID="{6AF75495-6FCB-4DF4-A953-03405DB8C710}" presName="hierChild2" presStyleCnt="0"/>
      <dgm:spPr/>
    </dgm:pt>
    <dgm:pt modelId="{BF1C8542-226F-4A25-BEEA-85F3628475FF}" type="pres">
      <dgm:prSet presAssocID="{9EA80F18-923D-464C-A3B4-3D14F3913037}" presName="Name37" presStyleLbl="parChTrans1D2" presStyleIdx="0" presStyleCnt="8"/>
      <dgm:spPr/>
    </dgm:pt>
    <dgm:pt modelId="{AF6A923D-11A9-4686-830A-B9EDF5CD2892}" type="pres">
      <dgm:prSet presAssocID="{C3450A82-1AAC-4615-97F4-B6DE10774AF1}" presName="hierRoot2" presStyleCnt="0">
        <dgm:presLayoutVars>
          <dgm:hierBranch val="init"/>
        </dgm:presLayoutVars>
      </dgm:prSet>
      <dgm:spPr/>
    </dgm:pt>
    <dgm:pt modelId="{25F35F95-32B5-47CB-8352-B3DDA64962A8}" type="pres">
      <dgm:prSet presAssocID="{C3450A82-1AAC-4615-97F4-B6DE10774AF1}" presName="rootComposite" presStyleCnt="0"/>
      <dgm:spPr/>
    </dgm:pt>
    <dgm:pt modelId="{1B0D4884-6680-481A-AD23-541ED3CB4EB9}" type="pres">
      <dgm:prSet presAssocID="{C3450A82-1AAC-4615-97F4-B6DE10774AF1}" presName="rootText" presStyleLbl="node2" presStyleIdx="0" presStyleCnt="8">
        <dgm:presLayoutVars>
          <dgm:chPref val="3"/>
        </dgm:presLayoutVars>
      </dgm:prSet>
      <dgm:spPr>
        <a:prstGeom prst="ellipse">
          <a:avLst/>
        </a:prstGeom>
      </dgm:spPr>
    </dgm:pt>
    <dgm:pt modelId="{432D9A8B-3B10-4924-95AA-6CD6FBF0D645}" type="pres">
      <dgm:prSet presAssocID="{C3450A82-1AAC-4615-97F4-B6DE10774AF1}" presName="rootConnector" presStyleLbl="node2" presStyleIdx="0" presStyleCnt="8"/>
      <dgm:spPr/>
    </dgm:pt>
    <dgm:pt modelId="{D10BA4BE-D2A1-44F0-8261-BE60A6DBAB8B}" type="pres">
      <dgm:prSet presAssocID="{C3450A82-1AAC-4615-97F4-B6DE10774AF1}" presName="hierChild4" presStyleCnt="0"/>
      <dgm:spPr/>
    </dgm:pt>
    <dgm:pt modelId="{69AD1865-22AB-4D74-B2C3-05C5D435B85E}" type="pres">
      <dgm:prSet presAssocID="{39549119-ED4F-4A91-9B8F-061649E38D74}" presName="Name37" presStyleLbl="parChTrans1D3" presStyleIdx="0" presStyleCnt="38"/>
      <dgm:spPr/>
    </dgm:pt>
    <dgm:pt modelId="{604AEBB7-EAD5-427F-9510-E59ECD3AE920}" type="pres">
      <dgm:prSet presAssocID="{0C6FD061-AEED-4B72-9F38-3531D5F64BA0}" presName="hierRoot2" presStyleCnt="0">
        <dgm:presLayoutVars>
          <dgm:hierBranch val="init"/>
        </dgm:presLayoutVars>
      </dgm:prSet>
      <dgm:spPr/>
    </dgm:pt>
    <dgm:pt modelId="{E90683AA-DC2D-4D32-B465-BEE7A3B2681B}" type="pres">
      <dgm:prSet presAssocID="{0C6FD061-AEED-4B72-9F38-3531D5F64BA0}" presName="rootComposite" presStyleCnt="0"/>
      <dgm:spPr/>
    </dgm:pt>
    <dgm:pt modelId="{DE0AC6A7-8CD2-4232-A149-D7C9C0E52682}" type="pres">
      <dgm:prSet presAssocID="{0C6FD061-AEED-4B72-9F38-3531D5F64BA0}" presName="rootText" presStyleLbl="node3" presStyleIdx="0" presStyleCnt="38">
        <dgm:presLayoutVars>
          <dgm:chPref val="3"/>
        </dgm:presLayoutVars>
      </dgm:prSet>
      <dgm:spPr/>
    </dgm:pt>
    <dgm:pt modelId="{112A6F6F-4D2B-423E-9566-A4DFAEA0AE6D}" type="pres">
      <dgm:prSet presAssocID="{0C6FD061-AEED-4B72-9F38-3531D5F64BA0}" presName="rootConnector" presStyleLbl="node3" presStyleIdx="0" presStyleCnt="38"/>
      <dgm:spPr/>
    </dgm:pt>
    <dgm:pt modelId="{690FFC09-ADAA-407B-B615-850CA146DBC1}" type="pres">
      <dgm:prSet presAssocID="{0C6FD061-AEED-4B72-9F38-3531D5F64BA0}" presName="hierChild4" presStyleCnt="0"/>
      <dgm:spPr/>
    </dgm:pt>
    <dgm:pt modelId="{53878E65-AC53-409B-9C70-488F13751E59}" type="pres">
      <dgm:prSet presAssocID="{0C6FD061-AEED-4B72-9F38-3531D5F64BA0}" presName="hierChild5" presStyleCnt="0"/>
      <dgm:spPr/>
    </dgm:pt>
    <dgm:pt modelId="{A0CCD61C-44E6-4A85-B733-670E93B0BD6B}" type="pres">
      <dgm:prSet presAssocID="{5162ED87-DBF6-443B-938B-E09A1BDA7A35}" presName="Name37" presStyleLbl="parChTrans1D3" presStyleIdx="1" presStyleCnt="38"/>
      <dgm:spPr/>
    </dgm:pt>
    <dgm:pt modelId="{57E7F377-BFE8-4620-963D-6CA3F1619BA9}" type="pres">
      <dgm:prSet presAssocID="{0E8D3604-280D-4657-B646-7D5189FE4A0D}" presName="hierRoot2" presStyleCnt="0">
        <dgm:presLayoutVars>
          <dgm:hierBranch val="init"/>
        </dgm:presLayoutVars>
      </dgm:prSet>
      <dgm:spPr/>
    </dgm:pt>
    <dgm:pt modelId="{92EB4DF2-31EB-4219-80B7-13CE0503D9F5}" type="pres">
      <dgm:prSet presAssocID="{0E8D3604-280D-4657-B646-7D5189FE4A0D}" presName="rootComposite" presStyleCnt="0"/>
      <dgm:spPr/>
    </dgm:pt>
    <dgm:pt modelId="{8BB0B4CA-D559-46EC-A72E-000F4117677A}" type="pres">
      <dgm:prSet presAssocID="{0E8D3604-280D-4657-B646-7D5189FE4A0D}" presName="rootText" presStyleLbl="node3" presStyleIdx="1" presStyleCnt="38">
        <dgm:presLayoutVars>
          <dgm:chPref val="3"/>
        </dgm:presLayoutVars>
      </dgm:prSet>
      <dgm:spPr/>
    </dgm:pt>
    <dgm:pt modelId="{7343B2CA-12D1-494B-B682-9C41142DD81F}" type="pres">
      <dgm:prSet presAssocID="{0E8D3604-280D-4657-B646-7D5189FE4A0D}" presName="rootConnector" presStyleLbl="node3" presStyleIdx="1" presStyleCnt="38"/>
      <dgm:spPr/>
    </dgm:pt>
    <dgm:pt modelId="{A7745E45-05F2-47F4-AE64-206BFBEFF642}" type="pres">
      <dgm:prSet presAssocID="{0E8D3604-280D-4657-B646-7D5189FE4A0D}" presName="hierChild4" presStyleCnt="0"/>
      <dgm:spPr/>
    </dgm:pt>
    <dgm:pt modelId="{AECC09E4-498F-43DD-9E64-99F04BFAE46C}" type="pres">
      <dgm:prSet presAssocID="{0E8D3604-280D-4657-B646-7D5189FE4A0D}" presName="hierChild5" presStyleCnt="0"/>
      <dgm:spPr/>
    </dgm:pt>
    <dgm:pt modelId="{5C111A27-C693-4C34-89CB-37E02944910F}" type="pres">
      <dgm:prSet presAssocID="{B875022D-011C-4AE3-969E-24E4D95AC220}" presName="Name37" presStyleLbl="parChTrans1D3" presStyleIdx="2" presStyleCnt="38"/>
      <dgm:spPr/>
    </dgm:pt>
    <dgm:pt modelId="{4264EED2-03FE-4700-A237-BCCE312291B1}" type="pres">
      <dgm:prSet presAssocID="{483DD7ED-1BC0-4875-BA11-520528A85F6C}" presName="hierRoot2" presStyleCnt="0">
        <dgm:presLayoutVars>
          <dgm:hierBranch val="init"/>
        </dgm:presLayoutVars>
      </dgm:prSet>
      <dgm:spPr/>
    </dgm:pt>
    <dgm:pt modelId="{D6B7F440-B117-443E-9C53-36A6DF81D1E2}" type="pres">
      <dgm:prSet presAssocID="{483DD7ED-1BC0-4875-BA11-520528A85F6C}" presName="rootComposite" presStyleCnt="0"/>
      <dgm:spPr/>
    </dgm:pt>
    <dgm:pt modelId="{0CB1CADB-846A-4518-89F9-0CF5FEFB53B5}" type="pres">
      <dgm:prSet presAssocID="{483DD7ED-1BC0-4875-BA11-520528A85F6C}" presName="rootText" presStyleLbl="node3" presStyleIdx="2" presStyleCnt="38">
        <dgm:presLayoutVars>
          <dgm:chPref val="3"/>
        </dgm:presLayoutVars>
      </dgm:prSet>
      <dgm:spPr/>
    </dgm:pt>
    <dgm:pt modelId="{94A43660-A7BC-4C7E-95B9-AEDA05E74A4F}" type="pres">
      <dgm:prSet presAssocID="{483DD7ED-1BC0-4875-BA11-520528A85F6C}" presName="rootConnector" presStyleLbl="node3" presStyleIdx="2" presStyleCnt="38"/>
      <dgm:spPr/>
    </dgm:pt>
    <dgm:pt modelId="{E5DA0190-EDF0-4BBD-BD43-9005D94902D3}" type="pres">
      <dgm:prSet presAssocID="{483DD7ED-1BC0-4875-BA11-520528A85F6C}" presName="hierChild4" presStyleCnt="0"/>
      <dgm:spPr/>
    </dgm:pt>
    <dgm:pt modelId="{3F2B3A1F-5D0C-487C-9209-311EECE5FE70}" type="pres">
      <dgm:prSet presAssocID="{483DD7ED-1BC0-4875-BA11-520528A85F6C}" presName="hierChild5" presStyleCnt="0"/>
      <dgm:spPr/>
    </dgm:pt>
    <dgm:pt modelId="{D8360D9D-30B3-4C27-9777-9B4054DEF233}" type="pres">
      <dgm:prSet presAssocID="{6CBC290F-2B06-4FC0-A24C-93998B8396D0}" presName="Name37" presStyleLbl="parChTrans1D3" presStyleIdx="3" presStyleCnt="38"/>
      <dgm:spPr/>
    </dgm:pt>
    <dgm:pt modelId="{8C2CA0DA-EB8B-415F-824D-33AC6056D544}" type="pres">
      <dgm:prSet presAssocID="{24D67DEE-3EBD-4105-9878-582D5134443A}" presName="hierRoot2" presStyleCnt="0">
        <dgm:presLayoutVars>
          <dgm:hierBranch val="init"/>
        </dgm:presLayoutVars>
      </dgm:prSet>
      <dgm:spPr/>
    </dgm:pt>
    <dgm:pt modelId="{C22ACE00-03F3-4E4F-B5FC-BEA2D0EBA020}" type="pres">
      <dgm:prSet presAssocID="{24D67DEE-3EBD-4105-9878-582D5134443A}" presName="rootComposite" presStyleCnt="0"/>
      <dgm:spPr/>
    </dgm:pt>
    <dgm:pt modelId="{472CEE55-E35F-49FC-B57C-9FE2338D021D}" type="pres">
      <dgm:prSet presAssocID="{24D67DEE-3EBD-4105-9878-582D5134443A}" presName="rootText" presStyleLbl="node3" presStyleIdx="3" presStyleCnt="38">
        <dgm:presLayoutVars>
          <dgm:chPref val="3"/>
        </dgm:presLayoutVars>
      </dgm:prSet>
      <dgm:spPr/>
    </dgm:pt>
    <dgm:pt modelId="{FD314802-0436-4CE7-A7D6-9560D9922941}" type="pres">
      <dgm:prSet presAssocID="{24D67DEE-3EBD-4105-9878-582D5134443A}" presName="rootConnector" presStyleLbl="node3" presStyleIdx="3" presStyleCnt="38"/>
      <dgm:spPr/>
    </dgm:pt>
    <dgm:pt modelId="{F08BB758-78E5-4D96-B538-C98A8F83E388}" type="pres">
      <dgm:prSet presAssocID="{24D67DEE-3EBD-4105-9878-582D5134443A}" presName="hierChild4" presStyleCnt="0"/>
      <dgm:spPr/>
    </dgm:pt>
    <dgm:pt modelId="{7111D22D-F850-4DBA-9F50-66820C210D5B}" type="pres">
      <dgm:prSet presAssocID="{24D67DEE-3EBD-4105-9878-582D5134443A}" presName="hierChild5" presStyleCnt="0"/>
      <dgm:spPr/>
    </dgm:pt>
    <dgm:pt modelId="{BE940EC3-D73C-458F-8154-F8E93204585A}" type="pres">
      <dgm:prSet presAssocID="{85C9000C-09F6-4C63-8A40-918C7A62AC8F}" presName="Name37" presStyleLbl="parChTrans1D3" presStyleIdx="4" presStyleCnt="38"/>
      <dgm:spPr/>
    </dgm:pt>
    <dgm:pt modelId="{034AC748-6CB0-4792-894F-83663999B948}" type="pres">
      <dgm:prSet presAssocID="{2AF47E2D-1629-4997-B06F-22B449585098}" presName="hierRoot2" presStyleCnt="0">
        <dgm:presLayoutVars>
          <dgm:hierBranch val="init"/>
        </dgm:presLayoutVars>
      </dgm:prSet>
      <dgm:spPr/>
    </dgm:pt>
    <dgm:pt modelId="{2DDA7D54-2591-4C4B-8B6E-AB3CB85ADAF2}" type="pres">
      <dgm:prSet presAssocID="{2AF47E2D-1629-4997-B06F-22B449585098}" presName="rootComposite" presStyleCnt="0"/>
      <dgm:spPr/>
    </dgm:pt>
    <dgm:pt modelId="{5F93B30A-A311-4DFC-9620-D97F290C406C}" type="pres">
      <dgm:prSet presAssocID="{2AF47E2D-1629-4997-B06F-22B449585098}" presName="rootText" presStyleLbl="node3" presStyleIdx="4" presStyleCnt="38">
        <dgm:presLayoutVars>
          <dgm:chPref val="3"/>
        </dgm:presLayoutVars>
      </dgm:prSet>
      <dgm:spPr/>
    </dgm:pt>
    <dgm:pt modelId="{D11F379A-73FB-49F9-99F4-59256DA65850}" type="pres">
      <dgm:prSet presAssocID="{2AF47E2D-1629-4997-B06F-22B449585098}" presName="rootConnector" presStyleLbl="node3" presStyleIdx="4" presStyleCnt="38"/>
      <dgm:spPr/>
    </dgm:pt>
    <dgm:pt modelId="{3BAA15B0-28B8-4711-9CCD-59702F0A3654}" type="pres">
      <dgm:prSet presAssocID="{2AF47E2D-1629-4997-B06F-22B449585098}" presName="hierChild4" presStyleCnt="0"/>
      <dgm:spPr/>
    </dgm:pt>
    <dgm:pt modelId="{8F2917F9-54A9-4539-9A73-803121592AA1}" type="pres">
      <dgm:prSet presAssocID="{2AF47E2D-1629-4997-B06F-22B449585098}" presName="hierChild5" presStyleCnt="0"/>
      <dgm:spPr/>
    </dgm:pt>
    <dgm:pt modelId="{BA527CE7-EAFC-4801-A66D-9AB1CA751DBF}" type="pres">
      <dgm:prSet presAssocID="{C3450A82-1AAC-4615-97F4-B6DE10774AF1}" presName="hierChild5" presStyleCnt="0"/>
      <dgm:spPr/>
    </dgm:pt>
    <dgm:pt modelId="{553F1117-AC87-4D9B-B401-E9E301C313BF}" type="pres">
      <dgm:prSet presAssocID="{04E505CD-8CF6-4AD2-B257-74677F5795D3}" presName="Name37" presStyleLbl="parChTrans1D2" presStyleIdx="1" presStyleCnt="8"/>
      <dgm:spPr/>
    </dgm:pt>
    <dgm:pt modelId="{AD4B417F-9EEC-4FD5-9BE1-1A6A566F51EF}" type="pres">
      <dgm:prSet presAssocID="{DC2D9975-A638-4D48-BDBC-F654E2C7E374}" presName="hierRoot2" presStyleCnt="0">
        <dgm:presLayoutVars>
          <dgm:hierBranch val="init"/>
        </dgm:presLayoutVars>
      </dgm:prSet>
      <dgm:spPr/>
    </dgm:pt>
    <dgm:pt modelId="{8324E5C6-DF29-4D5D-9592-1FE8B1DA8D87}" type="pres">
      <dgm:prSet presAssocID="{DC2D9975-A638-4D48-BDBC-F654E2C7E374}" presName="rootComposite" presStyleCnt="0"/>
      <dgm:spPr/>
    </dgm:pt>
    <dgm:pt modelId="{D28FF8E2-E43D-4572-B97B-F39C7FCC14A2}" type="pres">
      <dgm:prSet presAssocID="{DC2D9975-A638-4D48-BDBC-F654E2C7E374}" presName="rootText" presStyleLbl="node2" presStyleIdx="1" presStyleCnt="8">
        <dgm:presLayoutVars>
          <dgm:chPref val="3"/>
        </dgm:presLayoutVars>
      </dgm:prSet>
      <dgm:spPr>
        <a:prstGeom prst="ellipse">
          <a:avLst/>
        </a:prstGeom>
      </dgm:spPr>
    </dgm:pt>
    <dgm:pt modelId="{6EA72E8C-125E-4153-B88F-66AC832E516D}" type="pres">
      <dgm:prSet presAssocID="{DC2D9975-A638-4D48-BDBC-F654E2C7E374}" presName="rootConnector" presStyleLbl="node2" presStyleIdx="1" presStyleCnt="8"/>
      <dgm:spPr/>
    </dgm:pt>
    <dgm:pt modelId="{79EFF663-6CA1-4FA5-9F03-78AEF2E14A89}" type="pres">
      <dgm:prSet presAssocID="{DC2D9975-A638-4D48-BDBC-F654E2C7E374}" presName="hierChild4" presStyleCnt="0"/>
      <dgm:spPr/>
    </dgm:pt>
    <dgm:pt modelId="{41E7BA97-AD82-4B00-AF3A-7C303BCAF243}" type="pres">
      <dgm:prSet presAssocID="{3FA72759-8439-4239-BE9C-3E6D685994A8}" presName="Name37" presStyleLbl="parChTrans1D3" presStyleIdx="5" presStyleCnt="38"/>
      <dgm:spPr/>
    </dgm:pt>
    <dgm:pt modelId="{54F33F6D-29A7-4C10-A44A-14E4E69C721F}" type="pres">
      <dgm:prSet presAssocID="{8A0063AD-FCB2-4431-97C3-64B3F50559CB}" presName="hierRoot2" presStyleCnt="0">
        <dgm:presLayoutVars>
          <dgm:hierBranch val="init"/>
        </dgm:presLayoutVars>
      </dgm:prSet>
      <dgm:spPr/>
    </dgm:pt>
    <dgm:pt modelId="{9A668C02-4FCF-4619-900B-4CD17358810A}" type="pres">
      <dgm:prSet presAssocID="{8A0063AD-FCB2-4431-97C3-64B3F50559CB}" presName="rootComposite" presStyleCnt="0"/>
      <dgm:spPr/>
    </dgm:pt>
    <dgm:pt modelId="{36AF843F-8FE9-4DF3-844A-24D0A5D656AF}" type="pres">
      <dgm:prSet presAssocID="{8A0063AD-FCB2-4431-97C3-64B3F50559CB}" presName="rootText" presStyleLbl="node3" presStyleIdx="5" presStyleCnt="38">
        <dgm:presLayoutVars>
          <dgm:chPref val="3"/>
        </dgm:presLayoutVars>
      </dgm:prSet>
      <dgm:spPr/>
    </dgm:pt>
    <dgm:pt modelId="{86976F0E-C4B4-43CF-AE2A-488F95FAAD69}" type="pres">
      <dgm:prSet presAssocID="{8A0063AD-FCB2-4431-97C3-64B3F50559CB}" presName="rootConnector" presStyleLbl="node3" presStyleIdx="5" presStyleCnt="38"/>
      <dgm:spPr/>
    </dgm:pt>
    <dgm:pt modelId="{38AED82E-FC5C-451D-841E-C91B622B3950}" type="pres">
      <dgm:prSet presAssocID="{8A0063AD-FCB2-4431-97C3-64B3F50559CB}" presName="hierChild4" presStyleCnt="0"/>
      <dgm:spPr/>
    </dgm:pt>
    <dgm:pt modelId="{436704D6-D16A-4F0E-A801-EC61CD3A7BA9}" type="pres">
      <dgm:prSet presAssocID="{8A0063AD-FCB2-4431-97C3-64B3F50559CB}" presName="hierChild5" presStyleCnt="0"/>
      <dgm:spPr/>
    </dgm:pt>
    <dgm:pt modelId="{0A22DA83-8210-43B0-80A3-B868334F52BF}" type="pres">
      <dgm:prSet presAssocID="{572AB044-E1DF-4AE6-BA2B-1876558778E2}" presName="Name37" presStyleLbl="parChTrans1D3" presStyleIdx="6" presStyleCnt="38"/>
      <dgm:spPr/>
    </dgm:pt>
    <dgm:pt modelId="{5235EAAF-91FD-4D95-9F88-6AB9FB267EEB}" type="pres">
      <dgm:prSet presAssocID="{87A4DF4D-21DF-4920-94E2-7F51D60247B2}" presName="hierRoot2" presStyleCnt="0">
        <dgm:presLayoutVars>
          <dgm:hierBranch val="init"/>
        </dgm:presLayoutVars>
      </dgm:prSet>
      <dgm:spPr/>
    </dgm:pt>
    <dgm:pt modelId="{B90D01BE-5672-4DED-9795-F0DB1A85688C}" type="pres">
      <dgm:prSet presAssocID="{87A4DF4D-21DF-4920-94E2-7F51D60247B2}" presName="rootComposite" presStyleCnt="0"/>
      <dgm:spPr/>
    </dgm:pt>
    <dgm:pt modelId="{CCA54901-34D1-4E12-A228-D671426EDDCF}" type="pres">
      <dgm:prSet presAssocID="{87A4DF4D-21DF-4920-94E2-7F51D60247B2}" presName="rootText" presStyleLbl="node3" presStyleIdx="6" presStyleCnt="38">
        <dgm:presLayoutVars>
          <dgm:chPref val="3"/>
        </dgm:presLayoutVars>
      </dgm:prSet>
      <dgm:spPr/>
    </dgm:pt>
    <dgm:pt modelId="{CD115FD0-45C2-4F42-B9DD-1F3A2381580D}" type="pres">
      <dgm:prSet presAssocID="{87A4DF4D-21DF-4920-94E2-7F51D60247B2}" presName="rootConnector" presStyleLbl="node3" presStyleIdx="6" presStyleCnt="38"/>
      <dgm:spPr/>
    </dgm:pt>
    <dgm:pt modelId="{F1D05C27-63D4-4FB2-8743-FFBA065222C2}" type="pres">
      <dgm:prSet presAssocID="{87A4DF4D-21DF-4920-94E2-7F51D60247B2}" presName="hierChild4" presStyleCnt="0"/>
      <dgm:spPr/>
    </dgm:pt>
    <dgm:pt modelId="{C50A5D49-100E-4F7F-B7C1-EAB4D4A7627B}" type="pres">
      <dgm:prSet presAssocID="{87A4DF4D-21DF-4920-94E2-7F51D60247B2}" presName="hierChild5" presStyleCnt="0"/>
      <dgm:spPr/>
    </dgm:pt>
    <dgm:pt modelId="{E4E8E187-BF86-4BD3-9205-BD0BF3FA1F04}" type="pres">
      <dgm:prSet presAssocID="{D649892F-F7CE-4601-9ECC-E912537916A9}" presName="Name37" presStyleLbl="parChTrans1D3" presStyleIdx="7" presStyleCnt="38"/>
      <dgm:spPr/>
    </dgm:pt>
    <dgm:pt modelId="{91013AAE-B713-40C9-934A-D0F823E2307A}" type="pres">
      <dgm:prSet presAssocID="{F64A1129-75A3-4AAB-BE11-EFC22B186E21}" presName="hierRoot2" presStyleCnt="0">
        <dgm:presLayoutVars>
          <dgm:hierBranch val="init"/>
        </dgm:presLayoutVars>
      </dgm:prSet>
      <dgm:spPr/>
    </dgm:pt>
    <dgm:pt modelId="{AB556FDF-73A3-44F4-AE40-0D4C9A3BED02}" type="pres">
      <dgm:prSet presAssocID="{F64A1129-75A3-4AAB-BE11-EFC22B186E21}" presName="rootComposite" presStyleCnt="0"/>
      <dgm:spPr/>
    </dgm:pt>
    <dgm:pt modelId="{0B444E69-F3DB-4AE5-9E13-6C8038D2EC81}" type="pres">
      <dgm:prSet presAssocID="{F64A1129-75A3-4AAB-BE11-EFC22B186E21}" presName="rootText" presStyleLbl="node3" presStyleIdx="7" presStyleCnt="38">
        <dgm:presLayoutVars>
          <dgm:chPref val="3"/>
        </dgm:presLayoutVars>
      </dgm:prSet>
      <dgm:spPr/>
    </dgm:pt>
    <dgm:pt modelId="{9BB335FF-12A9-4A29-8F9A-A7A8A30855D1}" type="pres">
      <dgm:prSet presAssocID="{F64A1129-75A3-4AAB-BE11-EFC22B186E21}" presName="rootConnector" presStyleLbl="node3" presStyleIdx="7" presStyleCnt="38"/>
      <dgm:spPr/>
    </dgm:pt>
    <dgm:pt modelId="{E0F4DB7D-1BC7-4558-BBD4-979001DD79E4}" type="pres">
      <dgm:prSet presAssocID="{F64A1129-75A3-4AAB-BE11-EFC22B186E21}" presName="hierChild4" presStyleCnt="0"/>
      <dgm:spPr/>
    </dgm:pt>
    <dgm:pt modelId="{8A2CBE33-2652-4992-BF98-49EB40C5E792}" type="pres">
      <dgm:prSet presAssocID="{F64A1129-75A3-4AAB-BE11-EFC22B186E21}" presName="hierChild5" presStyleCnt="0"/>
      <dgm:spPr/>
    </dgm:pt>
    <dgm:pt modelId="{DE06FE72-C974-4E8F-9B53-B833CB27B917}" type="pres">
      <dgm:prSet presAssocID="{8A1D4B4A-1E7A-4DD6-BB72-E27B785276FC}" presName="Name37" presStyleLbl="parChTrans1D3" presStyleIdx="8" presStyleCnt="38"/>
      <dgm:spPr/>
    </dgm:pt>
    <dgm:pt modelId="{EEF7396D-5D01-49AE-8C70-42F8BBC71458}" type="pres">
      <dgm:prSet presAssocID="{2C589884-3E51-4CBF-BF84-86931CEF1F4D}" presName="hierRoot2" presStyleCnt="0">
        <dgm:presLayoutVars>
          <dgm:hierBranch val="init"/>
        </dgm:presLayoutVars>
      </dgm:prSet>
      <dgm:spPr/>
    </dgm:pt>
    <dgm:pt modelId="{38F2D69B-636B-414C-A25C-3B10C0ABEACA}" type="pres">
      <dgm:prSet presAssocID="{2C589884-3E51-4CBF-BF84-86931CEF1F4D}" presName="rootComposite" presStyleCnt="0"/>
      <dgm:spPr/>
    </dgm:pt>
    <dgm:pt modelId="{66623C35-EC9F-43C7-95F7-AF331FB7ACD5}" type="pres">
      <dgm:prSet presAssocID="{2C589884-3E51-4CBF-BF84-86931CEF1F4D}" presName="rootText" presStyleLbl="node3" presStyleIdx="8" presStyleCnt="38">
        <dgm:presLayoutVars>
          <dgm:chPref val="3"/>
        </dgm:presLayoutVars>
      </dgm:prSet>
      <dgm:spPr/>
    </dgm:pt>
    <dgm:pt modelId="{CDF6D3AF-E6C3-4E95-AAD3-E047CDBDD398}" type="pres">
      <dgm:prSet presAssocID="{2C589884-3E51-4CBF-BF84-86931CEF1F4D}" presName="rootConnector" presStyleLbl="node3" presStyleIdx="8" presStyleCnt="38"/>
      <dgm:spPr/>
    </dgm:pt>
    <dgm:pt modelId="{3AED40ED-29FB-408A-9263-97150F30B973}" type="pres">
      <dgm:prSet presAssocID="{2C589884-3E51-4CBF-BF84-86931CEF1F4D}" presName="hierChild4" presStyleCnt="0"/>
      <dgm:spPr/>
    </dgm:pt>
    <dgm:pt modelId="{44DFFB08-6A0E-4460-A343-A54C0C5E365A}" type="pres">
      <dgm:prSet presAssocID="{2C589884-3E51-4CBF-BF84-86931CEF1F4D}" presName="hierChild5" presStyleCnt="0"/>
      <dgm:spPr/>
    </dgm:pt>
    <dgm:pt modelId="{85AFDB8C-4CD3-4E40-956C-BA310AAF76FC}" type="pres">
      <dgm:prSet presAssocID="{F96A3DA4-71BC-45E9-9FB0-E5452F1B8115}" presName="Name37" presStyleLbl="parChTrans1D3" presStyleIdx="9" presStyleCnt="38"/>
      <dgm:spPr/>
    </dgm:pt>
    <dgm:pt modelId="{00A93679-FF72-4775-BB09-A05FFB471B5E}" type="pres">
      <dgm:prSet presAssocID="{0A91B029-B88C-4BF2-BC72-7B0092D3F30B}" presName="hierRoot2" presStyleCnt="0">
        <dgm:presLayoutVars>
          <dgm:hierBranch val="init"/>
        </dgm:presLayoutVars>
      </dgm:prSet>
      <dgm:spPr/>
    </dgm:pt>
    <dgm:pt modelId="{3CD02087-17C3-4AFB-93E1-B06C30E7B893}" type="pres">
      <dgm:prSet presAssocID="{0A91B029-B88C-4BF2-BC72-7B0092D3F30B}" presName="rootComposite" presStyleCnt="0"/>
      <dgm:spPr/>
    </dgm:pt>
    <dgm:pt modelId="{A329E97D-DFBA-496E-8848-A8E8865F17C1}" type="pres">
      <dgm:prSet presAssocID="{0A91B029-B88C-4BF2-BC72-7B0092D3F30B}" presName="rootText" presStyleLbl="node3" presStyleIdx="9" presStyleCnt="38">
        <dgm:presLayoutVars>
          <dgm:chPref val="3"/>
        </dgm:presLayoutVars>
      </dgm:prSet>
      <dgm:spPr/>
    </dgm:pt>
    <dgm:pt modelId="{A13E8E99-0D03-4887-A809-826B886E064C}" type="pres">
      <dgm:prSet presAssocID="{0A91B029-B88C-4BF2-BC72-7B0092D3F30B}" presName="rootConnector" presStyleLbl="node3" presStyleIdx="9" presStyleCnt="38"/>
      <dgm:spPr/>
    </dgm:pt>
    <dgm:pt modelId="{CD6A2052-30BE-4307-B2C9-23F3C2375D70}" type="pres">
      <dgm:prSet presAssocID="{0A91B029-B88C-4BF2-BC72-7B0092D3F30B}" presName="hierChild4" presStyleCnt="0"/>
      <dgm:spPr/>
    </dgm:pt>
    <dgm:pt modelId="{FF122F1F-F7EE-4969-9EA7-00B3238ABE98}" type="pres">
      <dgm:prSet presAssocID="{0A91B029-B88C-4BF2-BC72-7B0092D3F30B}" presName="hierChild5" presStyleCnt="0"/>
      <dgm:spPr/>
    </dgm:pt>
    <dgm:pt modelId="{B3B0724F-2846-4781-B2CD-E330608FB28D}" type="pres">
      <dgm:prSet presAssocID="{DC2D9975-A638-4D48-BDBC-F654E2C7E374}" presName="hierChild5" presStyleCnt="0"/>
      <dgm:spPr/>
    </dgm:pt>
    <dgm:pt modelId="{62714579-13E3-4A8D-91BC-BA877185B65D}" type="pres">
      <dgm:prSet presAssocID="{4A455B84-9A65-408A-9EC7-750E48FAF797}" presName="Name37" presStyleLbl="parChTrans1D2" presStyleIdx="2" presStyleCnt="8"/>
      <dgm:spPr/>
    </dgm:pt>
    <dgm:pt modelId="{AA8FACA6-AE14-4A67-9512-8EA7D341E3A8}" type="pres">
      <dgm:prSet presAssocID="{B154E979-3C98-4128-A86A-4D0473110C95}" presName="hierRoot2" presStyleCnt="0">
        <dgm:presLayoutVars>
          <dgm:hierBranch val="init"/>
        </dgm:presLayoutVars>
      </dgm:prSet>
      <dgm:spPr/>
    </dgm:pt>
    <dgm:pt modelId="{E1FD7A7D-3308-41DF-838C-5E9427A37AF9}" type="pres">
      <dgm:prSet presAssocID="{B154E979-3C98-4128-A86A-4D0473110C95}" presName="rootComposite" presStyleCnt="0"/>
      <dgm:spPr/>
    </dgm:pt>
    <dgm:pt modelId="{5E5ECEFB-FCA1-46C7-9188-7948BD3BDF83}" type="pres">
      <dgm:prSet presAssocID="{B154E979-3C98-4128-A86A-4D0473110C95}" presName="rootText" presStyleLbl="node2" presStyleIdx="2" presStyleCnt="8">
        <dgm:presLayoutVars>
          <dgm:chPref val="3"/>
        </dgm:presLayoutVars>
      </dgm:prSet>
      <dgm:spPr>
        <a:prstGeom prst="ellipse">
          <a:avLst/>
        </a:prstGeom>
      </dgm:spPr>
    </dgm:pt>
    <dgm:pt modelId="{FFD97818-438E-4C60-ADAB-0F006BF83728}" type="pres">
      <dgm:prSet presAssocID="{B154E979-3C98-4128-A86A-4D0473110C95}" presName="rootConnector" presStyleLbl="node2" presStyleIdx="2" presStyleCnt="8"/>
      <dgm:spPr/>
    </dgm:pt>
    <dgm:pt modelId="{6A7EBBE9-97FC-47AA-9DD3-DE9FEA553FDF}" type="pres">
      <dgm:prSet presAssocID="{B154E979-3C98-4128-A86A-4D0473110C95}" presName="hierChild4" presStyleCnt="0"/>
      <dgm:spPr/>
    </dgm:pt>
    <dgm:pt modelId="{BB9118D0-C708-4516-9DBE-A7D8D4A3D2ED}" type="pres">
      <dgm:prSet presAssocID="{237655CD-104C-44AA-B374-F2E07028617E}" presName="Name37" presStyleLbl="parChTrans1D3" presStyleIdx="10" presStyleCnt="38"/>
      <dgm:spPr/>
    </dgm:pt>
    <dgm:pt modelId="{B156B813-810F-4337-9C42-F99C64B7C702}" type="pres">
      <dgm:prSet presAssocID="{510A300A-A565-4729-92B5-3F53FCF63EAF}" presName="hierRoot2" presStyleCnt="0">
        <dgm:presLayoutVars>
          <dgm:hierBranch val="init"/>
        </dgm:presLayoutVars>
      </dgm:prSet>
      <dgm:spPr/>
    </dgm:pt>
    <dgm:pt modelId="{5B87CAE1-870F-4955-B13D-B59ADEA40A6D}" type="pres">
      <dgm:prSet presAssocID="{510A300A-A565-4729-92B5-3F53FCF63EAF}" presName="rootComposite" presStyleCnt="0"/>
      <dgm:spPr/>
    </dgm:pt>
    <dgm:pt modelId="{305A5079-42DE-44A3-BC84-16FFCB68ACCF}" type="pres">
      <dgm:prSet presAssocID="{510A300A-A565-4729-92B5-3F53FCF63EAF}" presName="rootText" presStyleLbl="node3" presStyleIdx="10" presStyleCnt="38">
        <dgm:presLayoutVars>
          <dgm:chPref val="3"/>
        </dgm:presLayoutVars>
      </dgm:prSet>
      <dgm:spPr/>
    </dgm:pt>
    <dgm:pt modelId="{652FEBC5-1515-4810-8665-B02B99DEA2BA}" type="pres">
      <dgm:prSet presAssocID="{510A300A-A565-4729-92B5-3F53FCF63EAF}" presName="rootConnector" presStyleLbl="node3" presStyleIdx="10" presStyleCnt="38"/>
      <dgm:spPr/>
    </dgm:pt>
    <dgm:pt modelId="{D2ED4EC2-6287-4775-B3FC-9137BE633792}" type="pres">
      <dgm:prSet presAssocID="{510A300A-A565-4729-92B5-3F53FCF63EAF}" presName="hierChild4" presStyleCnt="0"/>
      <dgm:spPr/>
    </dgm:pt>
    <dgm:pt modelId="{B845F9F9-5112-4629-B059-EB2CBB210DE5}" type="pres">
      <dgm:prSet presAssocID="{510A300A-A565-4729-92B5-3F53FCF63EAF}" presName="hierChild5" presStyleCnt="0"/>
      <dgm:spPr/>
    </dgm:pt>
    <dgm:pt modelId="{38321F9C-47C9-4674-A883-61D05FABC84A}" type="pres">
      <dgm:prSet presAssocID="{242BEE0D-4B7A-4660-A3FC-25DC3E3A3599}" presName="Name37" presStyleLbl="parChTrans1D3" presStyleIdx="11" presStyleCnt="38"/>
      <dgm:spPr/>
    </dgm:pt>
    <dgm:pt modelId="{212F3A50-05E8-4BF7-BC35-2A5F1B5F17C7}" type="pres">
      <dgm:prSet presAssocID="{1399DDCD-A84E-45E9-AFF3-890ADAD7DDEB}" presName="hierRoot2" presStyleCnt="0">
        <dgm:presLayoutVars>
          <dgm:hierBranch val="init"/>
        </dgm:presLayoutVars>
      </dgm:prSet>
      <dgm:spPr/>
    </dgm:pt>
    <dgm:pt modelId="{89B2FF74-21A3-46D1-BAEA-42C056C3B477}" type="pres">
      <dgm:prSet presAssocID="{1399DDCD-A84E-45E9-AFF3-890ADAD7DDEB}" presName="rootComposite" presStyleCnt="0"/>
      <dgm:spPr/>
    </dgm:pt>
    <dgm:pt modelId="{6E0E370F-4C65-41D5-9304-A8F0E6D07645}" type="pres">
      <dgm:prSet presAssocID="{1399DDCD-A84E-45E9-AFF3-890ADAD7DDEB}" presName="rootText" presStyleLbl="node3" presStyleIdx="11" presStyleCnt="38">
        <dgm:presLayoutVars>
          <dgm:chPref val="3"/>
        </dgm:presLayoutVars>
      </dgm:prSet>
      <dgm:spPr/>
    </dgm:pt>
    <dgm:pt modelId="{F0F7275C-326C-406F-AAFB-1DF1CA1A8A8B}" type="pres">
      <dgm:prSet presAssocID="{1399DDCD-A84E-45E9-AFF3-890ADAD7DDEB}" presName="rootConnector" presStyleLbl="node3" presStyleIdx="11" presStyleCnt="38"/>
      <dgm:spPr/>
    </dgm:pt>
    <dgm:pt modelId="{D18ABA1B-2489-4E94-830B-B9CE5749F4FC}" type="pres">
      <dgm:prSet presAssocID="{1399DDCD-A84E-45E9-AFF3-890ADAD7DDEB}" presName="hierChild4" presStyleCnt="0"/>
      <dgm:spPr/>
    </dgm:pt>
    <dgm:pt modelId="{EDF60997-D524-4AB8-A860-8DC5DC6CBC55}" type="pres">
      <dgm:prSet presAssocID="{1399DDCD-A84E-45E9-AFF3-890ADAD7DDEB}" presName="hierChild5" presStyleCnt="0"/>
      <dgm:spPr/>
    </dgm:pt>
    <dgm:pt modelId="{B37719F7-D410-469C-9AD1-FCADCE82144D}" type="pres">
      <dgm:prSet presAssocID="{35A12B8C-A789-4F00-B30C-105931AF5A92}" presName="Name37" presStyleLbl="parChTrans1D3" presStyleIdx="12" presStyleCnt="38"/>
      <dgm:spPr/>
    </dgm:pt>
    <dgm:pt modelId="{852DEC46-ED15-4951-883A-0EF8E73D7DD6}" type="pres">
      <dgm:prSet presAssocID="{25296E14-C6F6-4D0D-B129-70E836C070E7}" presName="hierRoot2" presStyleCnt="0">
        <dgm:presLayoutVars>
          <dgm:hierBranch val="init"/>
        </dgm:presLayoutVars>
      </dgm:prSet>
      <dgm:spPr/>
    </dgm:pt>
    <dgm:pt modelId="{29D50239-8368-47F6-90B3-40E370019A9A}" type="pres">
      <dgm:prSet presAssocID="{25296E14-C6F6-4D0D-B129-70E836C070E7}" presName="rootComposite" presStyleCnt="0"/>
      <dgm:spPr/>
    </dgm:pt>
    <dgm:pt modelId="{7F7F4AFC-5B7B-43DC-AD4F-CB238E0A959C}" type="pres">
      <dgm:prSet presAssocID="{25296E14-C6F6-4D0D-B129-70E836C070E7}" presName="rootText" presStyleLbl="node3" presStyleIdx="12" presStyleCnt="38">
        <dgm:presLayoutVars>
          <dgm:chPref val="3"/>
        </dgm:presLayoutVars>
      </dgm:prSet>
      <dgm:spPr/>
    </dgm:pt>
    <dgm:pt modelId="{C0D42120-2D70-4C40-ABA8-BFEB5B7C0E7B}" type="pres">
      <dgm:prSet presAssocID="{25296E14-C6F6-4D0D-B129-70E836C070E7}" presName="rootConnector" presStyleLbl="node3" presStyleIdx="12" presStyleCnt="38"/>
      <dgm:spPr/>
    </dgm:pt>
    <dgm:pt modelId="{F7CF684E-CEC8-41FF-AA2F-D596218554BB}" type="pres">
      <dgm:prSet presAssocID="{25296E14-C6F6-4D0D-B129-70E836C070E7}" presName="hierChild4" presStyleCnt="0"/>
      <dgm:spPr/>
    </dgm:pt>
    <dgm:pt modelId="{BE7CF923-171E-4F70-853E-241B97C12024}" type="pres">
      <dgm:prSet presAssocID="{25296E14-C6F6-4D0D-B129-70E836C070E7}" presName="hierChild5" presStyleCnt="0"/>
      <dgm:spPr/>
    </dgm:pt>
    <dgm:pt modelId="{4B38A5FE-17CC-47FD-8C3B-BDFEADBE5476}" type="pres">
      <dgm:prSet presAssocID="{4993E01F-E99A-4D0E-A4EC-F8E2F52183EF}" presName="Name37" presStyleLbl="parChTrans1D3" presStyleIdx="13" presStyleCnt="38"/>
      <dgm:spPr/>
    </dgm:pt>
    <dgm:pt modelId="{6E81AD5B-A45A-43F6-B073-69F0EB9E7D6E}" type="pres">
      <dgm:prSet presAssocID="{F15E552F-9392-4191-B88B-CB1BAB744464}" presName="hierRoot2" presStyleCnt="0">
        <dgm:presLayoutVars>
          <dgm:hierBranch val="init"/>
        </dgm:presLayoutVars>
      </dgm:prSet>
      <dgm:spPr/>
    </dgm:pt>
    <dgm:pt modelId="{EFDFC077-9C27-4DDA-AF77-4B02BEA6BB2E}" type="pres">
      <dgm:prSet presAssocID="{F15E552F-9392-4191-B88B-CB1BAB744464}" presName="rootComposite" presStyleCnt="0"/>
      <dgm:spPr/>
    </dgm:pt>
    <dgm:pt modelId="{439D2D87-C3A8-49A8-B516-9060768388F9}" type="pres">
      <dgm:prSet presAssocID="{F15E552F-9392-4191-B88B-CB1BAB744464}" presName="rootText" presStyleLbl="node3" presStyleIdx="13" presStyleCnt="38">
        <dgm:presLayoutVars>
          <dgm:chPref val="3"/>
        </dgm:presLayoutVars>
      </dgm:prSet>
      <dgm:spPr/>
    </dgm:pt>
    <dgm:pt modelId="{650153CE-6186-4E1C-B740-B9241B41BCE6}" type="pres">
      <dgm:prSet presAssocID="{F15E552F-9392-4191-B88B-CB1BAB744464}" presName="rootConnector" presStyleLbl="node3" presStyleIdx="13" presStyleCnt="38"/>
      <dgm:spPr/>
    </dgm:pt>
    <dgm:pt modelId="{A626D039-6022-464E-8DF7-208BE55BAD10}" type="pres">
      <dgm:prSet presAssocID="{F15E552F-9392-4191-B88B-CB1BAB744464}" presName="hierChild4" presStyleCnt="0"/>
      <dgm:spPr/>
    </dgm:pt>
    <dgm:pt modelId="{914F03D7-B443-4C06-A860-481002C72D5D}" type="pres">
      <dgm:prSet presAssocID="{F15E552F-9392-4191-B88B-CB1BAB744464}" presName="hierChild5" presStyleCnt="0"/>
      <dgm:spPr/>
    </dgm:pt>
    <dgm:pt modelId="{845F694A-6AAE-4020-A968-1B5097BE1E0C}" type="pres">
      <dgm:prSet presAssocID="{CA188EE7-5256-43CF-BBDB-63B8609D521F}" presName="Name37" presStyleLbl="parChTrans1D3" presStyleIdx="14" presStyleCnt="38"/>
      <dgm:spPr/>
    </dgm:pt>
    <dgm:pt modelId="{2576726A-2964-4FFF-8BFB-B485529DD941}" type="pres">
      <dgm:prSet presAssocID="{9A88029C-7452-4C6A-AEBF-24C3DF0C105D}" presName="hierRoot2" presStyleCnt="0">
        <dgm:presLayoutVars>
          <dgm:hierBranch val="init"/>
        </dgm:presLayoutVars>
      </dgm:prSet>
      <dgm:spPr/>
    </dgm:pt>
    <dgm:pt modelId="{DA4B9DCC-3D49-4352-9DCC-1AB4C39350B0}" type="pres">
      <dgm:prSet presAssocID="{9A88029C-7452-4C6A-AEBF-24C3DF0C105D}" presName="rootComposite" presStyleCnt="0"/>
      <dgm:spPr/>
    </dgm:pt>
    <dgm:pt modelId="{8F47EEF5-3FFA-418B-B983-9466C5045982}" type="pres">
      <dgm:prSet presAssocID="{9A88029C-7452-4C6A-AEBF-24C3DF0C105D}" presName="rootText" presStyleLbl="node3" presStyleIdx="14" presStyleCnt="38">
        <dgm:presLayoutVars>
          <dgm:chPref val="3"/>
        </dgm:presLayoutVars>
      </dgm:prSet>
      <dgm:spPr/>
    </dgm:pt>
    <dgm:pt modelId="{74BDD8EA-C12A-4DAA-920E-C1C77CC5FC57}" type="pres">
      <dgm:prSet presAssocID="{9A88029C-7452-4C6A-AEBF-24C3DF0C105D}" presName="rootConnector" presStyleLbl="node3" presStyleIdx="14" presStyleCnt="38"/>
      <dgm:spPr/>
    </dgm:pt>
    <dgm:pt modelId="{B2BEC6D4-BC87-4B68-BD85-A6D9CB15D1F1}" type="pres">
      <dgm:prSet presAssocID="{9A88029C-7452-4C6A-AEBF-24C3DF0C105D}" presName="hierChild4" presStyleCnt="0"/>
      <dgm:spPr/>
    </dgm:pt>
    <dgm:pt modelId="{F5CE37AF-11B9-41CB-8506-3FF42E844FAB}" type="pres">
      <dgm:prSet presAssocID="{9A88029C-7452-4C6A-AEBF-24C3DF0C105D}" presName="hierChild5" presStyleCnt="0"/>
      <dgm:spPr/>
    </dgm:pt>
    <dgm:pt modelId="{522A93A3-329A-453E-83A8-B7E01BD802DD}" type="pres">
      <dgm:prSet presAssocID="{B154E979-3C98-4128-A86A-4D0473110C95}" presName="hierChild5" presStyleCnt="0"/>
      <dgm:spPr/>
    </dgm:pt>
    <dgm:pt modelId="{D08E50CD-B594-4932-9ECB-7E1ED1F3B14A}" type="pres">
      <dgm:prSet presAssocID="{70294198-8FF4-42BE-B8AC-CE0FE3AD9CC9}" presName="Name37" presStyleLbl="parChTrans1D2" presStyleIdx="3" presStyleCnt="8"/>
      <dgm:spPr/>
    </dgm:pt>
    <dgm:pt modelId="{BF2C1F46-C15D-402C-89CA-3347F70B9824}" type="pres">
      <dgm:prSet presAssocID="{E133C796-77DF-4653-8D9A-8BF78119720A}" presName="hierRoot2" presStyleCnt="0">
        <dgm:presLayoutVars>
          <dgm:hierBranch val="init"/>
        </dgm:presLayoutVars>
      </dgm:prSet>
      <dgm:spPr/>
    </dgm:pt>
    <dgm:pt modelId="{7704A8FF-89F8-4D59-B9A7-8DE1FBBDB30F}" type="pres">
      <dgm:prSet presAssocID="{E133C796-77DF-4653-8D9A-8BF78119720A}" presName="rootComposite" presStyleCnt="0"/>
      <dgm:spPr/>
    </dgm:pt>
    <dgm:pt modelId="{5B359D0E-FA39-4895-98D1-3582632393D8}" type="pres">
      <dgm:prSet presAssocID="{E133C796-77DF-4653-8D9A-8BF78119720A}" presName="rootText" presStyleLbl="node2" presStyleIdx="3" presStyleCnt="8">
        <dgm:presLayoutVars>
          <dgm:chPref val="3"/>
        </dgm:presLayoutVars>
      </dgm:prSet>
      <dgm:spPr>
        <a:prstGeom prst="ellipse">
          <a:avLst/>
        </a:prstGeom>
      </dgm:spPr>
    </dgm:pt>
    <dgm:pt modelId="{363C5E64-81FF-4710-A713-853004197A71}" type="pres">
      <dgm:prSet presAssocID="{E133C796-77DF-4653-8D9A-8BF78119720A}" presName="rootConnector" presStyleLbl="node2" presStyleIdx="3" presStyleCnt="8"/>
      <dgm:spPr/>
    </dgm:pt>
    <dgm:pt modelId="{72659AE6-9FF0-4851-A927-DF85B2971C51}" type="pres">
      <dgm:prSet presAssocID="{E133C796-77DF-4653-8D9A-8BF78119720A}" presName="hierChild4" presStyleCnt="0"/>
      <dgm:spPr/>
    </dgm:pt>
    <dgm:pt modelId="{C43FAD2C-C9D8-4081-B134-98643EBF1EEF}" type="pres">
      <dgm:prSet presAssocID="{57B36EE9-79B9-4D85-9426-CAD9F096E9F2}" presName="Name37" presStyleLbl="parChTrans1D3" presStyleIdx="15" presStyleCnt="38"/>
      <dgm:spPr/>
    </dgm:pt>
    <dgm:pt modelId="{6A612643-668A-417F-AEAA-374F1D8907DC}" type="pres">
      <dgm:prSet presAssocID="{10F0EB66-C8D9-436A-8CFE-7CC1F116788D}" presName="hierRoot2" presStyleCnt="0">
        <dgm:presLayoutVars>
          <dgm:hierBranch val="init"/>
        </dgm:presLayoutVars>
      </dgm:prSet>
      <dgm:spPr/>
    </dgm:pt>
    <dgm:pt modelId="{970CA20D-502B-4EB5-985E-BF317766BF60}" type="pres">
      <dgm:prSet presAssocID="{10F0EB66-C8D9-436A-8CFE-7CC1F116788D}" presName="rootComposite" presStyleCnt="0"/>
      <dgm:spPr/>
    </dgm:pt>
    <dgm:pt modelId="{55EB6E42-F22F-4BF3-9DF7-FDD24BE58FA5}" type="pres">
      <dgm:prSet presAssocID="{10F0EB66-C8D9-436A-8CFE-7CC1F116788D}" presName="rootText" presStyleLbl="node3" presStyleIdx="15" presStyleCnt="38">
        <dgm:presLayoutVars>
          <dgm:chPref val="3"/>
        </dgm:presLayoutVars>
      </dgm:prSet>
      <dgm:spPr/>
    </dgm:pt>
    <dgm:pt modelId="{6AE28312-8546-43F4-B994-73FEC8B518EF}" type="pres">
      <dgm:prSet presAssocID="{10F0EB66-C8D9-436A-8CFE-7CC1F116788D}" presName="rootConnector" presStyleLbl="node3" presStyleIdx="15" presStyleCnt="38"/>
      <dgm:spPr/>
    </dgm:pt>
    <dgm:pt modelId="{ECEA73D3-C8D2-40E3-A2DE-4C929A0CA22D}" type="pres">
      <dgm:prSet presAssocID="{10F0EB66-C8D9-436A-8CFE-7CC1F116788D}" presName="hierChild4" presStyleCnt="0"/>
      <dgm:spPr/>
    </dgm:pt>
    <dgm:pt modelId="{288B40F7-10B3-4DBB-BA6D-DA028823E3CD}" type="pres">
      <dgm:prSet presAssocID="{10F0EB66-C8D9-436A-8CFE-7CC1F116788D}" presName="hierChild5" presStyleCnt="0"/>
      <dgm:spPr/>
    </dgm:pt>
    <dgm:pt modelId="{026C8EC2-CAA8-430A-A10A-7D728D3747B8}" type="pres">
      <dgm:prSet presAssocID="{39ACFDC0-B3A0-45B3-9F6F-4ED99588224C}" presName="Name37" presStyleLbl="parChTrans1D3" presStyleIdx="16" presStyleCnt="38"/>
      <dgm:spPr/>
    </dgm:pt>
    <dgm:pt modelId="{E683BB24-3320-40D3-8391-5F5FBF8BA506}" type="pres">
      <dgm:prSet presAssocID="{46F27DEE-2A86-4891-993F-4B503AC4D743}" presName="hierRoot2" presStyleCnt="0">
        <dgm:presLayoutVars>
          <dgm:hierBranch val="init"/>
        </dgm:presLayoutVars>
      </dgm:prSet>
      <dgm:spPr/>
    </dgm:pt>
    <dgm:pt modelId="{518B4CE9-01C9-4F5A-82F0-D9C05864A6D3}" type="pres">
      <dgm:prSet presAssocID="{46F27DEE-2A86-4891-993F-4B503AC4D743}" presName="rootComposite" presStyleCnt="0"/>
      <dgm:spPr/>
    </dgm:pt>
    <dgm:pt modelId="{9B42150B-C54F-4105-85AB-9741DB85B5A2}" type="pres">
      <dgm:prSet presAssocID="{46F27DEE-2A86-4891-993F-4B503AC4D743}" presName="rootText" presStyleLbl="node3" presStyleIdx="16" presStyleCnt="38">
        <dgm:presLayoutVars>
          <dgm:chPref val="3"/>
        </dgm:presLayoutVars>
      </dgm:prSet>
      <dgm:spPr/>
    </dgm:pt>
    <dgm:pt modelId="{B9342EA0-8FC5-4E1C-B0B5-76599C26FB37}" type="pres">
      <dgm:prSet presAssocID="{46F27DEE-2A86-4891-993F-4B503AC4D743}" presName="rootConnector" presStyleLbl="node3" presStyleIdx="16" presStyleCnt="38"/>
      <dgm:spPr/>
    </dgm:pt>
    <dgm:pt modelId="{67055762-4C14-464B-B0FF-41E49ECCFF46}" type="pres">
      <dgm:prSet presAssocID="{46F27DEE-2A86-4891-993F-4B503AC4D743}" presName="hierChild4" presStyleCnt="0"/>
      <dgm:spPr/>
    </dgm:pt>
    <dgm:pt modelId="{89FA94CB-B0F7-4D91-B338-9773855BF603}" type="pres">
      <dgm:prSet presAssocID="{46F27DEE-2A86-4891-993F-4B503AC4D743}" presName="hierChild5" presStyleCnt="0"/>
      <dgm:spPr/>
    </dgm:pt>
    <dgm:pt modelId="{3F8D0450-6F5C-4406-A1F1-FCDD63267971}" type="pres">
      <dgm:prSet presAssocID="{78C7CBAC-EF3D-4DBC-8F27-E3EDD6D06D68}" presName="Name37" presStyleLbl="parChTrans1D3" presStyleIdx="17" presStyleCnt="38"/>
      <dgm:spPr/>
    </dgm:pt>
    <dgm:pt modelId="{73D8E143-7662-4D04-8AD2-01B27D76A180}" type="pres">
      <dgm:prSet presAssocID="{A52355F6-376E-495C-85AF-52C416076AA8}" presName="hierRoot2" presStyleCnt="0">
        <dgm:presLayoutVars>
          <dgm:hierBranch val="init"/>
        </dgm:presLayoutVars>
      </dgm:prSet>
      <dgm:spPr/>
    </dgm:pt>
    <dgm:pt modelId="{2E5F770D-72BB-43A0-83DB-7A467048308D}" type="pres">
      <dgm:prSet presAssocID="{A52355F6-376E-495C-85AF-52C416076AA8}" presName="rootComposite" presStyleCnt="0"/>
      <dgm:spPr/>
    </dgm:pt>
    <dgm:pt modelId="{26573100-E022-4341-ACC1-F6CABBC6363C}" type="pres">
      <dgm:prSet presAssocID="{A52355F6-376E-495C-85AF-52C416076AA8}" presName="rootText" presStyleLbl="node3" presStyleIdx="17" presStyleCnt="38">
        <dgm:presLayoutVars>
          <dgm:chPref val="3"/>
        </dgm:presLayoutVars>
      </dgm:prSet>
      <dgm:spPr/>
    </dgm:pt>
    <dgm:pt modelId="{1AE34B8D-E730-432B-97AA-508D62B80C64}" type="pres">
      <dgm:prSet presAssocID="{A52355F6-376E-495C-85AF-52C416076AA8}" presName="rootConnector" presStyleLbl="node3" presStyleIdx="17" presStyleCnt="38"/>
      <dgm:spPr/>
    </dgm:pt>
    <dgm:pt modelId="{45475CB7-EC60-4129-A0C7-6EB3D4B38D50}" type="pres">
      <dgm:prSet presAssocID="{A52355F6-376E-495C-85AF-52C416076AA8}" presName="hierChild4" presStyleCnt="0"/>
      <dgm:spPr/>
    </dgm:pt>
    <dgm:pt modelId="{A48CA95A-D83B-47F7-83D3-8580F9EF2609}" type="pres">
      <dgm:prSet presAssocID="{A52355F6-376E-495C-85AF-52C416076AA8}" presName="hierChild5" presStyleCnt="0"/>
      <dgm:spPr/>
    </dgm:pt>
    <dgm:pt modelId="{743280FC-4F2B-4C64-938D-FF2AC6BFC992}" type="pres">
      <dgm:prSet presAssocID="{E640AFA3-16D6-4F82-A2CD-8AE65C91CB14}" presName="Name37" presStyleLbl="parChTrans1D3" presStyleIdx="18" presStyleCnt="38"/>
      <dgm:spPr/>
    </dgm:pt>
    <dgm:pt modelId="{B5F3448C-5C6E-491D-9D92-F46A50DE7E7F}" type="pres">
      <dgm:prSet presAssocID="{4E241553-C9AC-48E7-987F-97AB34B909F2}" presName="hierRoot2" presStyleCnt="0">
        <dgm:presLayoutVars>
          <dgm:hierBranch val="init"/>
        </dgm:presLayoutVars>
      </dgm:prSet>
      <dgm:spPr/>
    </dgm:pt>
    <dgm:pt modelId="{378E3EE8-59FB-4764-A7BD-FAE318A72DF8}" type="pres">
      <dgm:prSet presAssocID="{4E241553-C9AC-48E7-987F-97AB34B909F2}" presName="rootComposite" presStyleCnt="0"/>
      <dgm:spPr/>
    </dgm:pt>
    <dgm:pt modelId="{89C67004-4AA4-4E0D-B3E5-C2C18698B4F7}" type="pres">
      <dgm:prSet presAssocID="{4E241553-C9AC-48E7-987F-97AB34B909F2}" presName="rootText" presStyleLbl="node3" presStyleIdx="18" presStyleCnt="38">
        <dgm:presLayoutVars>
          <dgm:chPref val="3"/>
        </dgm:presLayoutVars>
      </dgm:prSet>
      <dgm:spPr/>
    </dgm:pt>
    <dgm:pt modelId="{4DDBBBDB-4455-4897-9622-6DE61685642F}" type="pres">
      <dgm:prSet presAssocID="{4E241553-C9AC-48E7-987F-97AB34B909F2}" presName="rootConnector" presStyleLbl="node3" presStyleIdx="18" presStyleCnt="38"/>
      <dgm:spPr/>
    </dgm:pt>
    <dgm:pt modelId="{3961D13D-591C-479E-8306-CD6C272519C8}" type="pres">
      <dgm:prSet presAssocID="{4E241553-C9AC-48E7-987F-97AB34B909F2}" presName="hierChild4" presStyleCnt="0"/>
      <dgm:spPr/>
    </dgm:pt>
    <dgm:pt modelId="{0DCA423C-8D5F-409D-A1EE-A59E19DC003C}" type="pres">
      <dgm:prSet presAssocID="{4E241553-C9AC-48E7-987F-97AB34B909F2}" presName="hierChild5" presStyleCnt="0"/>
      <dgm:spPr/>
    </dgm:pt>
    <dgm:pt modelId="{04A74ED7-53A0-40F1-9B9C-6F7B0B63F9F2}" type="pres">
      <dgm:prSet presAssocID="{C047685D-021B-4281-8F90-AF3617BD5A89}" presName="Name37" presStyleLbl="parChTrans1D3" presStyleIdx="19" presStyleCnt="38"/>
      <dgm:spPr/>
    </dgm:pt>
    <dgm:pt modelId="{68F51420-C08D-44F6-8112-FEA904AB5BD8}" type="pres">
      <dgm:prSet presAssocID="{3DECEEFA-4C0C-4C3D-BAB3-80A92AB67A49}" presName="hierRoot2" presStyleCnt="0">
        <dgm:presLayoutVars>
          <dgm:hierBranch val="init"/>
        </dgm:presLayoutVars>
      </dgm:prSet>
      <dgm:spPr/>
    </dgm:pt>
    <dgm:pt modelId="{1FAE9EDA-CCB2-4C31-8964-995CB9F013EF}" type="pres">
      <dgm:prSet presAssocID="{3DECEEFA-4C0C-4C3D-BAB3-80A92AB67A49}" presName="rootComposite" presStyleCnt="0"/>
      <dgm:spPr/>
    </dgm:pt>
    <dgm:pt modelId="{388AC780-2278-4EF9-BB13-401C508924AE}" type="pres">
      <dgm:prSet presAssocID="{3DECEEFA-4C0C-4C3D-BAB3-80A92AB67A49}" presName="rootText" presStyleLbl="node3" presStyleIdx="19" presStyleCnt="38">
        <dgm:presLayoutVars>
          <dgm:chPref val="3"/>
        </dgm:presLayoutVars>
      </dgm:prSet>
      <dgm:spPr/>
    </dgm:pt>
    <dgm:pt modelId="{721F9E88-6742-4674-AB10-EAFA97EDF7D5}" type="pres">
      <dgm:prSet presAssocID="{3DECEEFA-4C0C-4C3D-BAB3-80A92AB67A49}" presName="rootConnector" presStyleLbl="node3" presStyleIdx="19" presStyleCnt="38"/>
      <dgm:spPr/>
    </dgm:pt>
    <dgm:pt modelId="{D3EA3F8A-87ED-4A6E-B2BA-2717DD72CA4F}" type="pres">
      <dgm:prSet presAssocID="{3DECEEFA-4C0C-4C3D-BAB3-80A92AB67A49}" presName="hierChild4" presStyleCnt="0"/>
      <dgm:spPr/>
    </dgm:pt>
    <dgm:pt modelId="{6A2F6B74-4187-4C7E-AB25-3F50B554BFC9}" type="pres">
      <dgm:prSet presAssocID="{3DECEEFA-4C0C-4C3D-BAB3-80A92AB67A49}" presName="hierChild5" presStyleCnt="0"/>
      <dgm:spPr/>
    </dgm:pt>
    <dgm:pt modelId="{9521E0E0-E1F7-47EB-9DF6-48B61DF8F3CE}" type="pres">
      <dgm:prSet presAssocID="{E133C796-77DF-4653-8D9A-8BF78119720A}" presName="hierChild5" presStyleCnt="0"/>
      <dgm:spPr/>
    </dgm:pt>
    <dgm:pt modelId="{C11550F0-ECBA-4E83-98B5-BAC138111481}" type="pres">
      <dgm:prSet presAssocID="{6F2BF528-4E97-4DED-92FA-27AD67AA2EF7}" presName="Name37" presStyleLbl="parChTrans1D2" presStyleIdx="4" presStyleCnt="8"/>
      <dgm:spPr/>
    </dgm:pt>
    <dgm:pt modelId="{4655E524-3A83-4A63-9DC7-1EADF6498376}" type="pres">
      <dgm:prSet presAssocID="{8B30CABD-6DE7-40E5-A5B5-5CC70BDCE394}" presName="hierRoot2" presStyleCnt="0">
        <dgm:presLayoutVars>
          <dgm:hierBranch val="init"/>
        </dgm:presLayoutVars>
      </dgm:prSet>
      <dgm:spPr/>
    </dgm:pt>
    <dgm:pt modelId="{E1E7FE57-F6A5-4FA3-8C27-47D0ED2A63CE}" type="pres">
      <dgm:prSet presAssocID="{8B30CABD-6DE7-40E5-A5B5-5CC70BDCE394}" presName="rootComposite" presStyleCnt="0"/>
      <dgm:spPr/>
    </dgm:pt>
    <dgm:pt modelId="{1EBC2A17-5F34-4226-84B7-C6A7A7A5C865}" type="pres">
      <dgm:prSet presAssocID="{8B30CABD-6DE7-40E5-A5B5-5CC70BDCE394}" presName="rootText" presStyleLbl="node2" presStyleIdx="4" presStyleCnt="8" custScaleX="119792">
        <dgm:presLayoutVars>
          <dgm:chPref val="3"/>
        </dgm:presLayoutVars>
      </dgm:prSet>
      <dgm:spPr>
        <a:prstGeom prst="ellipse">
          <a:avLst/>
        </a:prstGeom>
      </dgm:spPr>
    </dgm:pt>
    <dgm:pt modelId="{B9A437B9-08C7-4BC4-9E95-8748D11267E2}" type="pres">
      <dgm:prSet presAssocID="{8B30CABD-6DE7-40E5-A5B5-5CC70BDCE394}" presName="rootConnector" presStyleLbl="node2" presStyleIdx="4" presStyleCnt="8"/>
      <dgm:spPr/>
    </dgm:pt>
    <dgm:pt modelId="{4015A88E-1F4A-4DE0-A1F8-FC9FF4C973DE}" type="pres">
      <dgm:prSet presAssocID="{8B30CABD-6DE7-40E5-A5B5-5CC70BDCE394}" presName="hierChild4" presStyleCnt="0"/>
      <dgm:spPr/>
    </dgm:pt>
    <dgm:pt modelId="{DA63747A-BE5D-4D18-8ED5-8EDEF7A07E52}" type="pres">
      <dgm:prSet presAssocID="{73E6586C-828A-41BE-B024-DC8DCE6135D2}" presName="Name37" presStyleLbl="parChTrans1D3" presStyleIdx="20" presStyleCnt="38"/>
      <dgm:spPr/>
    </dgm:pt>
    <dgm:pt modelId="{556F43C5-86BA-42A9-A745-D4AA6FFD6038}" type="pres">
      <dgm:prSet presAssocID="{E41DE51E-2042-4062-B336-7DC122B60676}" presName="hierRoot2" presStyleCnt="0">
        <dgm:presLayoutVars>
          <dgm:hierBranch val="init"/>
        </dgm:presLayoutVars>
      </dgm:prSet>
      <dgm:spPr/>
    </dgm:pt>
    <dgm:pt modelId="{1619CB57-7084-470F-A88B-0E6FA47F3CE7}" type="pres">
      <dgm:prSet presAssocID="{E41DE51E-2042-4062-B336-7DC122B60676}" presName="rootComposite" presStyleCnt="0"/>
      <dgm:spPr/>
    </dgm:pt>
    <dgm:pt modelId="{627C5EAC-3961-4CE1-A486-E9FA96C5B4CC}" type="pres">
      <dgm:prSet presAssocID="{E41DE51E-2042-4062-B336-7DC122B60676}" presName="rootText" presStyleLbl="node3" presStyleIdx="20" presStyleCnt="38">
        <dgm:presLayoutVars>
          <dgm:chPref val="3"/>
        </dgm:presLayoutVars>
      </dgm:prSet>
      <dgm:spPr/>
    </dgm:pt>
    <dgm:pt modelId="{9F8AB258-5DBD-4241-A810-075AD8054F6B}" type="pres">
      <dgm:prSet presAssocID="{E41DE51E-2042-4062-B336-7DC122B60676}" presName="rootConnector" presStyleLbl="node3" presStyleIdx="20" presStyleCnt="38"/>
      <dgm:spPr/>
    </dgm:pt>
    <dgm:pt modelId="{22503CB6-0535-4819-854E-17313C51CEF9}" type="pres">
      <dgm:prSet presAssocID="{E41DE51E-2042-4062-B336-7DC122B60676}" presName="hierChild4" presStyleCnt="0"/>
      <dgm:spPr/>
    </dgm:pt>
    <dgm:pt modelId="{3741DB44-363A-4699-8A70-2E0843A21BFC}" type="pres">
      <dgm:prSet presAssocID="{E41DE51E-2042-4062-B336-7DC122B60676}" presName="hierChild5" presStyleCnt="0"/>
      <dgm:spPr/>
    </dgm:pt>
    <dgm:pt modelId="{F38C6742-43C7-47CE-9BD4-AC9A433CD1E8}" type="pres">
      <dgm:prSet presAssocID="{B3374E9B-C92B-4644-88ED-B13EAFB5F5DF}" presName="Name37" presStyleLbl="parChTrans1D3" presStyleIdx="21" presStyleCnt="38"/>
      <dgm:spPr/>
    </dgm:pt>
    <dgm:pt modelId="{40167D6F-794D-4019-A25C-32A89AA3DB53}" type="pres">
      <dgm:prSet presAssocID="{7D8631E4-02D5-43D6-8DF7-42119C979884}" presName="hierRoot2" presStyleCnt="0">
        <dgm:presLayoutVars>
          <dgm:hierBranch val="init"/>
        </dgm:presLayoutVars>
      </dgm:prSet>
      <dgm:spPr/>
    </dgm:pt>
    <dgm:pt modelId="{AC249D17-9C02-41F1-B639-2F2D137B7D17}" type="pres">
      <dgm:prSet presAssocID="{7D8631E4-02D5-43D6-8DF7-42119C979884}" presName="rootComposite" presStyleCnt="0"/>
      <dgm:spPr/>
    </dgm:pt>
    <dgm:pt modelId="{13639E6F-0BE7-4BF6-BE83-64D55D693950}" type="pres">
      <dgm:prSet presAssocID="{7D8631E4-02D5-43D6-8DF7-42119C979884}" presName="rootText" presStyleLbl="node3" presStyleIdx="21" presStyleCnt="38">
        <dgm:presLayoutVars>
          <dgm:chPref val="3"/>
        </dgm:presLayoutVars>
      </dgm:prSet>
      <dgm:spPr/>
    </dgm:pt>
    <dgm:pt modelId="{68275231-EFC8-4164-A889-D394BFE388E0}" type="pres">
      <dgm:prSet presAssocID="{7D8631E4-02D5-43D6-8DF7-42119C979884}" presName="rootConnector" presStyleLbl="node3" presStyleIdx="21" presStyleCnt="38"/>
      <dgm:spPr/>
    </dgm:pt>
    <dgm:pt modelId="{310C2A6D-48C5-4213-8A32-D028BE363A7E}" type="pres">
      <dgm:prSet presAssocID="{7D8631E4-02D5-43D6-8DF7-42119C979884}" presName="hierChild4" presStyleCnt="0"/>
      <dgm:spPr/>
    </dgm:pt>
    <dgm:pt modelId="{7CF8E6B2-D196-42E8-8967-003EA1E256D1}" type="pres">
      <dgm:prSet presAssocID="{7D8631E4-02D5-43D6-8DF7-42119C979884}" presName="hierChild5" presStyleCnt="0"/>
      <dgm:spPr/>
    </dgm:pt>
    <dgm:pt modelId="{0865D385-8DED-4F9F-B40E-E6158280FE3B}" type="pres">
      <dgm:prSet presAssocID="{4B6702CF-0D20-4DE2-B57D-A09B2B2109B4}" presName="Name37" presStyleLbl="parChTrans1D3" presStyleIdx="22" presStyleCnt="38"/>
      <dgm:spPr/>
    </dgm:pt>
    <dgm:pt modelId="{99FF0706-1461-4672-A5E9-9C81666D17DD}" type="pres">
      <dgm:prSet presAssocID="{0F87D9F1-942E-4C05-8D15-13DCF0ADCEF5}" presName="hierRoot2" presStyleCnt="0">
        <dgm:presLayoutVars>
          <dgm:hierBranch val="init"/>
        </dgm:presLayoutVars>
      </dgm:prSet>
      <dgm:spPr/>
    </dgm:pt>
    <dgm:pt modelId="{DB39E1E6-E0E8-486D-8439-8EA293EBDE0A}" type="pres">
      <dgm:prSet presAssocID="{0F87D9F1-942E-4C05-8D15-13DCF0ADCEF5}" presName="rootComposite" presStyleCnt="0"/>
      <dgm:spPr/>
    </dgm:pt>
    <dgm:pt modelId="{B7C3EF2C-0828-41ED-9EA7-A6F238EEE90C}" type="pres">
      <dgm:prSet presAssocID="{0F87D9F1-942E-4C05-8D15-13DCF0ADCEF5}" presName="rootText" presStyleLbl="node3" presStyleIdx="22" presStyleCnt="38">
        <dgm:presLayoutVars>
          <dgm:chPref val="3"/>
        </dgm:presLayoutVars>
      </dgm:prSet>
      <dgm:spPr/>
    </dgm:pt>
    <dgm:pt modelId="{21DA7323-D31F-498E-9A91-5B414D577FB0}" type="pres">
      <dgm:prSet presAssocID="{0F87D9F1-942E-4C05-8D15-13DCF0ADCEF5}" presName="rootConnector" presStyleLbl="node3" presStyleIdx="22" presStyleCnt="38"/>
      <dgm:spPr/>
    </dgm:pt>
    <dgm:pt modelId="{9C18DB7A-9033-4D29-9B6A-2811AD906775}" type="pres">
      <dgm:prSet presAssocID="{0F87D9F1-942E-4C05-8D15-13DCF0ADCEF5}" presName="hierChild4" presStyleCnt="0"/>
      <dgm:spPr/>
    </dgm:pt>
    <dgm:pt modelId="{20A872B3-B5AA-4EEB-9144-31A442CBFCFE}" type="pres">
      <dgm:prSet presAssocID="{0F87D9F1-942E-4C05-8D15-13DCF0ADCEF5}" presName="hierChild5" presStyleCnt="0"/>
      <dgm:spPr/>
    </dgm:pt>
    <dgm:pt modelId="{39596ADF-3283-49E2-AF85-AA8889C6F42D}" type="pres">
      <dgm:prSet presAssocID="{56DD05A2-BB63-4AE9-82C3-3CD486C5FC67}" presName="Name37" presStyleLbl="parChTrans1D3" presStyleIdx="23" presStyleCnt="38"/>
      <dgm:spPr/>
    </dgm:pt>
    <dgm:pt modelId="{BBD4669B-10F5-463C-AE1A-2F690A4FF0AC}" type="pres">
      <dgm:prSet presAssocID="{28B7D7EC-4DA3-4584-AA95-0D921E677B11}" presName="hierRoot2" presStyleCnt="0">
        <dgm:presLayoutVars>
          <dgm:hierBranch val="init"/>
        </dgm:presLayoutVars>
      </dgm:prSet>
      <dgm:spPr/>
    </dgm:pt>
    <dgm:pt modelId="{55818941-7F3F-4A05-B1D1-30A41C6C0E99}" type="pres">
      <dgm:prSet presAssocID="{28B7D7EC-4DA3-4584-AA95-0D921E677B11}" presName="rootComposite" presStyleCnt="0"/>
      <dgm:spPr/>
    </dgm:pt>
    <dgm:pt modelId="{3F489F6C-495A-4515-B9B1-D1A72888E36A}" type="pres">
      <dgm:prSet presAssocID="{28B7D7EC-4DA3-4584-AA95-0D921E677B11}" presName="rootText" presStyleLbl="node3" presStyleIdx="23" presStyleCnt="38">
        <dgm:presLayoutVars>
          <dgm:chPref val="3"/>
        </dgm:presLayoutVars>
      </dgm:prSet>
      <dgm:spPr/>
    </dgm:pt>
    <dgm:pt modelId="{EF1EF92E-8EBE-4DFF-B1CF-A7793257B55B}" type="pres">
      <dgm:prSet presAssocID="{28B7D7EC-4DA3-4584-AA95-0D921E677B11}" presName="rootConnector" presStyleLbl="node3" presStyleIdx="23" presStyleCnt="38"/>
      <dgm:spPr/>
    </dgm:pt>
    <dgm:pt modelId="{D7D33A8D-DA6B-4937-B1E6-64A3EFEDB3A3}" type="pres">
      <dgm:prSet presAssocID="{28B7D7EC-4DA3-4584-AA95-0D921E677B11}" presName="hierChild4" presStyleCnt="0"/>
      <dgm:spPr/>
    </dgm:pt>
    <dgm:pt modelId="{3AD1E7A4-20E2-41FE-8C3F-0D245397DA5C}" type="pres">
      <dgm:prSet presAssocID="{28B7D7EC-4DA3-4584-AA95-0D921E677B11}" presName="hierChild5" presStyleCnt="0"/>
      <dgm:spPr/>
    </dgm:pt>
    <dgm:pt modelId="{1FAEE08F-C7A6-4013-92DC-3BFFC7576ACB}" type="pres">
      <dgm:prSet presAssocID="{8B30CABD-6DE7-40E5-A5B5-5CC70BDCE394}" presName="hierChild5" presStyleCnt="0"/>
      <dgm:spPr/>
    </dgm:pt>
    <dgm:pt modelId="{26B14E8E-84D3-4EB3-A014-50662E4AA96E}" type="pres">
      <dgm:prSet presAssocID="{24ED1521-94AC-48CD-A34C-75A70EA4FA72}" presName="Name37" presStyleLbl="parChTrans1D2" presStyleIdx="5" presStyleCnt="8"/>
      <dgm:spPr/>
    </dgm:pt>
    <dgm:pt modelId="{EA204E8A-14FA-4A38-AD93-71DA5AA238D1}" type="pres">
      <dgm:prSet presAssocID="{B40DE5A7-CD03-4A2B-AE7E-0668D7958A0C}" presName="hierRoot2" presStyleCnt="0">
        <dgm:presLayoutVars>
          <dgm:hierBranch val="init"/>
        </dgm:presLayoutVars>
      </dgm:prSet>
      <dgm:spPr/>
    </dgm:pt>
    <dgm:pt modelId="{FA977E11-55C9-4DB0-88C6-7F3E33B4008F}" type="pres">
      <dgm:prSet presAssocID="{B40DE5A7-CD03-4A2B-AE7E-0668D7958A0C}" presName="rootComposite" presStyleCnt="0"/>
      <dgm:spPr/>
    </dgm:pt>
    <dgm:pt modelId="{BAB97969-862A-4F23-B73B-81729C4AEF25}" type="pres">
      <dgm:prSet presAssocID="{B40DE5A7-CD03-4A2B-AE7E-0668D7958A0C}" presName="rootText" presStyleLbl="node2" presStyleIdx="5" presStyleCnt="8">
        <dgm:presLayoutVars>
          <dgm:chPref val="3"/>
        </dgm:presLayoutVars>
      </dgm:prSet>
      <dgm:spPr>
        <a:prstGeom prst="ellipse">
          <a:avLst/>
        </a:prstGeom>
      </dgm:spPr>
    </dgm:pt>
    <dgm:pt modelId="{CFD78D4C-850E-4F70-B326-B1E27AC2E3B2}" type="pres">
      <dgm:prSet presAssocID="{B40DE5A7-CD03-4A2B-AE7E-0668D7958A0C}" presName="rootConnector" presStyleLbl="node2" presStyleIdx="5" presStyleCnt="8"/>
      <dgm:spPr/>
    </dgm:pt>
    <dgm:pt modelId="{417F40B9-EE71-4E3E-BB63-4B213F8364E5}" type="pres">
      <dgm:prSet presAssocID="{B40DE5A7-CD03-4A2B-AE7E-0668D7958A0C}" presName="hierChild4" presStyleCnt="0"/>
      <dgm:spPr/>
    </dgm:pt>
    <dgm:pt modelId="{584DFC81-A52E-404D-BDE4-C124B906E86F}" type="pres">
      <dgm:prSet presAssocID="{209B7688-FE76-4A71-963A-71EC99417AC6}" presName="Name37" presStyleLbl="parChTrans1D3" presStyleIdx="24" presStyleCnt="38"/>
      <dgm:spPr/>
    </dgm:pt>
    <dgm:pt modelId="{08E25B46-7860-49BB-8E30-FC19F2770EAF}" type="pres">
      <dgm:prSet presAssocID="{53A8826E-E95C-490A-A700-8ED738860DA7}" presName="hierRoot2" presStyleCnt="0">
        <dgm:presLayoutVars>
          <dgm:hierBranch val="init"/>
        </dgm:presLayoutVars>
      </dgm:prSet>
      <dgm:spPr/>
    </dgm:pt>
    <dgm:pt modelId="{B6E11B8E-F978-4E37-A9FC-5B8E8A1409F0}" type="pres">
      <dgm:prSet presAssocID="{53A8826E-E95C-490A-A700-8ED738860DA7}" presName="rootComposite" presStyleCnt="0"/>
      <dgm:spPr/>
    </dgm:pt>
    <dgm:pt modelId="{DDFBEE76-C88D-45DF-A3A1-D1313B141474}" type="pres">
      <dgm:prSet presAssocID="{53A8826E-E95C-490A-A700-8ED738860DA7}" presName="rootText" presStyleLbl="node3" presStyleIdx="24" presStyleCnt="38">
        <dgm:presLayoutVars>
          <dgm:chPref val="3"/>
        </dgm:presLayoutVars>
      </dgm:prSet>
      <dgm:spPr/>
    </dgm:pt>
    <dgm:pt modelId="{81592935-0ABB-419A-A9DD-DA56B7CA0A46}" type="pres">
      <dgm:prSet presAssocID="{53A8826E-E95C-490A-A700-8ED738860DA7}" presName="rootConnector" presStyleLbl="node3" presStyleIdx="24" presStyleCnt="38"/>
      <dgm:spPr/>
    </dgm:pt>
    <dgm:pt modelId="{6E66DF87-AA74-4276-B6A2-F873D7D82D93}" type="pres">
      <dgm:prSet presAssocID="{53A8826E-E95C-490A-A700-8ED738860DA7}" presName="hierChild4" presStyleCnt="0"/>
      <dgm:spPr/>
    </dgm:pt>
    <dgm:pt modelId="{636EA2E5-1371-4997-9532-DC73EE9F2CF2}" type="pres">
      <dgm:prSet presAssocID="{53A8826E-E95C-490A-A700-8ED738860DA7}" presName="hierChild5" presStyleCnt="0"/>
      <dgm:spPr/>
    </dgm:pt>
    <dgm:pt modelId="{EA5945E4-F5C8-4DF4-BD12-B6F3768766D3}" type="pres">
      <dgm:prSet presAssocID="{2DDB4540-2653-4D77-969D-2FF8B842D26D}" presName="Name37" presStyleLbl="parChTrans1D3" presStyleIdx="25" presStyleCnt="38"/>
      <dgm:spPr/>
    </dgm:pt>
    <dgm:pt modelId="{C95F85DE-F7B9-4B0B-9B04-02296779FDE3}" type="pres">
      <dgm:prSet presAssocID="{EFD06233-CB8A-4B22-87A5-83C648326A1C}" presName="hierRoot2" presStyleCnt="0">
        <dgm:presLayoutVars>
          <dgm:hierBranch val="init"/>
        </dgm:presLayoutVars>
      </dgm:prSet>
      <dgm:spPr/>
    </dgm:pt>
    <dgm:pt modelId="{7703F054-CD6D-453D-B27C-6F4F302EE15F}" type="pres">
      <dgm:prSet presAssocID="{EFD06233-CB8A-4B22-87A5-83C648326A1C}" presName="rootComposite" presStyleCnt="0"/>
      <dgm:spPr/>
    </dgm:pt>
    <dgm:pt modelId="{56CF1A79-B330-4B5F-8C3A-FDD99C288F75}" type="pres">
      <dgm:prSet presAssocID="{EFD06233-CB8A-4B22-87A5-83C648326A1C}" presName="rootText" presStyleLbl="node3" presStyleIdx="25" presStyleCnt="38">
        <dgm:presLayoutVars>
          <dgm:chPref val="3"/>
        </dgm:presLayoutVars>
      </dgm:prSet>
      <dgm:spPr/>
    </dgm:pt>
    <dgm:pt modelId="{4B3E202E-40FE-45A9-AE33-5761FE937219}" type="pres">
      <dgm:prSet presAssocID="{EFD06233-CB8A-4B22-87A5-83C648326A1C}" presName="rootConnector" presStyleLbl="node3" presStyleIdx="25" presStyleCnt="38"/>
      <dgm:spPr/>
    </dgm:pt>
    <dgm:pt modelId="{6B69AD0E-F9EB-4664-AFDB-3D1C7D57AE14}" type="pres">
      <dgm:prSet presAssocID="{EFD06233-CB8A-4B22-87A5-83C648326A1C}" presName="hierChild4" presStyleCnt="0"/>
      <dgm:spPr/>
    </dgm:pt>
    <dgm:pt modelId="{CCF28D9D-EE01-4BBA-8BD0-143639E52749}" type="pres">
      <dgm:prSet presAssocID="{EFD06233-CB8A-4B22-87A5-83C648326A1C}" presName="hierChild5" presStyleCnt="0"/>
      <dgm:spPr/>
    </dgm:pt>
    <dgm:pt modelId="{BF0F5198-DA3C-4C95-896A-A6427945FFFE}" type="pres">
      <dgm:prSet presAssocID="{84DEBAF6-7117-49FD-92B9-E2F70734973F}" presName="Name37" presStyleLbl="parChTrans1D3" presStyleIdx="26" presStyleCnt="38"/>
      <dgm:spPr/>
    </dgm:pt>
    <dgm:pt modelId="{308B5D2F-351C-454A-BCAF-AFD6C7861B94}" type="pres">
      <dgm:prSet presAssocID="{9DD373E5-A61A-4740-9BC6-930351318B2E}" presName="hierRoot2" presStyleCnt="0">
        <dgm:presLayoutVars>
          <dgm:hierBranch val="init"/>
        </dgm:presLayoutVars>
      </dgm:prSet>
      <dgm:spPr/>
    </dgm:pt>
    <dgm:pt modelId="{36B6DF37-07DB-4A9C-824D-B3DE5AE7ED65}" type="pres">
      <dgm:prSet presAssocID="{9DD373E5-A61A-4740-9BC6-930351318B2E}" presName="rootComposite" presStyleCnt="0"/>
      <dgm:spPr/>
    </dgm:pt>
    <dgm:pt modelId="{C40EB3F3-60ED-4711-863C-142753575938}" type="pres">
      <dgm:prSet presAssocID="{9DD373E5-A61A-4740-9BC6-930351318B2E}" presName="rootText" presStyleLbl="node3" presStyleIdx="26" presStyleCnt="38">
        <dgm:presLayoutVars>
          <dgm:chPref val="3"/>
        </dgm:presLayoutVars>
      </dgm:prSet>
      <dgm:spPr/>
    </dgm:pt>
    <dgm:pt modelId="{16CF14B4-1780-4280-A8D8-1B95CA81CE75}" type="pres">
      <dgm:prSet presAssocID="{9DD373E5-A61A-4740-9BC6-930351318B2E}" presName="rootConnector" presStyleLbl="node3" presStyleIdx="26" presStyleCnt="38"/>
      <dgm:spPr/>
    </dgm:pt>
    <dgm:pt modelId="{55E5B88C-0139-4768-9E71-273A55487210}" type="pres">
      <dgm:prSet presAssocID="{9DD373E5-A61A-4740-9BC6-930351318B2E}" presName="hierChild4" presStyleCnt="0"/>
      <dgm:spPr/>
    </dgm:pt>
    <dgm:pt modelId="{03AFD6AF-005E-4ABC-A4E1-5680FCE6893F}" type="pres">
      <dgm:prSet presAssocID="{9DD373E5-A61A-4740-9BC6-930351318B2E}" presName="hierChild5" presStyleCnt="0"/>
      <dgm:spPr/>
    </dgm:pt>
    <dgm:pt modelId="{D5F143A8-3A17-410E-9AAF-DF5CEFCBB10D}" type="pres">
      <dgm:prSet presAssocID="{1B3DA24B-986B-4793-8748-7C4999BD644A}" presName="Name37" presStyleLbl="parChTrans1D3" presStyleIdx="27" presStyleCnt="38"/>
      <dgm:spPr/>
    </dgm:pt>
    <dgm:pt modelId="{BC830B14-795F-4F7F-9BCC-EBE6E939AAF5}" type="pres">
      <dgm:prSet presAssocID="{3D79B228-CCFD-432B-8F0B-4E21F5F849D0}" presName="hierRoot2" presStyleCnt="0">
        <dgm:presLayoutVars>
          <dgm:hierBranch val="init"/>
        </dgm:presLayoutVars>
      </dgm:prSet>
      <dgm:spPr/>
    </dgm:pt>
    <dgm:pt modelId="{C12842D4-6F5B-47B4-8329-614CAF577431}" type="pres">
      <dgm:prSet presAssocID="{3D79B228-CCFD-432B-8F0B-4E21F5F849D0}" presName="rootComposite" presStyleCnt="0"/>
      <dgm:spPr/>
    </dgm:pt>
    <dgm:pt modelId="{56FF44AE-BAE5-4BC9-ADA7-7A2F10013588}" type="pres">
      <dgm:prSet presAssocID="{3D79B228-CCFD-432B-8F0B-4E21F5F849D0}" presName="rootText" presStyleLbl="node3" presStyleIdx="27" presStyleCnt="38">
        <dgm:presLayoutVars>
          <dgm:chPref val="3"/>
        </dgm:presLayoutVars>
      </dgm:prSet>
      <dgm:spPr/>
    </dgm:pt>
    <dgm:pt modelId="{186833BE-FC06-4D7D-8B04-4A56A4368736}" type="pres">
      <dgm:prSet presAssocID="{3D79B228-CCFD-432B-8F0B-4E21F5F849D0}" presName="rootConnector" presStyleLbl="node3" presStyleIdx="27" presStyleCnt="38"/>
      <dgm:spPr/>
    </dgm:pt>
    <dgm:pt modelId="{DC890A80-D924-43DE-90B4-B2C6B3FED940}" type="pres">
      <dgm:prSet presAssocID="{3D79B228-CCFD-432B-8F0B-4E21F5F849D0}" presName="hierChild4" presStyleCnt="0"/>
      <dgm:spPr/>
    </dgm:pt>
    <dgm:pt modelId="{F12DC0E2-6FD0-4F34-8E91-AE6EAD23FF90}" type="pres">
      <dgm:prSet presAssocID="{3D79B228-CCFD-432B-8F0B-4E21F5F849D0}" presName="hierChild5" presStyleCnt="0"/>
      <dgm:spPr/>
    </dgm:pt>
    <dgm:pt modelId="{4AF34DE9-46EC-4130-A575-E4D1167ABC61}" type="pres">
      <dgm:prSet presAssocID="{B40DE5A7-CD03-4A2B-AE7E-0668D7958A0C}" presName="hierChild5" presStyleCnt="0"/>
      <dgm:spPr/>
    </dgm:pt>
    <dgm:pt modelId="{11F82EB5-E5C3-4855-A46F-95F86E4E955B}" type="pres">
      <dgm:prSet presAssocID="{3C8ADD83-F77A-4302-97D8-20E8109E322B}" presName="Name37" presStyleLbl="parChTrans1D2" presStyleIdx="6" presStyleCnt="8"/>
      <dgm:spPr/>
    </dgm:pt>
    <dgm:pt modelId="{74B0AE32-A62B-4B55-8FC4-924B5492DCC7}" type="pres">
      <dgm:prSet presAssocID="{B63250C2-ABF4-4640-AB72-CC2B8FDD07F3}" presName="hierRoot2" presStyleCnt="0">
        <dgm:presLayoutVars>
          <dgm:hierBranch val="init"/>
        </dgm:presLayoutVars>
      </dgm:prSet>
      <dgm:spPr/>
    </dgm:pt>
    <dgm:pt modelId="{0690B691-35BB-4049-9B05-FC3DC4360CB9}" type="pres">
      <dgm:prSet presAssocID="{B63250C2-ABF4-4640-AB72-CC2B8FDD07F3}" presName="rootComposite" presStyleCnt="0"/>
      <dgm:spPr/>
    </dgm:pt>
    <dgm:pt modelId="{A82AD788-6E26-4EF3-9C3F-3E2089CDC5F2}" type="pres">
      <dgm:prSet presAssocID="{B63250C2-ABF4-4640-AB72-CC2B8FDD07F3}" presName="rootText" presStyleLbl="node2" presStyleIdx="6" presStyleCnt="8" custScaleX="118480">
        <dgm:presLayoutVars>
          <dgm:chPref val="3"/>
        </dgm:presLayoutVars>
      </dgm:prSet>
      <dgm:spPr>
        <a:prstGeom prst="ellipse">
          <a:avLst/>
        </a:prstGeom>
      </dgm:spPr>
    </dgm:pt>
    <dgm:pt modelId="{4A3FC111-FB6D-4BCC-B038-6463A93EA47F}" type="pres">
      <dgm:prSet presAssocID="{B63250C2-ABF4-4640-AB72-CC2B8FDD07F3}" presName="rootConnector" presStyleLbl="node2" presStyleIdx="6" presStyleCnt="8"/>
      <dgm:spPr/>
    </dgm:pt>
    <dgm:pt modelId="{20C3476F-BDBD-4F06-9024-27A9E96EE091}" type="pres">
      <dgm:prSet presAssocID="{B63250C2-ABF4-4640-AB72-CC2B8FDD07F3}" presName="hierChild4" presStyleCnt="0"/>
      <dgm:spPr/>
    </dgm:pt>
    <dgm:pt modelId="{C66F75C8-8D73-4617-A20C-1A203C28C579}" type="pres">
      <dgm:prSet presAssocID="{EB67F805-9116-4D5F-BF98-477012A62D70}" presName="Name37" presStyleLbl="parChTrans1D3" presStyleIdx="28" presStyleCnt="38"/>
      <dgm:spPr/>
    </dgm:pt>
    <dgm:pt modelId="{E469F655-0BB9-4561-BEBE-14E27DA356B9}" type="pres">
      <dgm:prSet presAssocID="{A6B911AD-FC06-4DF2-912E-B02BC12D694F}" presName="hierRoot2" presStyleCnt="0">
        <dgm:presLayoutVars>
          <dgm:hierBranch val="init"/>
        </dgm:presLayoutVars>
      </dgm:prSet>
      <dgm:spPr/>
    </dgm:pt>
    <dgm:pt modelId="{87A24E8B-457B-4A25-B291-3934AB793891}" type="pres">
      <dgm:prSet presAssocID="{A6B911AD-FC06-4DF2-912E-B02BC12D694F}" presName="rootComposite" presStyleCnt="0"/>
      <dgm:spPr/>
    </dgm:pt>
    <dgm:pt modelId="{2723E74D-2BF9-4BC4-BAAB-DB15D23F2658}" type="pres">
      <dgm:prSet presAssocID="{A6B911AD-FC06-4DF2-912E-B02BC12D694F}" presName="rootText" presStyleLbl="node3" presStyleIdx="28" presStyleCnt="38">
        <dgm:presLayoutVars>
          <dgm:chPref val="3"/>
        </dgm:presLayoutVars>
      </dgm:prSet>
      <dgm:spPr/>
    </dgm:pt>
    <dgm:pt modelId="{34346B3B-D3AA-47E5-AEBB-96B4DA953458}" type="pres">
      <dgm:prSet presAssocID="{A6B911AD-FC06-4DF2-912E-B02BC12D694F}" presName="rootConnector" presStyleLbl="node3" presStyleIdx="28" presStyleCnt="38"/>
      <dgm:spPr/>
    </dgm:pt>
    <dgm:pt modelId="{787C94C3-BF8D-411F-AA5D-59AEFCA9A28E}" type="pres">
      <dgm:prSet presAssocID="{A6B911AD-FC06-4DF2-912E-B02BC12D694F}" presName="hierChild4" presStyleCnt="0"/>
      <dgm:spPr/>
    </dgm:pt>
    <dgm:pt modelId="{DBCFCC4F-B665-48E5-99D5-F3994FD369A5}" type="pres">
      <dgm:prSet presAssocID="{A6B911AD-FC06-4DF2-912E-B02BC12D694F}" presName="hierChild5" presStyleCnt="0"/>
      <dgm:spPr/>
    </dgm:pt>
    <dgm:pt modelId="{C3E0647B-DAF3-402F-BEAA-6C45EA942860}" type="pres">
      <dgm:prSet presAssocID="{BAB4DA13-ED21-401E-8541-352C607562A5}" presName="Name37" presStyleLbl="parChTrans1D3" presStyleIdx="29" presStyleCnt="38"/>
      <dgm:spPr/>
    </dgm:pt>
    <dgm:pt modelId="{ADBB7975-62A6-4064-A5F9-1CF4314E8F99}" type="pres">
      <dgm:prSet presAssocID="{372DF126-CEE4-4C7F-939F-F0CE480A1697}" presName="hierRoot2" presStyleCnt="0">
        <dgm:presLayoutVars>
          <dgm:hierBranch val="init"/>
        </dgm:presLayoutVars>
      </dgm:prSet>
      <dgm:spPr/>
    </dgm:pt>
    <dgm:pt modelId="{C5F7A683-6372-47C4-B4DA-15D81E646DD6}" type="pres">
      <dgm:prSet presAssocID="{372DF126-CEE4-4C7F-939F-F0CE480A1697}" presName="rootComposite" presStyleCnt="0"/>
      <dgm:spPr/>
    </dgm:pt>
    <dgm:pt modelId="{AD87F1AA-0BF0-48AD-B453-5CD03F5D987C}" type="pres">
      <dgm:prSet presAssocID="{372DF126-CEE4-4C7F-939F-F0CE480A1697}" presName="rootText" presStyleLbl="node3" presStyleIdx="29" presStyleCnt="38">
        <dgm:presLayoutVars>
          <dgm:chPref val="3"/>
        </dgm:presLayoutVars>
      </dgm:prSet>
      <dgm:spPr/>
    </dgm:pt>
    <dgm:pt modelId="{CCA3E906-3D49-4C63-B057-E5847847E8B0}" type="pres">
      <dgm:prSet presAssocID="{372DF126-CEE4-4C7F-939F-F0CE480A1697}" presName="rootConnector" presStyleLbl="node3" presStyleIdx="29" presStyleCnt="38"/>
      <dgm:spPr/>
    </dgm:pt>
    <dgm:pt modelId="{B87BFF97-B28C-41B0-81B1-C7D4F471EB49}" type="pres">
      <dgm:prSet presAssocID="{372DF126-CEE4-4C7F-939F-F0CE480A1697}" presName="hierChild4" presStyleCnt="0"/>
      <dgm:spPr/>
    </dgm:pt>
    <dgm:pt modelId="{3D670F84-BBB3-4AE7-9BDC-CE1C0B9EC365}" type="pres">
      <dgm:prSet presAssocID="{372DF126-CEE4-4C7F-939F-F0CE480A1697}" presName="hierChild5" presStyleCnt="0"/>
      <dgm:spPr/>
    </dgm:pt>
    <dgm:pt modelId="{B9765CF9-418A-4AF3-BFA2-CD1CF6A8725F}" type="pres">
      <dgm:prSet presAssocID="{83CF7A72-54C0-413A-AB32-FEC49D665D4B}" presName="Name37" presStyleLbl="parChTrans1D3" presStyleIdx="30" presStyleCnt="38"/>
      <dgm:spPr/>
    </dgm:pt>
    <dgm:pt modelId="{21A00360-5357-469D-AFA8-27E20D990F04}" type="pres">
      <dgm:prSet presAssocID="{7BB9E330-AF59-4BA0-818B-2ADC267D4339}" presName="hierRoot2" presStyleCnt="0">
        <dgm:presLayoutVars>
          <dgm:hierBranch val="init"/>
        </dgm:presLayoutVars>
      </dgm:prSet>
      <dgm:spPr/>
    </dgm:pt>
    <dgm:pt modelId="{6F7CEB9D-9C81-497E-913B-577808A660A0}" type="pres">
      <dgm:prSet presAssocID="{7BB9E330-AF59-4BA0-818B-2ADC267D4339}" presName="rootComposite" presStyleCnt="0"/>
      <dgm:spPr/>
    </dgm:pt>
    <dgm:pt modelId="{8496F576-BB4B-4ED5-AE79-6258B6B10272}" type="pres">
      <dgm:prSet presAssocID="{7BB9E330-AF59-4BA0-818B-2ADC267D4339}" presName="rootText" presStyleLbl="node3" presStyleIdx="30" presStyleCnt="38">
        <dgm:presLayoutVars>
          <dgm:chPref val="3"/>
        </dgm:presLayoutVars>
      </dgm:prSet>
      <dgm:spPr/>
    </dgm:pt>
    <dgm:pt modelId="{AE923B28-D895-490E-84F4-2B8B20DB045D}" type="pres">
      <dgm:prSet presAssocID="{7BB9E330-AF59-4BA0-818B-2ADC267D4339}" presName="rootConnector" presStyleLbl="node3" presStyleIdx="30" presStyleCnt="38"/>
      <dgm:spPr/>
    </dgm:pt>
    <dgm:pt modelId="{29BF1D94-ED7E-45DF-84C8-48FBA92B9AD0}" type="pres">
      <dgm:prSet presAssocID="{7BB9E330-AF59-4BA0-818B-2ADC267D4339}" presName="hierChild4" presStyleCnt="0"/>
      <dgm:spPr/>
    </dgm:pt>
    <dgm:pt modelId="{E9572328-E372-4CE1-A3EF-3D3A6AF05CE8}" type="pres">
      <dgm:prSet presAssocID="{7BB9E330-AF59-4BA0-818B-2ADC267D4339}" presName="hierChild5" presStyleCnt="0"/>
      <dgm:spPr/>
    </dgm:pt>
    <dgm:pt modelId="{3A99FCE1-3881-46E1-B1AF-A1EA1D1A279D}" type="pres">
      <dgm:prSet presAssocID="{CA44CEFE-66C9-4B56-AAA2-1B0B2810A171}" presName="Name37" presStyleLbl="parChTrans1D3" presStyleIdx="31" presStyleCnt="38"/>
      <dgm:spPr/>
    </dgm:pt>
    <dgm:pt modelId="{D677F268-5868-41A5-A372-A85D9DF0F27A}" type="pres">
      <dgm:prSet presAssocID="{DFB2C1CD-5306-4525-A899-6B15B1E97D28}" presName="hierRoot2" presStyleCnt="0">
        <dgm:presLayoutVars>
          <dgm:hierBranch val="init"/>
        </dgm:presLayoutVars>
      </dgm:prSet>
      <dgm:spPr/>
    </dgm:pt>
    <dgm:pt modelId="{F5930F99-2F12-4E15-9E90-9408C8F79871}" type="pres">
      <dgm:prSet presAssocID="{DFB2C1CD-5306-4525-A899-6B15B1E97D28}" presName="rootComposite" presStyleCnt="0"/>
      <dgm:spPr/>
    </dgm:pt>
    <dgm:pt modelId="{822D2345-2F5E-44E0-A857-814E4D3FBF57}" type="pres">
      <dgm:prSet presAssocID="{DFB2C1CD-5306-4525-A899-6B15B1E97D28}" presName="rootText" presStyleLbl="node3" presStyleIdx="31" presStyleCnt="38">
        <dgm:presLayoutVars>
          <dgm:chPref val="3"/>
        </dgm:presLayoutVars>
      </dgm:prSet>
      <dgm:spPr/>
    </dgm:pt>
    <dgm:pt modelId="{EDEB09C6-D4C1-40DD-9F17-56C065A14F61}" type="pres">
      <dgm:prSet presAssocID="{DFB2C1CD-5306-4525-A899-6B15B1E97D28}" presName="rootConnector" presStyleLbl="node3" presStyleIdx="31" presStyleCnt="38"/>
      <dgm:spPr/>
    </dgm:pt>
    <dgm:pt modelId="{51131267-2A8D-4997-84A6-D41EBC28EECA}" type="pres">
      <dgm:prSet presAssocID="{DFB2C1CD-5306-4525-A899-6B15B1E97D28}" presName="hierChild4" presStyleCnt="0"/>
      <dgm:spPr/>
    </dgm:pt>
    <dgm:pt modelId="{BA869BF2-D92D-46FF-ACB1-B6688F82EA1E}" type="pres">
      <dgm:prSet presAssocID="{DFB2C1CD-5306-4525-A899-6B15B1E97D28}" presName="hierChild5" presStyleCnt="0"/>
      <dgm:spPr/>
    </dgm:pt>
    <dgm:pt modelId="{BBC9F83A-9BE3-4843-8EC4-ADDE4099B1AE}" type="pres">
      <dgm:prSet presAssocID="{8FF09011-150B-40EF-A430-1099854E2C42}" presName="Name37" presStyleLbl="parChTrans1D3" presStyleIdx="32" presStyleCnt="38"/>
      <dgm:spPr/>
    </dgm:pt>
    <dgm:pt modelId="{5E7D3F58-CFB0-4FA6-8926-D37F3E56FB6E}" type="pres">
      <dgm:prSet presAssocID="{105D64F0-714D-43BC-886B-A912EE8311F5}" presName="hierRoot2" presStyleCnt="0">
        <dgm:presLayoutVars>
          <dgm:hierBranch val="init"/>
        </dgm:presLayoutVars>
      </dgm:prSet>
      <dgm:spPr/>
    </dgm:pt>
    <dgm:pt modelId="{2ECCBD7E-8300-46C1-A345-E89573063539}" type="pres">
      <dgm:prSet presAssocID="{105D64F0-714D-43BC-886B-A912EE8311F5}" presName="rootComposite" presStyleCnt="0"/>
      <dgm:spPr/>
    </dgm:pt>
    <dgm:pt modelId="{10DD82DB-C7CF-45AC-9DD2-F3D704D570DF}" type="pres">
      <dgm:prSet presAssocID="{105D64F0-714D-43BC-886B-A912EE8311F5}" presName="rootText" presStyleLbl="node3" presStyleIdx="32" presStyleCnt="38">
        <dgm:presLayoutVars>
          <dgm:chPref val="3"/>
        </dgm:presLayoutVars>
      </dgm:prSet>
      <dgm:spPr/>
    </dgm:pt>
    <dgm:pt modelId="{FBA7DF57-7083-45F7-B25D-FC90DAED6577}" type="pres">
      <dgm:prSet presAssocID="{105D64F0-714D-43BC-886B-A912EE8311F5}" presName="rootConnector" presStyleLbl="node3" presStyleIdx="32" presStyleCnt="38"/>
      <dgm:spPr/>
    </dgm:pt>
    <dgm:pt modelId="{1CA90D6C-E68D-46A2-848F-EA7586D14946}" type="pres">
      <dgm:prSet presAssocID="{105D64F0-714D-43BC-886B-A912EE8311F5}" presName="hierChild4" presStyleCnt="0"/>
      <dgm:spPr/>
    </dgm:pt>
    <dgm:pt modelId="{284A19C1-3FE4-4FE3-91C1-8A01BE0E7571}" type="pres">
      <dgm:prSet presAssocID="{105D64F0-714D-43BC-886B-A912EE8311F5}" presName="hierChild5" presStyleCnt="0"/>
      <dgm:spPr/>
    </dgm:pt>
    <dgm:pt modelId="{25312767-7FD3-48E8-87D7-B65A6ACE698E}" type="pres">
      <dgm:prSet presAssocID="{B63250C2-ABF4-4640-AB72-CC2B8FDD07F3}" presName="hierChild5" presStyleCnt="0"/>
      <dgm:spPr/>
    </dgm:pt>
    <dgm:pt modelId="{8C6DB0F9-5F7A-4D5B-9906-C0682BFBEB38}" type="pres">
      <dgm:prSet presAssocID="{63E95914-8A66-41A6-8934-F7386FDE1C67}" presName="Name37" presStyleLbl="parChTrans1D2" presStyleIdx="7" presStyleCnt="8"/>
      <dgm:spPr/>
    </dgm:pt>
    <dgm:pt modelId="{CF19B177-1F7A-46B5-AAFA-3BFBCE8F1EDC}" type="pres">
      <dgm:prSet presAssocID="{0B5D0598-99F5-4930-93CE-4FDA0CC84FF8}" presName="hierRoot2" presStyleCnt="0">
        <dgm:presLayoutVars>
          <dgm:hierBranch val="init"/>
        </dgm:presLayoutVars>
      </dgm:prSet>
      <dgm:spPr/>
    </dgm:pt>
    <dgm:pt modelId="{64AD5CEE-1716-4965-ACE4-F80387860525}" type="pres">
      <dgm:prSet presAssocID="{0B5D0598-99F5-4930-93CE-4FDA0CC84FF8}" presName="rootComposite" presStyleCnt="0"/>
      <dgm:spPr/>
    </dgm:pt>
    <dgm:pt modelId="{0DEB0B43-AD7F-43F1-B70F-6D0C0F4FF482}" type="pres">
      <dgm:prSet presAssocID="{0B5D0598-99F5-4930-93CE-4FDA0CC84FF8}" presName="rootText" presStyleLbl="node2" presStyleIdx="7" presStyleCnt="8">
        <dgm:presLayoutVars>
          <dgm:chPref val="3"/>
        </dgm:presLayoutVars>
      </dgm:prSet>
      <dgm:spPr>
        <a:prstGeom prst="ellipse">
          <a:avLst/>
        </a:prstGeom>
      </dgm:spPr>
    </dgm:pt>
    <dgm:pt modelId="{2B6CB969-CB88-4503-ADB4-CDF96FA03128}" type="pres">
      <dgm:prSet presAssocID="{0B5D0598-99F5-4930-93CE-4FDA0CC84FF8}" presName="rootConnector" presStyleLbl="node2" presStyleIdx="7" presStyleCnt="8"/>
      <dgm:spPr/>
    </dgm:pt>
    <dgm:pt modelId="{720189ED-2D12-4CED-8CD1-C1DD26736753}" type="pres">
      <dgm:prSet presAssocID="{0B5D0598-99F5-4930-93CE-4FDA0CC84FF8}" presName="hierChild4" presStyleCnt="0"/>
      <dgm:spPr/>
    </dgm:pt>
    <dgm:pt modelId="{2BBB1FE7-AC3F-4ADD-81E3-AD49271B0811}" type="pres">
      <dgm:prSet presAssocID="{96DEC27A-5F17-4323-9754-D91DE6FCE3D3}" presName="Name37" presStyleLbl="parChTrans1D3" presStyleIdx="33" presStyleCnt="38"/>
      <dgm:spPr/>
    </dgm:pt>
    <dgm:pt modelId="{BD06444E-13C0-44BA-AC91-964ABB191B2E}" type="pres">
      <dgm:prSet presAssocID="{E7E69805-0110-4B6B-B914-5BBBE189BB90}" presName="hierRoot2" presStyleCnt="0">
        <dgm:presLayoutVars>
          <dgm:hierBranch val="init"/>
        </dgm:presLayoutVars>
      </dgm:prSet>
      <dgm:spPr/>
    </dgm:pt>
    <dgm:pt modelId="{18277F6D-F319-4AAA-8D79-7D0973B889DA}" type="pres">
      <dgm:prSet presAssocID="{E7E69805-0110-4B6B-B914-5BBBE189BB90}" presName="rootComposite" presStyleCnt="0"/>
      <dgm:spPr/>
    </dgm:pt>
    <dgm:pt modelId="{287EAB0E-6123-40AF-85EF-7A8F73322BF1}" type="pres">
      <dgm:prSet presAssocID="{E7E69805-0110-4B6B-B914-5BBBE189BB90}" presName="rootText" presStyleLbl="node3" presStyleIdx="33" presStyleCnt="38">
        <dgm:presLayoutVars>
          <dgm:chPref val="3"/>
        </dgm:presLayoutVars>
      </dgm:prSet>
      <dgm:spPr/>
    </dgm:pt>
    <dgm:pt modelId="{7ADDBE6F-066F-4E47-A9F3-051422B1C4BC}" type="pres">
      <dgm:prSet presAssocID="{E7E69805-0110-4B6B-B914-5BBBE189BB90}" presName="rootConnector" presStyleLbl="node3" presStyleIdx="33" presStyleCnt="38"/>
      <dgm:spPr/>
    </dgm:pt>
    <dgm:pt modelId="{3CAA4DD9-536E-435E-AE00-EA8844A47BAB}" type="pres">
      <dgm:prSet presAssocID="{E7E69805-0110-4B6B-B914-5BBBE189BB90}" presName="hierChild4" presStyleCnt="0"/>
      <dgm:spPr/>
    </dgm:pt>
    <dgm:pt modelId="{D1EF1C7A-9D0B-4477-9209-2504B536D2DD}" type="pres">
      <dgm:prSet presAssocID="{E7E69805-0110-4B6B-B914-5BBBE189BB90}" presName="hierChild5" presStyleCnt="0"/>
      <dgm:spPr/>
    </dgm:pt>
    <dgm:pt modelId="{81BCBE9D-A8B4-4BC6-BFA3-8BED64C33412}" type="pres">
      <dgm:prSet presAssocID="{FA2C2FBF-80DE-450B-8BDE-72ADBB5D14E2}" presName="Name37" presStyleLbl="parChTrans1D3" presStyleIdx="34" presStyleCnt="38"/>
      <dgm:spPr/>
    </dgm:pt>
    <dgm:pt modelId="{F5A832CC-AF0D-4E4A-8822-34819E347F92}" type="pres">
      <dgm:prSet presAssocID="{5EE314D1-73E5-4345-AE7D-B6FE773B9FE0}" presName="hierRoot2" presStyleCnt="0">
        <dgm:presLayoutVars>
          <dgm:hierBranch val="init"/>
        </dgm:presLayoutVars>
      </dgm:prSet>
      <dgm:spPr/>
    </dgm:pt>
    <dgm:pt modelId="{50970630-8052-4D98-A219-966AF7595FC3}" type="pres">
      <dgm:prSet presAssocID="{5EE314D1-73E5-4345-AE7D-B6FE773B9FE0}" presName="rootComposite" presStyleCnt="0"/>
      <dgm:spPr/>
    </dgm:pt>
    <dgm:pt modelId="{A3E593D6-D59A-42A3-97BA-C32A959919C0}" type="pres">
      <dgm:prSet presAssocID="{5EE314D1-73E5-4345-AE7D-B6FE773B9FE0}" presName="rootText" presStyleLbl="node3" presStyleIdx="34" presStyleCnt="38">
        <dgm:presLayoutVars>
          <dgm:chPref val="3"/>
        </dgm:presLayoutVars>
      </dgm:prSet>
      <dgm:spPr/>
    </dgm:pt>
    <dgm:pt modelId="{5AA939A3-8258-4D8B-958A-81CC01B87A56}" type="pres">
      <dgm:prSet presAssocID="{5EE314D1-73E5-4345-AE7D-B6FE773B9FE0}" presName="rootConnector" presStyleLbl="node3" presStyleIdx="34" presStyleCnt="38"/>
      <dgm:spPr/>
    </dgm:pt>
    <dgm:pt modelId="{1F595580-62CF-4394-B34B-C29F165B241C}" type="pres">
      <dgm:prSet presAssocID="{5EE314D1-73E5-4345-AE7D-B6FE773B9FE0}" presName="hierChild4" presStyleCnt="0"/>
      <dgm:spPr/>
    </dgm:pt>
    <dgm:pt modelId="{F43BBAA1-E7B8-4270-A07C-29AA2524CB75}" type="pres">
      <dgm:prSet presAssocID="{5EE314D1-73E5-4345-AE7D-B6FE773B9FE0}" presName="hierChild5" presStyleCnt="0"/>
      <dgm:spPr/>
    </dgm:pt>
    <dgm:pt modelId="{05829CE8-2CBF-4EDC-AD93-93BE36B86408}" type="pres">
      <dgm:prSet presAssocID="{C42D6EF8-7E08-4EFB-8EED-2B1B12601C53}" presName="Name37" presStyleLbl="parChTrans1D3" presStyleIdx="35" presStyleCnt="38"/>
      <dgm:spPr/>
    </dgm:pt>
    <dgm:pt modelId="{E82D9D44-3E5E-4802-8873-38237E29BAFC}" type="pres">
      <dgm:prSet presAssocID="{34A581AB-9FC9-422C-A97E-340DA18A047A}" presName="hierRoot2" presStyleCnt="0">
        <dgm:presLayoutVars>
          <dgm:hierBranch val="init"/>
        </dgm:presLayoutVars>
      </dgm:prSet>
      <dgm:spPr/>
    </dgm:pt>
    <dgm:pt modelId="{B77AB608-70EC-415E-9142-F0F12171C1D3}" type="pres">
      <dgm:prSet presAssocID="{34A581AB-9FC9-422C-A97E-340DA18A047A}" presName="rootComposite" presStyleCnt="0"/>
      <dgm:spPr/>
    </dgm:pt>
    <dgm:pt modelId="{B5829038-12AF-4301-95DE-25CBC4A486AC}" type="pres">
      <dgm:prSet presAssocID="{34A581AB-9FC9-422C-A97E-340DA18A047A}" presName="rootText" presStyleLbl="node3" presStyleIdx="35" presStyleCnt="38">
        <dgm:presLayoutVars>
          <dgm:chPref val="3"/>
        </dgm:presLayoutVars>
      </dgm:prSet>
      <dgm:spPr/>
    </dgm:pt>
    <dgm:pt modelId="{8B8C87C3-3BF7-4008-9681-3C29C685A64A}" type="pres">
      <dgm:prSet presAssocID="{34A581AB-9FC9-422C-A97E-340DA18A047A}" presName="rootConnector" presStyleLbl="node3" presStyleIdx="35" presStyleCnt="38"/>
      <dgm:spPr/>
    </dgm:pt>
    <dgm:pt modelId="{C71C9DC8-1225-4228-AB61-D16906E75B47}" type="pres">
      <dgm:prSet presAssocID="{34A581AB-9FC9-422C-A97E-340DA18A047A}" presName="hierChild4" presStyleCnt="0"/>
      <dgm:spPr/>
    </dgm:pt>
    <dgm:pt modelId="{A6EDD427-BAE7-492A-ABB9-E839B74B5FB6}" type="pres">
      <dgm:prSet presAssocID="{34A581AB-9FC9-422C-A97E-340DA18A047A}" presName="hierChild5" presStyleCnt="0"/>
      <dgm:spPr/>
    </dgm:pt>
    <dgm:pt modelId="{D3246677-205A-4DB1-BD80-6D9EE8D73849}" type="pres">
      <dgm:prSet presAssocID="{DF5DF48D-BCC2-44AB-BA14-39A9758AFA3F}" presName="Name37" presStyleLbl="parChTrans1D3" presStyleIdx="36" presStyleCnt="38"/>
      <dgm:spPr/>
    </dgm:pt>
    <dgm:pt modelId="{45B50855-754D-4DDC-8483-E6838AE87D7A}" type="pres">
      <dgm:prSet presAssocID="{F4FEFAE0-0CFC-409C-93B1-1D34B58F619B}" presName="hierRoot2" presStyleCnt="0">
        <dgm:presLayoutVars>
          <dgm:hierBranch val="init"/>
        </dgm:presLayoutVars>
      </dgm:prSet>
      <dgm:spPr/>
    </dgm:pt>
    <dgm:pt modelId="{27114A14-FDA7-402B-852F-5B46DB6C4ADE}" type="pres">
      <dgm:prSet presAssocID="{F4FEFAE0-0CFC-409C-93B1-1D34B58F619B}" presName="rootComposite" presStyleCnt="0"/>
      <dgm:spPr/>
    </dgm:pt>
    <dgm:pt modelId="{8F237AE1-A302-4154-9A93-737A50151ED0}" type="pres">
      <dgm:prSet presAssocID="{F4FEFAE0-0CFC-409C-93B1-1D34B58F619B}" presName="rootText" presStyleLbl="node3" presStyleIdx="36" presStyleCnt="38">
        <dgm:presLayoutVars>
          <dgm:chPref val="3"/>
        </dgm:presLayoutVars>
      </dgm:prSet>
      <dgm:spPr/>
    </dgm:pt>
    <dgm:pt modelId="{BD294497-596D-4AA2-9688-140D59B7518B}" type="pres">
      <dgm:prSet presAssocID="{F4FEFAE0-0CFC-409C-93B1-1D34B58F619B}" presName="rootConnector" presStyleLbl="node3" presStyleIdx="36" presStyleCnt="38"/>
      <dgm:spPr/>
    </dgm:pt>
    <dgm:pt modelId="{ABEAD02B-023A-440A-B946-4A71B72230FE}" type="pres">
      <dgm:prSet presAssocID="{F4FEFAE0-0CFC-409C-93B1-1D34B58F619B}" presName="hierChild4" presStyleCnt="0"/>
      <dgm:spPr/>
    </dgm:pt>
    <dgm:pt modelId="{55EFF3C5-84E6-43D9-B16B-76A5C50A2727}" type="pres">
      <dgm:prSet presAssocID="{F4FEFAE0-0CFC-409C-93B1-1D34B58F619B}" presName="hierChild5" presStyleCnt="0"/>
      <dgm:spPr/>
    </dgm:pt>
    <dgm:pt modelId="{A8484899-DBA4-4D3D-8E61-21E6CECBCF4A}" type="pres">
      <dgm:prSet presAssocID="{1090DFF2-D667-4A09-9BDF-0A1284C6D489}" presName="Name37" presStyleLbl="parChTrans1D3" presStyleIdx="37" presStyleCnt="38"/>
      <dgm:spPr/>
    </dgm:pt>
    <dgm:pt modelId="{C1368226-8F77-45FB-8421-3A2092570811}" type="pres">
      <dgm:prSet presAssocID="{BCDEDFC5-C607-4E01-A20C-AB851097E3BD}" presName="hierRoot2" presStyleCnt="0">
        <dgm:presLayoutVars>
          <dgm:hierBranch val="init"/>
        </dgm:presLayoutVars>
      </dgm:prSet>
      <dgm:spPr/>
    </dgm:pt>
    <dgm:pt modelId="{624202B8-174C-4846-B527-27161909E17C}" type="pres">
      <dgm:prSet presAssocID="{BCDEDFC5-C607-4E01-A20C-AB851097E3BD}" presName="rootComposite" presStyleCnt="0"/>
      <dgm:spPr/>
    </dgm:pt>
    <dgm:pt modelId="{D81A75F5-ACC8-4C53-839B-EA7447BEA65F}" type="pres">
      <dgm:prSet presAssocID="{BCDEDFC5-C607-4E01-A20C-AB851097E3BD}" presName="rootText" presStyleLbl="node3" presStyleIdx="37" presStyleCnt="38">
        <dgm:presLayoutVars>
          <dgm:chPref val="3"/>
        </dgm:presLayoutVars>
      </dgm:prSet>
      <dgm:spPr/>
    </dgm:pt>
    <dgm:pt modelId="{9B8888FB-5ECC-4A23-8F3F-8AF3993E6FAF}" type="pres">
      <dgm:prSet presAssocID="{BCDEDFC5-C607-4E01-A20C-AB851097E3BD}" presName="rootConnector" presStyleLbl="node3" presStyleIdx="37" presStyleCnt="38"/>
      <dgm:spPr/>
    </dgm:pt>
    <dgm:pt modelId="{EA77CC3B-2E56-460D-84A3-005490C84292}" type="pres">
      <dgm:prSet presAssocID="{BCDEDFC5-C607-4E01-A20C-AB851097E3BD}" presName="hierChild4" presStyleCnt="0"/>
      <dgm:spPr/>
    </dgm:pt>
    <dgm:pt modelId="{13CEBEE9-45D9-4CC3-92EF-619691814E1F}" type="pres">
      <dgm:prSet presAssocID="{BCDEDFC5-C607-4E01-A20C-AB851097E3BD}" presName="hierChild5" presStyleCnt="0"/>
      <dgm:spPr/>
    </dgm:pt>
    <dgm:pt modelId="{13AB144F-809A-4E78-9526-8D145EC49E93}" type="pres">
      <dgm:prSet presAssocID="{0B5D0598-99F5-4930-93CE-4FDA0CC84FF8}" presName="hierChild5" presStyleCnt="0"/>
      <dgm:spPr/>
    </dgm:pt>
    <dgm:pt modelId="{ACD97C40-A4D8-493E-915F-859C51463A71}" type="pres">
      <dgm:prSet presAssocID="{6AF75495-6FCB-4DF4-A953-03405DB8C710}" presName="hierChild3" presStyleCnt="0"/>
      <dgm:spPr/>
    </dgm:pt>
  </dgm:ptLst>
  <dgm:cxnLst>
    <dgm:cxn modelId="{EE832400-147C-42B0-9309-03C55524CF3E}" type="presOf" srcId="{54F1637B-E38B-40B1-A652-0A9E8BCB6BE7}" destId="{93F559D8-AE5E-48FA-A429-4DD3543B0DC3}" srcOrd="0" destOrd="0" presId="urn:microsoft.com/office/officeart/2005/8/layout/orgChart1"/>
    <dgm:cxn modelId="{10FA6A00-D43B-4E6B-A030-A59A0DDCF8CA}" type="presOf" srcId="{C42D6EF8-7E08-4EFB-8EED-2B1B12601C53}" destId="{05829CE8-2CBF-4EDC-AD93-93BE36B86408}" srcOrd="0" destOrd="0" presId="urn:microsoft.com/office/officeart/2005/8/layout/orgChart1"/>
    <dgm:cxn modelId="{2F465000-A54D-4AAD-ACEF-F78A9633B0F6}" type="presOf" srcId="{A52355F6-376E-495C-85AF-52C416076AA8}" destId="{26573100-E022-4341-ACC1-F6CABBC6363C}" srcOrd="0" destOrd="0" presId="urn:microsoft.com/office/officeart/2005/8/layout/orgChart1"/>
    <dgm:cxn modelId="{EBF38401-30CE-4534-A72C-A0A6A98637DA}" type="presOf" srcId="{39ACFDC0-B3A0-45B3-9F6F-4ED99588224C}" destId="{026C8EC2-CAA8-430A-A10A-7D728D3747B8}" srcOrd="0" destOrd="0" presId="urn:microsoft.com/office/officeart/2005/8/layout/orgChart1"/>
    <dgm:cxn modelId="{6A261402-066E-49F3-B459-85864FBF5CCC}" type="presOf" srcId="{1B3DA24B-986B-4793-8748-7C4999BD644A}" destId="{D5F143A8-3A17-410E-9AAF-DF5CEFCBB10D}" srcOrd="0" destOrd="0" presId="urn:microsoft.com/office/officeart/2005/8/layout/orgChart1"/>
    <dgm:cxn modelId="{C8F59207-4AFA-4820-AB29-69431ED04A55}" type="presOf" srcId="{87A4DF4D-21DF-4920-94E2-7F51D60247B2}" destId="{CCA54901-34D1-4E12-A228-D671426EDDCF}" srcOrd="0" destOrd="0" presId="urn:microsoft.com/office/officeart/2005/8/layout/orgChart1"/>
    <dgm:cxn modelId="{73995909-60EC-4504-B62A-138706FED39B}" srcId="{B154E979-3C98-4128-A86A-4D0473110C95}" destId="{25296E14-C6F6-4D0D-B129-70E836C070E7}" srcOrd="2" destOrd="0" parTransId="{35A12B8C-A789-4F00-B30C-105931AF5A92}" sibTransId="{CDB4E38E-0BC9-4495-A27E-CC57E0E9FD55}"/>
    <dgm:cxn modelId="{005ECC09-F3EF-4710-8542-509381441BE9}" type="presOf" srcId="{F4FEFAE0-0CFC-409C-93B1-1D34B58F619B}" destId="{BD294497-596D-4AA2-9688-140D59B7518B}" srcOrd="1" destOrd="0" presId="urn:microsoft.com/office/officeart/2005/8/layout/orgChart1"/>
    <dgm:cxn modelId="{BDF4960A-FB8C-4859-B3FD-94210C83D1A1}" type="presOf" srcId="{0F87D9F1-942E-4C05-8D15-13DCF0ADCEF5}" destId="{B7C3EF2C-0828-41ED-9EA7-A6F238EEE90C}" srcOrd="0" destOrd="0" presId="urn:microsoft.com/office/officeart/2005/8/layout/orgChart1"/>
    <dgm:cxn modelId="{1E0D3E0C-CC5A-4F10-827F-D85C532FDE0F}" srcId="{6AF75495-6FCB-4DF4-A953-03405DB8C710}" destId="{8B30CABD-6DE7-40E5-A5B5-5CC70BDCE394}" srcOrd="4" destOrd="0" parTransId="{6F2BF528-4E97-4DED-92FA-27AD67AA2EF7}" sibTransId="{EFC89B2C-755A-4978-9D33-BD528723DFBB}"/>
    <dgm:cxn modelId="{966C930E-635F-4479-88B9-025446667773}" type="presOf" srcId="{E41DE51E-2042-4062-B336-7DC122B60676}" destId="{627C5EAC-3961-4CE1-A486-E9FA96C5B4CC}" srcOrd="0" destOrd="0" presId="urn:microsoft.com/office/officeart/2005/8/layout/orgChart1"/>
    <dgm:cxn modelId="{F24CAB0E-DD9C-4C2F-B492-52C0A1E46E4B}" type="presOf" srcId="{4E241553-C9AC-48E7-987F-97AB34B909F2}" destId="{4DDBBBDB-4455-4897-9622-6DE61685642F}" srcOrd="1" destOrd="0" presId="urn:microsoft.com/office/officeart/2005/8/layout/orgChart1"/>
    <dgm:cxn modelId="{C3179A10-5FF3-4652-866E-B4276C54654B}" type="presOf" srcId="{46F27DEE-2A86-4891-993F-4B503AC4D743}" destId="{9B42150B-C54F-4105-85AB-9741DB85B5A2}" srcOrd="0" destOrd="0" presId="urn:microsoft.com/office/officeart/2005/8/layout/orgChart1"/>
    <dgm:cxn modelId="{0DF2BC11-EC55-4C7D-BE9A-19BCFB2C5B4F}" type="presOf" srcId="{0F87D9F1-942E-4C05-8D15-13DCF0ADCEF5}" destId="{21DA7323-D31F-498E-9A91-5B414D577FB0}" srcOrd="1" destOrd="0" presId="urn:microsoft.com/office/officeart/2005/8/layout/orgChart1"/>
    <dgm:cxn modelId="{E5700813-76FD-44B2-AFE2-6BC336415037}" type="presOf" srcId="{0E8D3604-280D-4657-B646-7D5189FE4A0D}" destId="{7343B2CA-12D1-494B-B682-9C41142DD81F}" srcOrd="1" destOrd="0" presId="urn:microsoft.com/office/officeart/2005/8/layout/orgChart1"/>
    <dgm:cxn modelId="{E286C713-B2BE-4126-86A9-EEBBB4AEB18E}" type="presOf" srcId="{B154E979-3C98-4128-A86A-4D0473110C95}" destId="{5E5ECEFB-FCA1-46C7-9188-7948BD3BDF83}" srcOrd="0" destOrd="0" presId="urn:microsoft.com/office/officeart/2005/8/layout/orgChart1"/>
    <dgm:cxn modelId="{2EE6C414-4F16-465C-B739-DDB70D0E0F88}" type="presOf" srcId="{10F0EB66-C8D9-436A-8CFE-7CC1F116788D}" destId="{55EB6E42-F22F-4BF3-9DF7-FDD24BE58FA5}" srcOrd="0" destOrd="0" presId="urn:microsoft.com/office/officeart/2005/8/layout/orgChart1"/>
    <dgm:cxn modelId="{6871FE14-62A2-422F-B1E1-B468E5DFEB66}" type="presOf" srcId="{34A581AB-9FC9-422C-A97E-340DA18A047A}" destId="{B5829038-12AF-4301-95DE-25CBC4A486AC}" srcOrd="0" destOrd="0" presId="urn:microsoft.com/office/officeart/2005/8/layout/orgChart1"/>
    <dgm:cxn modelId="{D38B0515-0AA9-4983-B5DF-551C5D2FE0A1}" srcId="{8B30CABD-6DE7-40E5-A5B5-5CC70BDCE394}" destId="{28B7D7EC-4DA3-4584-AA95-0D921E677B11}" srcOrd="3" destOrd="0" parTransId="{56DD05A2-BB63-4AE9-82C3-3CD486C5FC67}" sibTransId="{0BF1FAB6-8FA6-48E7-A8F8-98D1D0E29599}"/>
    <dgm:cxn modelId="{74A96A15-A5BB-430A-A5C9-3999FE1B93D5}" type="presOf" srcId="{8A1D4B4A-1E7A-4DD6-BB72-E27B785276FC}" destId="{DE06FE72-C974-4E8F-9B53-B833CB27B917}" srcOrd="0" destOrd="0" presId="urn:microsoft.com/office/officeart/2005/8/layout/orgChart1"/>
    <dgm:cxn modelId="{A50D0018-BB15-45C9-A6E3-4F833FC59D3A}" type="presOf" srcId="{372DF126-CEE4-4C7F-939F-F0CE480A1697}" destId="{CCA3E906-3D49-4C63-B057-E5847847E8B0}" srcOrd="1" destOrd="0" presId="urn:microsoft.com/office/officeart/2005/8/layout/orgChart1"/>
    <dgm:cxn modelId="{A236AC18-355F-41CC-AC1B-235C290594DE}" type="presOf" srcId="{372DF126-CEE4-4C7F-939F-F0CE480A1697}" destId="{AD87F1AA-0BF0-48AD-B453-5CD03F5D987C}" srcOrd="0" destOrd="0" presId="urn:microsoft.com/office/officeart/2005/8/layout/orgChart1"/>
    <dgm:cxn modelId="{9CA73419-4A29-44A5-9029-D22184E278B2}" type="presOf" srcId="{F96A3DA4-71BC-45E9-9FB0-E5452F1B8115}" destId="{85AFDB8C-4CD3-4E40-956C-BA310AAF76FC}" srcOrd="0" destOrd="0" presId="urn:microsoft.com/office/officeart/2005/8/layout/orgChart1"/>
    <dgm:cxn modelId="{51B34219-2C13-473A-ACFE-5797EE560FC2}" type="presOf" srcId="{E7E69805-0110-4B6B-B914-5BBBE189BB90}" destId="{7ADDBE6F-066F-4E47-A9F3-051422B1C4BC}" srcOrd="1" destOrd="0" presId="urn:microsoft.com/office/officeart/2005/8/layout/orgChart1"/>
    <dgm:cxn modelId="{9D7FCB1E-540E-4087-8A5A-340D0E132257}" srcId="{6AF75495-6FCB-4DF4-A953-03405DB8C710}" destId="{B40DE5A7-CD03-4A2B-AE7E-0668D7958A0C}" srcOrd="5" destOrd="0" parTransId="{24ED1521-94AC-48CD-A34C-75A70EA4FA72}" sibTransId="{C5ED8C9E-E484-4409-827A-1B15ABD62750}"/>
    <dgm:cxn modelId="{CD90341F-2708-4361-9A7B-0A77FF6F4531}" type="presOf" srcId="{6CBC290F-2B06-4FC0-A24C-93998B8396D0}" destId="{D8360D9D-30B3-4C27-9777-9B4054DEF233}" srcOrd="0" destOrd="0" presId="urn:microsoft.com/office/officeart/2005/8/layout/orgChart1"/>
    <dgm:cxn modelId="{81F0E01F-A1B2-4306-89DC-2758C6B8E38D}" type="presOf" srcId="{E7E69805-0110-4B6B-B914-5BBBE189BB90}" destId="{287EAB0E-6123-40AF-85EF-7A8F73322BF1}" srcOrd="0" destOrd="0" presId="urn:microsoft.com/office/officeart/2005/8/layout/orgChart1"/>
    <dgm:cxn modelId="{D223B222-2D8E-47A3-9122-920C9BDD384A}" srcId="{B63250C2-ABF4-4640-AB72-CC2B8FDD07F3}" destId="{7BB9E330-AF59-4BA0-818B-2ADC267D4339}" srcOrd="2" destOrd="0" parTransId="{83CF7A72-54C0-413A-AB32-FEC49D665D4B}" sibTransId="{5998B121-6DFB-463F-9F54-9C15C8420216}"/>
    <dgm:cxn modelId="{3BABDE23-11D7-4950-9568-262279F2A34A}" srcId="{E133C796-77DF-4653-8D9A-8BF78119720A}" destId="{46F27DEE-2A86-4891-993F-4B503AC4D743}" srcOrd="1" destOrd="0" parTransId="{39ACFDC0-B3A0-45B3-9F6F-4ED99588224C}" sibTransId="{A0FCC826-3A3C-4E22-A263-DB950E1AA79A}"/>
    <dgm:cxn modelId="{F6785C27-C733-4F52-B34A-845BF2A18AE7}" srcId="{B40DE5A7-CD03-4A2B-AE7E-0668D7958A0C}" destId="{53A8826E-E95C-490A-A700-8ED738860DA7}" srcOrd="0" destOrd="0" parTransId="{209B7688-FE76-4A71-963A-71EC99417AC6}" sibTransId="{0F1D4BFB-3173-492F-BBEE-BA2071E08E87}"/>
    <dgm:cxn modelId="{E7AEC527-2757-4AB1-946A-7CC89B1DE161}" type="presOf" srcId="{1399DDCD-A84E-45E9-AFF3-890ADAD7DDEB}" destId="{6E0E370F-4C65-41D5-9304-A8F0E6D07645}" srcOrd="0" destOrd="0" presId="urn:microsoft.com/office/officeart/2005/8/layout/orgChart1"/>
    <dgm:cxn modelId="{36749928-F36F-485A-9BA3-5B0172B551B9}" type="presOf" srcId="{510A300A-A565-4729-92B5-3F53FCF63EAF}" destId="{305A5079-42DE-44A3-BC84-16FFCB68ACCF}" srcOrd="0" destOrd="0" presId="urn:microsoft.com/office/officeart/2005/8/layout/orgChart1"/>
    <dgm:cxn modelId="{8F036529-CB98-4465-83E5-F0610FFDBB03}" srcId="{B154E979-3C98-4128-A86A-4D0473110C95}" destId="{1399DDCD-A84E-45E9-AFF3-890ADAD7DDEB}" srcOrd="1" destOrd="0" parTransId="{242BEE0D-4B7A-4660-A3FC-25DC3E3A3599}" sibTransId="{40AF153E-490C-4849-BA9B-43C59B67E868}"/>
    <dgm:cxn modelId="{AE226B29-3B69-4227-B6CA-8DF40AB7DD14}" type="presOf" srcId="{3DECEEFA-4C0C-4C3D-BAB3-80A92AB67A49}" destId="{388AC780-2278-4EF9-BB13-401C508924AE}" srcOrd="0" destOrd="0" presId="urn:microsoft.com/office/officeart/2005/8/layout/orgChart1"/>
    <dgm:cxn modelId="{7C595629-A173-4E91-9A98-A50B7799A683}" type="presOf" srcId="{9A88029C-7452-4C6A-AEBF-24C3DF0C105D}" destId="{74BDD8EA-C12A-4DAA-920E-C1C77CC5FC57}" srcOrd="1" destOrd="0" presId="urn:microsoft.com/office/officeart/2005/8/layout/orgChart1"/>
    <dgm:cxn modelId="{67BBEB29-1544-4ECD-B687-E0A46E165751}" type="presOf" srcId="{7D8631E4-02D5-43D6-8DF7-42119C979884}" destId="{68275231-EFC8-4164-A889-D394BFE388E0}" srcOrd="1" destOrd="0" presId="urn:microsoft.com/office/officeart/2005/8/layout/orgChart1"/>
    <dgm:cxn modelId="{464E222A-38BF-4176-A03B-00E6FFF62CEF}" type="presOf" srcId="{4B6702CF-0D20-4DE2-B57D-A09B2B2109B4}" destId="{0865D385-8DED-4F9F-B40E-E6158280FE3B}" srcOrd="0" destOrd="0" presId="urn:microsoft.com/office/officeart/2005/8/layout/orgChart1"/>
    <dgm:cxn modelId="{27872B2B-0B9B-45A4-B204-5049F7A7C099}" type="presOf" srcId="{F64A1129-75A3-4AAB-BE11-EFC22B186E21}" destId="{9BB335FF-12A9-4A29-8F9A-A7A8A30855D1}" srcOrd="1" destOrd="0" presId="urn:microsoft.com/office/officeart/2005/8/layout/orgChart1"/>
    <dgm:cxn modelId="{977A6D2B-C88A-4FFD-A5F8-BCBF5D3C4221}" srcId="{DC2D9975-A638-4D48-BDBC-F654E2C7E374}" destId="{0A91B029-B88C-4BF2-BC72-7B0092D3F30B}" srcOrd="4" destOrd="0" parTransId="{F96A3DA4-71BC-45E9-9FB0-E5452F1B8115}" sibTransId="{86BB3334-2591-45B1-9ECA-860B9E33719B}"/>
    <dgm:cxn modelId="{6DB7932C-EE26-4CFA-9B7B-66C6DC9EAF4E}" srcId="{B154E979-3C98-4128-A86A-4D0473110C95}" destId="{F15E552F-9392-4191-B88B-CB1BAB744464}" srcOrd="3" destOrd="0" parTransId="{4993E01F-E99A-4D0E-A4EC-F8E2F52183EF}" sibTransId="{87880D54-69A4-41B8-8001-ADE7729AD207}"/>
    <dgm:cxn modelId="{5FDBA82E-FB99-414A-9137-A1F776BF25CF}" srcId="{B154E979-3C98-4128-A86A-4D0473110C95}" destId="{510A300A-A565-4729-92B5-3F53FCF63EAF}" srcOrd="0" destOrd="0" parTransId="{237655CD-104C-44AA-B374-F2E07028617E}" sibTransId="{6429CA02-1C08-4F44-8EFF-2227157E4E94}"/>
    <dgm:cxn modelId="{C839B82F-A7B0-4466-AD0E-B7EBE933357C}" type="presOf" srcId="{8B30CABD-6DE7-40E5-A5B5-5CC70BDCE394}" destId="{B9A437B9-08C7-4BC4-9E95-8748D11267E2}" srcOrd="1" destOrd="0" presId="urn:microsoft.com/office/officeart/2005/8/layout/orgChart1"/>
    <dgm:cxn modelId="{113F4333-8221-42BC-9265-7C73BABFD95B}" type="presOf" srcId="{C3450A82-1AAC-4615-97F4-B6DE10774AF1}" destId="{432D9A8B-3B10-4924-95AA-6CD6FBF0D645}" srcOrd="1" destOrd="0" presId="urn:microsoft.com/office/officeart/2005/8/layout/orgChart1"/>
    <dgm:cxn modelId="{1A32E635-8B7E-4D86-AA80-6987761D3003}" type="presOf" srcId="{7BB9E330-AF59-4BA0-818B-2ADC267D4339}" destId="{AE923B28-D895-490E-84F4-2B8B20DB045D}" srcOrd="1" destOrd="0" presId="urn:microsoft.com/office/officeart/2005/8/layout/orgChart1"/>
    <dgm:cxn modelId="{24B7C036-6ED2-4456-860F-0DAE147FFE60}" srcId="{8B30CABD-6DE7-40E5-A5B5-5CC70BDCE394}" destId="{0F87D9F1-942E-4C05-8D15-13DCF0ADCEF5}" srcOrd="2" destOrd="0" parTransId="{4B6702CF-0D20-4DE2-B57D-A09B2B2109B4}" sibTransId="{73E7FBF9-40B1-41C7-B1B0-D015172F53D2}"/>
    <dgm:cxn modelId="{517EF637-4E07-44C9-B99C-F6C05D077923}" type="presOf" srcId="{39549119-ED4F-4A91-9B8F-061649E38D74}" destId="{69AD1865-22AB-4D74-B2C3-05C5D435B85E}" srcOrd="0" destOrd="0" presId="urn:microsoft.com/office/officeart/2005/8/layout/orgChart1"/>
    <dgm:cxn modelId="{6CF9F139-296B-42FF-A4CB-26F10A6B07BF}" srcId="{6AF75495-6FCB-4DF4-A953-03405DB8C710}" destId="{C3450A82-1AAC-4615-97F4-B6DE10774AF1}" srcOrd="0" destOrd="0" parTransId="{9EA80F18-923D-464C-A3B4-3D14F3913037}" sibTransId="{E7D0AB56-7253-4DB9-AE0F-0CF20EB9250F}"/>
    <dgm:cxn modelId="{DDF0413B-A873-48A5-93C0-DE41C81DBB7D}" type="presOf" srcId="{53A8826E-E95C-490A-A700-8ED738860DA7}" destId="{81592935-0ABB-419A-A9DD-DA56B7CA0A46}" srcOrd="1" destOrd="0" presId="urn:microsoft.com/office/officeart/2005/8/layout/orgChart1"/>
    <dgm:cxn modelId="{3AE9793B-6AAE-4BCE-B745-D639DEF6574D}" type="presOf" srcId="{35A12B8C-A789-4F00-B30C-105931AF5A92}" destId="{B37719F7-D410-469C-9AD1-FCADCE82144D}" srcOrd="0" destOrd="0" presId="urn:microsoft.com/office/officeart/2005/8/layout/orgChart1"/>
    <dgm:cxn modelId="{FBEF293C-A4AA-4650-8398-FEE649DE346F}" srcId="{8B30CABD-6DE7-40E5-A5B5-5CC70BDCE394}" destId="{E41DE51E-2042-4062-B336-7DC122B60676}" srcOrd="0" destOrd="0" parTransId="{73E6586C-828A-41BE-B024-DC8DCE6135D2}" sibTransId="{14821146-6ACC-446C-AA15-A697D7C3099A}"/>
    <dgm:cxn modelId="{DF38853C-E868-4275-9103-F9C0390D9F2A}" type="presOf" srcId="{3D79B228-CCFD-432B-8F0B-4E21F5F849D0}" destId="{56FF44AE-BAE5-4BC9-ADA7-7A2F10013588}" srcOrd="0" destOrd="0" presId="urn:microsoft.com/office/officeart/2005/8/layout/orgChart1"/>
    <dgm:cxn modelId="{51E2993D-D6BF-44DB-819B-434783F7F62B}" type="presOf" srcId="{EFD06233-CB8A-4B22-87A5-83C648326A1C}" destId="{56CF1A79-B330-4B5F-8C3A-FDD99C288F75}" srcOrd="0" destOrd="0" presId="urn:microsoft.com/office/officeart/2005/8/layout/orgChart1"/>
    <dgm:cxn modelId="{983D093E-52D4-4EBA-B224-8E2BCBF94FA6}" type="presOf" srcId="{3C8ADD83-F77A-4302-97D8-20E8109E322B}" destId="{11F82EB5-E5C3-4855-A46F-95F86E4E955B}" srcOrd="0" destOrd="0" presId="urn:microsoft.com/office/officeart/2005/8/layout/orgChart1"/>
    <dgm:cxn modelId="{E757A53F-9070-4376-805E-D2FD72CD344A}" srcId="{DC2D9975-A638-4D48-BDBC-F654E2C7E374}" destId="{8A0063AD-FCB2-4431-97C3-64B3F50559CB}" srcOrd="0" destOrd="0" parTransId="{3FA72759-8439-4239-BE9C-3E6D685994A8}" sibTransId="{101099FC-F2CB-4016-933D-C016C62CE1CF}"/>
    <dgm:cxn modelId="{AE050A40-23F6-4D7C-8F10-210A297E80AD}" type="presOf" srcId="{7D8631E4-02D5-43D6-8DF7-42119C979884}" destId="{13639E6F-0BE7-4BF6-BE83-64D55D693950}" srcOrd="0" destOrd="0" presId="urn:microsoft.com/office/officeart/2005/8/layout/orgChart1"/>
    <dgm:cxn modelId="{3AF67B5C-8554-46B4-9DD8-2CB1301F7CE7}" srcId="{C3450A82-1AAC-4615-97F4-B6DE10774AF1}" destId="{0C6FD061-AEED-4B72-9F38-3531D5F64BA0}" srcOrd="0" destOrd="0" parTransId="{39549119-ED4F-4A91-9B8F-061649E38D74}" sibTransId="{6E25B1AB-CD39-4C0F-A5C3-F90363A12311}"/>
    <dgm:cxn modelId="{F26EA45C-C0B6-4A8E-A46F-B1F9D6906835}" type="presOf" srcId="{0B5D0598-99F5-4930-93CE-4FDA0CC84FF8}" destId="{2B6CB969-CB88-4503-ADB4-CDF96FA03128}" srcOrd="1" destOrd="0" presId="urn:microsoft.com/office/officeart/2005/8/layout/orgChart1"/>
    <dgm:cxn modelId="{3890C05C-8ECD-4493-B525-4DD473B437B6}" type="presOf" srcId="{F15E552F-9392-4191-B88B-CB1BAB744464}" destId="{439D2D87-C3A8-49A8-B516-9060768388F9}" srcOrd="0" destOrd="0" presId="urn:microsoft.com/office/officeart/2005/8/layout/orgChart1"/>
    <dgm:cxn modelId="{F9BA5D41-72AB-40D0-B2E7-B6A59AA861BA}" type="presOf" srcId="{4A455B84-9A65-408A-9EC7-750E48FAF797}" destId="{62714579-13E3-4A8D-91BC-BA877185B65D}" srcOrd="0" destOrd="0" presId="urn:microsoft.com/office/officeart/2005/8/layout/orgChart1"/>
    <dgm:cxn modelId="{B3F7A962-2DD7-4E83-B006-609E11D33DF9}" type="presOf" srcId="{C3450A82-1AAC-4615-97F4-B6DE10774AF1}" destId="{1B0D4884-6680-481A-AD23-541ED3CB4EB9}" srcOrd="0" destOrd="0" presId="urn:microsoft.com/office/officeart/2005/8/layout/orgChart1"/>
    <dgm:cxn modelId="{E6522763-B432-4B09-A382-8CB7C3C2D961}" srcId="{0B5D0598-99F5-4930-93CE-4FDA0CC84FF8}" destId="{E7E69805-0110-4B6B-B914-5BBBE189BB90}" srcOrd="0" destOrd="0" parTransId="{96DEC27A-5F17-4323-9754-D91DE6FCE3D3}" sibTransId="{C3BF9A6D-6F2B-44DB-8C37-F6249272BE66}"/>
    <dgm:cxn modelId="{7D9C9363-A739-44B6-9D54-BC8C2AFFC58A}" type="presOf" srcId="{E41DE51E-2042-4062-B336-7DC122B60676}" destId="{9F8AB258-5DBD-4241-A810-075AD8054F6B}" srcOrd="1" destOrd="0" presId="urn:microsoft.com/office/officeart/2005/8/layout/orgChart1"/>
    <dgm:cxn modelId="{0329A344-3E9C-4856-9030-9618510D865B}" type="presOf" srcId="{0C6FD061-AEED-4B72-9F38-3531D5F64BA0}" destId="{DE0AC6A7-8CD2-4232-A149-D7C9C0E52682}" srcOrd="0" destOrd="0" presId="urn:microsoft.com/office/officeart/2005/8/layout/orgChart1"/>
    <dgm:cxn modelId="{A78A6665-A030-4BC8-9A01-146A6C4DE95A}" srcId="{C3450A82-1AAC-4615-97F4-B6DE10774AF1}" destId="{2AF47E2D-1629-4997-B06F-22B449585098}" srcOrd="4" destOrd="0" parTransId="{85C9000C-09F6-4C63-8A40-918C7A62AC8F}" sibTransId="{05E4C136-873C-445D-8953-6E7A622D7E66}"/>
    <dgm:cxn modelId="{BD466945-6416-46CC-9D7A-E5DFA0BFC53E}" type="presOf" srcId="{F15E552F-9392-4191-B88B-CB1BAB744464}" destId="{650153CE-6186-4E1C-B740-B9241B41BCE6}" srcOrd="1" destOrd="0" presId="urn:microsoft.com/office/officeart/2005/8/layout/orgChart1"/>
    <dgm:cxn modelId="{A513FA45-EF0C-483B-A8C6-CB6F39C235B3}" type="presOf" srcId="{BAB4DA13-ED21-401E-8541-352C607562A5}" destId="{C3E0647B-DAF3-402F-BEAA-6C45EA942860}" srcOrd="0" destOrd="0" presId="urn:microsoft.com/office/officeart/2005/8/layout/orgChart1"/>
    <dgm:cxn modelId="{803F2766-9A15-4FD8-B973-38F4F9CF6CE9}" type="presOf" srcId="{F64A1129-75A3-4AAB-BE11-EFC22B186E21}" destId="{0B444E69-F3DB-4AE5-9E13-6C8038D2EC81}" srcOrd="0" destOrd="0" presId="urn:microsoft.com/office/officeart/2005/8/layout/orgChart1"/>
    <dgm:cxn modelId="{7EED6347-14A0-4A2B-B84F-B401A2B306D9}" type="presOf" srcId="{483DD7ED-1BC0-4875-BA11-520528A85F6C}" destId="{94A43660-A7BC-4C7E-95B9-AEDA05E74A4F}" srcOrd="1" destOrd="0" presId="urn:microsoft.com/office/officeart/2005/8/layout/orgChart1"/>
    <dgm:cxn modelId="{34900668-412E-4239-91CB-6EDD88A10387}" type="presOf" srcId="{73E6586C-828A-41BE-B024-DC8DCE6135D2}" destId="{DA63747A-BE5D-4D18-8ED5-8EDEF7A07E52}" srcOrd="0" destOrd="0" presId="urn:microsoft.com/office/officeart/2005/8/layout/orgChart1"/>
    <dgm:cxn modelId="{94C2B968-E770-4107-A223-C50B341CC3EB}" type="presOf" srcId="{85C9000C-09F6-4C63-8A40-918C7A62AC8F}" destId="{BE940EC3-D73C-458F-8154-F8E93204585A}" srcOrd="0" destOrd="0" presId="urn:microsoft.com/office/officeart/2005/8/layout/orgChart1"/>
    <dgm:cxn modelId="{F4BE0669-21B5-4DBD-9FBC-C1F0BEF68068}" type="presOf" srcId="{0A91B029-B88C-4BF2-BC72-7B0092D3F30B}" destId="{A329E97D-DFBA-496E-8848-A8E8865F17C1}" srcOrd="0" destOrd="0" presId="urn:microsoft.com/office/officeart/2005/8/layout/orgChart1"/>
    <dgm:cxn modelId="{AFFADE4A-FAEE-4F6B-BCF7-98203BA788C7}" srcId="{B154E979-3C98-4128-A86A-4D0473110C95}" destId="{9A88029C-7452-4C6A-AEBF-24C3DF0C105D}" srcOrd="4" destOrd="0" parTransId="{CA188EE7-5256-43CF-BBDB-63B8609D521F}" sibTransId="{CF28760E-3013-43AF-8FD2-AF998FA6A316}"/>
    <dgm:cxn modelId="{448F164B-11FD-41C7-867D-5203B000A7F4}" type="presOf" srcId="{8A0063AD-FCB2-4431-97C3-64B3F50559CB}" destId="{86976F0E-C4B4-43CF-AE2A-488F95FAAD69}" srcOrd="1" destOrd="0" presId="urn:microsoft.com/office/officeart/2005/8/layout/orgChart1"/>
    <dgm:cxn modelId="{69527E6B-B7DD-4BC8-B1E2-8560CE14E356}" srcId="{DC2D9975-A638-4D48-BDBC-F654E2C7E374}" destId="{F64A1129-75A3-4AAB-BE11-EFC22B186E21}" srcOrd="2" destOrd="0" parTransId="{D649892F-F7CE-4601-9ECC-E912537916A9}" sibTransId="{64922DA6-6A8E-493F-A21E-F8711D6E5D91}"/>
    <dgm:cxn modelId="{04C7814D-4BCE-4208-9D9D-21499E4FBF06}" type="presOf" srcId="{4E241553-C9AC-48E7-987F-97AB34B909F2}" destId="{89C67004-4AA4-4E0D-B3E5-C2C18698B4F7}" srcOrd="0" destOrd="0" presId="urn:microsoft.com/office/officeart/2005/8/layout/orgChart1"/>
    <dgm:cxn modelId="{1628E66D-7CF2-4AC3-B2B9-B2239017FE92}" type="presOf" srcId="{E133C796-77DF-4653-8D9A-8BF78119720A}" destId="{363C5E64-81FF-4710-A713-853004197A71}" srcOrd="1" destOrd="0" presId="urn:microsoft.com/office/officeart/2005/8/layout/orgChart1"/>
    <dgm:cxn modelId="{F2EEBD6E-08B7-49E6-A236-05A76069E166}" type="presOf" srcId="{C047685D-021B-4281-8F90-AF3617BD5A89}" destId="{04A74ED7-53A0-40F1-9B9C-6F7B0B63F9F2}" srcOrd="0" destOrd="0" presId="urn:microsoft.com/office/officeart/2005/8/layout/orgChart1"/>
    <dgm:cxn modelId="{5A659B4F-577C-4D84-959E-1A3DBB168B78}" srcId="{C3450A82-1AAC-4615-97F4-B6DE10774AF1}" destId="{0E8D3604-280D-4657-B646-7D5189FE4A0D}" srcOrd="1" destOrd="0" parTransId="{5162ED87-DBF6-443B-938B-E09A1BDA7A35}" sibTransId="{70A17CE5-E137-430D-89E6-F747896BC181}"/>
    <dgm:cxn modelId="{22FF9E6F-E8A5-4F20-ACCA-72C22CC95945}" srcId="{E133C796-77DF-4653-8D9A-8BF78119720A}" destId="{10F0EB66-C8D9-436A-8CFE-7CC1F116788D}" srcOrd="0" destOrd="0" parTransId="{57B36EE9-79B9-4D85-9426-CAD9F096E9F2}" sibTransId="{77844A05-ED87-42E8-88DC-0FA689A609FD}"/>
    <dgm:cxn modelId="{349E5650-EFD9-4E19-AC3D-FAF7DF07D77D}" type="presOf" srcId="{53A8826E-E95C-490A-A700-8ED738860DA7}" destId="{DDFBEE76-C88D-45DF-A3A1-D1313B141474}" srcOrd="0" destOrd="0" presId="urn:microsoft.com/office/officeart/2005/8/layout/orgChart1"/>
    <dgm:cxn modelId="{19E05F71-C13B-4299-B19B-0F83BC5ED14A}" type="presOf" srcId="{0C6FD061-AEED-4B72-9F38-3531D5F64BA0}" destId="{112A6F6F-4D2B-423E-9566-A4DFAEA0AE6D}" srcOrd="1" destOrd="0" presId="urn:microsoft.com/office/officeart/2005/8/layout/orgChart1"/>
    <dgm:cxn modelId="{A1D6A472-43CE-446B-8CB2-D43709B8B191}" type="presOf" srcId="{FA2C2FBF-80DE-450B-8BDE-72ADBB5D14E2}" destId="{81BCBE9D-A8B4-4BC6-BFA3-8BED64C33412}" srcOrd="0" destOrd="0" presId="urn:microsoft.com/office/officeart/2005/8/layout/orgChart1"/>
    <dgm:cxn modelId="{8337C952-1A67-4D4D-9032-713DF48804FF}" type="presOf" srcId="{34A581AB-9FC9-422C-A97E-340DA18A047A}" destId="{8B8C87C3-3BF7-4008-9681-3C29C685A64A}" srcOrd="1" destOrd="0" presId="urn:microsoft.com/office/officeart/2005/8/layout/orgChart1"/>
    <dgm:cxn modelId="{36D14753-AC1D-4F56-915F-7B4DEF3B48CE}" type="presOf" srcId="{510A300A-A565-4729-92B5-3F53FCF63EAF}" destId="{652FEBC5-1515-4810-8665-B02B99DEA2BA}" srcOrd="1" destOrd="0" presId="urn:microsoft.com/office/officeart/2005/8/layout/orgChart1"/>
    <dgm:cxn modelId="{28F54E53-EB7D-441F-8B4F-3061CF85A23B}" type="presOf" srcId="{24D67DEE-3EBD-4105-9878-582D5134443A}" destId="{472CEE55-E35F-49FC-B57C-9FE2338D021D}" srcOrd="0" destOrd="0" presId="urn:microsoft.com/office/officeart/2005/8/layout/orgChart1"/>
    <dgm:cxn modelId="{322F7673-A564-4938-8032-C77FB2F16002}" type="presOf" srcId="{9DD373E5-A61A-4740-9BC6-930351318B2E}" destId="{C40EB3F3-60ED-4711-863C-142753575938}" srcOrd="0" destOrd="0" presId="urn:microsoft.com/office/officeart/2005/8/layout/orgChart1"/>
    <dgm:cxn modelId="{A20E9773-77F2-4A55-9E73-D29AF32AB873}" type="presOf" srcId="{CA44CEFE-66C9-4B56-AAA2-1B0B2810A171}" destId="{3A99FCE1-3881-46E1-B1AF-A1EA1D1A279D}" srcOrd="0" destOrd="0" presId="urn:microsoft.com/office/officeart/2005/8/layout/orgChart1"/>
    <dgm:cxn modelId="{DA98A873-C1CA-46D3-80A1-C4B9CAD746EF}" type="presOf" srcId="{25296E14-C6F6-4D0D-B129-70E836C070E7}" destId="{C0D42120-2D70-4C40-ABA8-BFEB5B7C0E7B}" srcOrd="1" destOrd="0" presId="urn:microsoft.com/office/officeart/2005/8/layout/orgChart1"/>
    <dgm:cxn modelId="{B2998C75-2E80-4E52-8223-C3277D48496F}" type="presOf" srcId="{7BB9E330-AF59-4BA0-818B-2ADC267D4339}" destId="{8496F576-BB4B-4ED5-AE79-6258B6B10272}" srcOrd="0" destOrd="0" presId="urn:microsoft.com/office/officeart/2005/8/layout/orgChart1"/>
    <dgm:cxn modelId="{6DAD5277-1734-4BEC-ABFF-27A8641BF12A}" type="presOf" srcId="{8B30CABD-6DE7-40E5-A5B5-5CC70BDCE394}" destId="{1EBC2A17-5F34-4226-84B7-C6A7A7A5C865}" srcOrd="0" destOrd="0" presId="urn:microsoft.com/office/officeart/2005/8/layout/orgChart1"/>
    <dgm:cxn modelId="{ABD49057-EEFC-410B-8B84-B88A2E117D81}" type="presOf" srcId="{209B7688-FE76-4A71-963A-71EC99417AC6}" destId="{584DFC81-A52E-404D-BDE4-C124B906E86F}" srcOrd="0" destOrd="0" presId="urn:microsoft.com/office/officeart/2005/8/layout/orgChart1"/>
    <dgm:cxn modelId="{EFCCD157-CCDD-480B-9EF5-54A6AB551196}" type="presOf" srcId="{237655CD-104C-44AA-B374-F2E07028617E}" destId="{BB9118D0-C708-4516-9DBE-A7D8D4A3D2ED}" srcOrd="0" destOrd="0" presId="urn:microsoft.com/office/officeart/2005/8/layout/orgChart1"/>
    <dgm:cxn modelId="{DFDEEA58-7AC3-4E5A-BC48-F49FB0CBDCA7}" type="presOf" srcId="{83CF7A72-54C0-413A-AB32-FEC49D665D4B}" destId="{B9765CF9-418A-4AF3-BFA2-CD1CF6A8725F}" srcOrd="0" destOrd="0" presId="urn:microsoft.com/office/officeart/2005/8/layout/orgChart1"/>
    <dgm:cxn modelId="{85342D79-9B37-4535-99D6-3690F3FA4C17}" srcId="{B63250C2-ABF4-4640-AB72-CC2B8FDD07F3}" destId="{DFB2C1CD-5306-4525-A899-6B15B1E97D28}" srcOrd="3" destOrd="0" parTransId="{CA44CEFE-66C9-4B56-AAA2-1B0B2810A171}" sibTransId="{DE66C94C-7586-44FA-892F-2FBCB9E0698D}"/>
    <dgm:cxn modelId="{06BB3959-F345-4ABB-A9DE-B0BC04BF189A}" type="presOf" srcId="{572AB044-E1DF-4AE6-BA2B-1876558778E2}" destId="{0A22DA83-8210-43B0-80A3-B868334F52BF}" srcOrd="0" destOrd="0" presId="urn:microsoft.com/office/officeart/2005/8/layout/orgChart1"/>
    <dgm:cxn modelId="{9D2B3F79-0272-4F21-8615-B2D4280BB1D8}" type="presOf" srcId="{B63250C2-ABF4-4640-AB72-CC2B8FDD07F3}" destId="{4A3FC111-FB6D-4BCC-B038-6463A93EA47F}" srcOrd="1" destOrd="0" presId="urn:microsoft.com/office/officeart/2005/8/layout/orgChart1"/>
    <dgm:cxn modelId="{26618279-08D0-493A-84D5-7E21CCABF734}" type="presOf" srcId="{B63250C2-ABF4-4640-AB72-CC2B8FDD07F3}" destId="{A82AD788-6E26-4EF3-9C3F-3E2089CDC5F2}" srcOrd="0" destOrd="0" presId="urn:microsoft.com/office/officeart/2005/8/layout/orgChart1"/>
    <dgm:cxn modelId="{B45FA559-FF9F-41EC-882B-F0E40FED21AE}" type="presOf" srcId="{84DEBAF6-7117-49FD-92B9-E2F70734973F}" destId="{BF0F5198-DA3C-4C95-896A-A6427945FFFE}" srcOrd="0" destOrd="0" presId="urn:microsoft.com/office/officeart/2005/8/layout/orgChart1"/>
    <dgm:cxn modelId="{14EC445A-E5DB-4114-A352-6C459B0B7D99}" type="presOf" srcId="{D649892F-F7CE-4601-9ECC-E912537916A9}" destId="{E4E8E187-BF86-4BD3-9205-BD0BF3FA1F04}" srcOrd="0" destOrd="0" presId="urn:microsoft.com/office/officeart/2005/8/layout/orgChart1"/>
    <dgm:cxn modelId="{97E4157F-720E-460A-9963-D436C39291D2}" type="presOf" srcId="{8A0063AD-FCB2-4431-97C3-64B3F50559CB}" destId="{36AF843F-8FE9-4DF3-844A-24D0A5D656AF}" srcOrd="0" destOrd="0" presId="urn:microsoft.com/office/officeart/2005/8/layout/orgChart1"/>
    <dgm:cxn modelId="{EE64817F-4B1F-4888-8437-E96E988C16BA}" type="presOf" srcId="{6AF75495-6FCB-4DF4-A953-03405DB8C710}" destId="{0CD4DF25-0A3A-456A-96B8-E9C9794D3FE1}" srcOrd="0" destOrd="0" presId="urn:microsoft.com/office/officeart/2005/8/layout/orgChart1"/>
    <dgm:cxn modelId="{D775C180-3E23-47D8-B039-7146C788699F}" type="presOf" srcId="{9DD373E5-A61A-4740-9BC6-930351318B2E}" destId="{16CF14B4-1780-4280-A8D8-1B95CA81CE75}" srcOrd="1" destOrd="0" presId="urn:microsoft.com/office/officeart/2005/8/layout/orgChart1"/>
    <dgm:cxn modelId="{CAF91B81-0144-43C5-8178-C8B197ED0E93}" type="presOf" srcId="{9A88029C-7452-4C6A-AEBF-24C3DF0C105D}" destId="{8F47EEF5-3FFA-418B-B983-9466C5045982}" srcOrd="0" destOrd="0" presId="urn:microsoft.com/office/officeart/2005/8/layout/orgChart1"/>
    <dgm:cxn modelId="{B7318882-D2FC-4B5E-B877-33B4881716E3}" srcId="{0B5D0598-99F5-4930-93CE-4FDA0CC84FF8}" destId="{BCDEDFC5-C607-4E01-A20C-AB851097E3BD}" srcOrd="4" destOrd="0" parTransId="{1090DFF2-D667-4A09-9BDF-0A1284C6D489}" sibTransId="{FAF3E931-042B-49C0-8175-777C75703E01}"/>
    <dgm:cxn modelId="{2483D383-3AF7-4E0C-A55C-6C2CFBBA8109}" type="presOf" srcId="{DC2D9975-A638-4D48-BDBC-F654E2C7E374}" destId="{D28FF8E2-E43D-4572-B97B-F39C7FCC14A2}" srcOrd="0" destOrd="0" presId="urn:microsoft.com/office/officeart/2005/8/layout/orgChart1"/>
    <dgm:cxn modelId="{68F81584-997B-4559-8A51-09AE7A2A3D8B}" type="presOf" srcId="{0B5D0598-99F5-4930-93CE-4FDA0CC84FF8}" destId="{0DEB0B43-AD7F-43F1-B70F-6D0C0F4FF482}" srcOrd="0" destOrd="0" presId="urn:microsoft.com/office/officeart/2005/8/layout/orgChart1"/>
    <dgm:cxn modelId="{013BB18A-C8CD-4826-A313-8D06E455FB1B}" type="presOf" srcId="{CA188EE7-5256-43CF-BBDB-63B8609D521F}" destId="{845F694A-6AAE-4020-A968-1B5097BE1E0C}" srcOrd="0" destOrd="0" presId="urn:microsoft.com/office/officeart/2005/8/layout/orgChart1"/>
    <dgm:cxn modelId="{1C97DF8B-18C0-4E0F-8174-E94ACDB5C16A}" type="presOf" srcId="{57B36EE9-79B9-4D85-9426-CAD9F096E9F2}" destId="{C43FAD2C-C9D8-4081-B134-98643EBF1EEF}" srcOrd="0" destOrd="0" presId="urn:microsoft.com/office/officeart/2005/8/layout/orgChart1"/>
    <dgm:cxn modelId="{24732D8D-336C-45DA-B5E0-E04631655F4F}" type="presOf" srcId="{2C589884-3E51-4CBF-BF84-86931CEF1F4D}" destId="{CDF6D3AF-E6C3-4E95-AAD3-E047CDBDD398}" srcOrd="1" destOrd="0" presId="urn:microsoft.com/office/officeart/2005/8/layout/orgChart1"/>
    <dgm:cxn modelId="{31769F8E-AA58-46A5-B0DA-0EC649B3A2A9}" type="presOf" srcId="{BCDEDFC5-C607-4E01-A20C-AB851097E3BD}" destId="{9B8888FB-5ECC-4A23-8F3F-8AF3993E6FAF}" srcOrd="1" destOrd="0" presId="urn:microsoft.com/office/officeart/2005/8/layout/orgChart1"/>
    <dgm:cxn modelId="{A76B2E93-9F53-441F-BF93-B8E9344487E8}" type="presOf" srcId="{DC2D9975-A638-4D48-BDBC-F654E2C7E374}" destId="{6EA72E8C-125E-4153-B88F-66AC832E516D}" srcOrd="1" destOrd="0" presId="urn:microsoft.com/office/officeart/2005/8/layout/orgChart1"/>
    <dgm:cxn modelId="{7D629D95-C450-4E5E-8F5A-3D3F2A59B9D2}" type="presOf" srcId="{105D64F0-714D-43BC-886B-A912EE8311F5}" destId="{10DD82DB-C7CF-45AC-9DD2-F3D704D570DF}" srcOrd="0" destOrd="0" presId="urn:microsoft.com/office/officeart/2005/8/layout/orgChart1"/>
    <dgm:cxn modelId="{514ABE99-6C08-46D5-95BB-9F42512AB850}" srcId="{0B5D0598-99F5-4930-93CE-4FDA0CC84FF8}" destId="{34A581AB-9FC9-422C-A97E-340DA18A047A}" srcOrd="2" destOrd="0" parTransId="{C42D6EF8-7E08-4EFB-8EED-2B1B12601C53}" sibTransId="{78FE45B8-1937-473F-B636-993635344A5B}"/>
    <dgm:cxn modelId="{E34E6E9A-7AEF-43E2-A680-AE374618A784}" type="presOf" srcId="{4993E01F-E99A-4D0E-A4EC-F8E2F52183EF}" destId="{4B38A5FE-17CC-47FD-8C3B-BDFEADBE5476}" srcOrd="0" destOrd="0" presId="urn:microsoft.com/office/officeart/2005/8/layout/orgChart1"/>
    <dgm:cxn modelId="{1A431B9B-CE2E-46D5-AA4C-87AF09184F32}" srcId="{6AF75495-6FCB-4DF4-A953-03405DB8C710}" destId="{E133C796-77DF-4653-8D9A-8BF78119720A}" srcOrd="3" destOrd="0" parTransId="{70294198-8FF4-42BE-B8AC-CE0FE3AD9CC9}" sibTransId="{8C4A3DD6-9616-46DE-ACA4-423D78DEF013}"/>
    <dgm:cxn modelId="{628C5A9B-AFB7-4B33-ABEE-B6E84BEFCC98}" type="presOf" srcId="{5EE314D1-73E5-4345-AE7D-B6FE773B9FE0}" destId="{5AA939A3-8258-4D8B-958A-81CC01B87A56}" srcOrd="1" destOrd="0" presId="urn:microsoft.com/office/officeart/2005/8/layout/orgChart1"/>
    <dgm:cxn modelId="{BC6AF59B-C62E-4FEF-B886-E39F600DC23A}" srcId="{E133C796-77DF-4653-8D9A-8BF78119720A}" destId="{A52355F6-376E-495C-85AF-52C416076AA8}" srcOrd="2" destOrd="0" parTransId="{78C7CBAC-EF3D-4DBC-8F27-E3EDD6D06D68}" sibTransId="{BCAC9030-BBF7-4765-B365-35955EE9C35B}"/>
    <dgm:cxn modelId="{173B5C9C-B00D-4447-B5E8-92DDB860D597}" srcId="{B40DE5A7-CD03-4A2B-AE7E-0668D7958A0C}" destId="{3D79B228-CCFD-432B-8F0B-4E21F5F849D0}" srcOrd="3" destOrd="0" parTransId="{1B3DA24B-986B-4793-8748-7C4999BD644A}" sibTransId="{F095C76B-C981-42E3-9405-C94A37ABE48C}"/>
    <dgm:cxn modelId="{3642B99D-90F6-4661-959F-5FB2923AD369}" type="presOf" srcId="{105D64F0-714D-43BC-886B-A912EE8311F5}" destId="{FBA7DF57-7083-45F7-B25D-FC90DAED6577}" srcOrd="1" destOrd="0" presId="urn:microsoft.com/office/officeart/2005/8/layout/orgChart1"/>
    <dgm:cxn modelId="{49B87A9F-E31F-4816-A70B-679E71021287}" srcId="{0B5D0598-99F5-4930-93CE-4FDA0CC84FF8}" destId="{F4FEFAE0-0CFC-409C-93B1-1D34B58F619B}" srcOrd="3" destOrd="0" parTransId="{DF5DF48D-BCC2-44AB-BA14-39A9758AFA3F}" sibTransId="{53B654E0-8EE2-454E-9567-FC03096C8669}"/>
    <dgm:cxn modelId="{DACA879F-62D5-4C0C-98B1-40D51B1DABEF}" type="presOf" srcId="{483DD7ED-1BC0-4875-BA11-520528A85F6C}" destId="{0CB1CADB-846A-4518-89F9-0CF5FEFB53B5}" srcOrd="0" destOrd="0" presId="urn:microsoft.com/office/officeart/2005/8/layout/orgChart1"/>
    <dgm:cxn modelId="{528E81A1-6B2E-42F8-8B3D-826C7BAAC239}" type="presOf" srcId="{3D79B228-CCFD-432B-8F0B-4E21F5F849D0}" destId="{186833BE-FC06-4D7D-8B04-4A56A4368736}" srcOrd="1" destOrd="0" presId="urn:microsoft.com/office/officeart/2005/8/layout/orgChart1"/>
    <dgm:cxn modelId="{7ED8C1A1-1895-4248-BDD9-12BC0335F91D}" type="presOf" srcId="{0E8D3604-280D-4657-B646-7D5189FE4A0D}" destId="{8BB0B4CA-D559-46EC-A72E-000F4117677A}" srcOrd="0" destOrd="0" presId="urn:microsoft.com/office/officeart/2005/8/layout/orgChart1"/>
    <dgm:cxn modelId="{41307BA2-2B66-4303-9DCD-1648E2D7A00A}" srcId="{8B30CABD-6DE7-40E5-A5B5-5CC70BDCE394}" destId="{7D8631E4-02D5-43D6-8DF7-42119C979884}" srcOrd="1" destOrd="0" parTransId="{B3374E9B-C92B-4644-88ED-B13EAFB5F5DF}" sibTransId="{23E5CACE-5207-4739-9EC2-12C86D541769}"/>
    <dgm:cxn modelId="{AD8782A2-FD7E-428E-8BAF-FFC3452FC157}" type="presOf" srcId="{A6B911AD-FC06-4DF2-912E-B02BC12D694F}" destId="{34346B3B-D3AA-47E5-AEBB-96B4DA953458}" srcOrd="1" destOrd="0" presId="urn:microsoft.com/office/officeart/2005/8/layout/orgChart1"/>
    <dgm:cxn modelId="{A2AE1BA5-0DFF-40A8-B5B7-7EDCF4656E5A}" type="presOf" srcId="{6F2BF528-4E97-4DED-92FA-27AD67AA2EF7}" destId="{C11550F0-ECBA-4E83-98B5-BAC138111481}" srcOrd="0" destOrd="0" presId="urn:microsoft.com/office/officeart/2005/8/layout/orgChart1"/>
    <dgm:cxn modelId="{A9C42BA6-712C-402C-89A6-91E2818D7821}" type="presOf" srcId="{3FA72759-8439-4239-BE9C-3E6D685994A8}" destId="{41E7BA97-AD82-4B00-AF3A-7C303BCAF243}" srcOrd="0" destOrd="0" presId="urn:microsoft.com/office/officeart/2005/8/layout/orgChart1"/>
    <dgm:cxn modelId="{9856C8A6-E4DA-485E-8730-80655866E4BE}" type="presOf" srcId="{2AF47E2D-1629-4997-B06F-22B449585098}" destId="{5F93B30A-A311-4DFC-9620-D97F290C406C}" srcOrd="0" destOrd="0" presId="urn:microsoft.com/office/officeart/2005/8/layout/orgChart1"/>
    <dgm:cxn modelId="{01A55AA7-4C3E-4F22-A48C-8E7F362637E3}" type="presOf" srcId="{B40DE5A7-CD03-4A2B-AE7E-0668D7958A0C}" destId="{CFD78D4C-850E-4F70-B326-B1E27AC2E3B2}" srcOrd="1" destOrd="0" presId="urn:microsoft.com/office/officeart/2005/8/layout/orgChart1"/>
    <dgm:cxn modelId="{B27006A8-309C-48F6-8A0F-5A5430E1540B}" type="presOf" srcId="{EFD06233-CB8A-4B22-87A5-83C648326A1C}" destId="{4B3E202E-40FE-45A9-AE33-5761FE937219}" srcOrd="1" destOrd="0" presId="urn:microsoft.com/office/officeart/2005/8/layout/orgChart1"/>
    <dgm:cxn modelId="{5C6A35A9-88B0-4593-A6E3-2E9B0D02B949}" srcId="{DC2D9975-A638-4D48-BDBC-F654E2C7E374}" destId="{2C589884-3E51-4CBF-BF84-86931CEF1F4D}" srcOrd="3" destOrd="0" parTransId="{8A1D4B4A-1E7A-4DD6-BB72-E27B785276FC}" sibTransId="{A8F317F4-7592-4F5A-BBC6-E8B44BD27A52}"/>
    <dgm:cxn modelId="{489668A9-33E2-4DBE-B254-0B586531B820}" type="presOf" srcId="{3DECEEFA-4C0C-4C3D-BAB3-80A92AB67A49}" destId="{721F9E88-6742-4674-AB10-EAFA97EDF7D5}" srcOrd="1" destOrd="0" presId="urn:microsoft.com/office/officeart/2005/8/layout/orgChart1"/>
    <dgm:cxn modelId="{8C3CFBAB-8191-434D-A779-5671252BEDB4}" srcId="{C3450A82-1AAC-4615-97F4-B6DE10774AF1}" destId="{24D67DEE-3EBD-4105-9878-582D5134443A}" srcOrd="3" destOrd="0" parTransId="{6CBC290F-2B06-4FC0-A24C-93998B8396D0}" sibTransId="{6CEACD8F-E122-4894-BCD9-8521A4150517}"/>
    <dgm:cxn modelId="{7B2D82AC-E72F-4340-843F-AAD25F998346}" type="presOf" srcId="{E133C796-77DF-4653-8D9A-8BF78119720A}" destId="{5B359D0E-FA39-4895-98D1-3582632393D8}" srcOrd="0" destOrd="0" presId="urn:microsoft.com/office/officeart/2005/8/layout/orgChart1"/>
    <dgm:cxn modelId="{B65C59AF-97A1-4949-AA14-369EDF098DE2}" type="presOf" srcId="{70294198-8FF4-42BE-B8AC-CE0FE3AD9CC9}" destId="{D08E50CD-B594-4932-9ECB-7E1ED1F3B14A}" srcOrd="0" destOrd="0" presId="urn:microsoft.com/office/officeart/2005/8/layout/orgChart1"/>
    <dgm:cxn modelId="{7DA83CB0-7656-4CAB-9AF5-135BB0E43727}" type="presOf" srcId="{56DD05A2-BB63-4AE9-82C3-3CD486C5FC67}" destId="{39596ADF-3283-49E2-AF85-AA8889C6F42D}" srcOrd="0" destOrd="0" presId="urn:microsoft.com/office/officeart/2005/8/layout/orgChart1"/>
    <dgm:cxn modelId="{49BEAAB0-252D-4A67-ADE6-FDC2785B99F4}" srcId="{DC2D9975-A638-4D48-BDBC-F654E2C7E374}" destId="{87A4DF4D-21DF-4920-94E2-7F51D60247B2}" srcOrd="1" destOrd="0" parTransId="{572AB044-E1DF-4AE6-BA2B-1876558778E2}" sibTransId="{07B4C52B-11AB-455D-A85E-FA588F5279B3}"/>
    <dgm:cxn modelId="{E39626B1-87FB-4803-8934-76BC8AD71C05}" type="presOf" srcId="{2AF47E2D-1629-4997-B06F-22B449585098}" destId="{D11F379A-73FB-49F9-99F4-59256DA65850}" srcOrd="1" destOrd="0" presId="urn:microsoft.com/office/officeart/2005/8/layout/orgChart1"/>
    <dgm:cxn modelId="{12A679B1-6AF5-448B-A1D8-E69F88E4D6A6}" type="presOf" srcId="{87A4DF4D-21DF-4920-94E2-7F51D60247B2}" destId="{CD115FD0-45C2-4F42-B9DD-1F3A2381580D}" srcOrd="1" destOrd="0" presId="urn:microsoft.com/office/officeart/2005/8/layout/orgChart1"/>
    <dgm:cxn modelId="{47706EB5-DD13-4C78-97A2-ADBE335050AE}" srcId="{B63250C2-ABF4-4640-AB72-CC2B8FDD07F3}" destId="{A6B911AD-FC06-4DF2-912E-B02BC12D694F}" srcOrd="0" destOrd="0" parTransId="{EB67F805-9116-4D5F-BF98-477012A62D70}" sibTransId="{738489E3-7A5B-4488-AE3F-CCF606F0ED1B}"/>
    <dgm:cxn modelId="{34F895B5-0C5A-4BAE-884B-57A862B9A528}" srcId="{6AF75495-6FCB-4DF4-A953-03405DB8C710}" destId="{0B5D0598-99F5-4930-93CE-4FDA0CC84FF8}" srcOrd="7" destOrd="0" parTransId="{63E95914-8A66-41A6-8934-F7386FDE1C67}" sibTransId="{F3209777-9CD8-4D7E-923C-885A9EEFC673}"/>
    <dgm:cxn modelId="{EAFDEBB5-679C-4E7C-98DC-F02D15B722C0}" srcId="{B63250C2-ABF4-4640-AB72-CC2B8FDD07F3}" destId="{105D64F0-714D-43BC-886B-A912EE8311F5}" srcOrd="4" destOrd="0" parTransId="{8FF09011-150B-40EF-A430-1099854E2C42}" sibTransId="{759E5357-4047-4F57-A582-9BAB35085D76}"/>
    <dgm:cxn modelId="{CC0B73B7-B0AC-4530-85AA-20A686B3681A}" type="presOf" srcId="{DFB2C1CD-5306-4525-A899-6B15B1E97D28}" destId="{822D2345-2F5E-44E0-A857-814E4D3FBF57}" srcOrd="0" destOrd="0" presId="urn:microsoft.com/office/officeart/2005/8/layout/orgChart1"/>
    <dgm:cxn modelId="{540423BB-B3F8-4804-8206-406253F01F1F}" type="presOf" srcId="{6AF75495-6FCB-4DF4-A953-03405DB8C710}" destId="{7657AB75-6513-40E2-BA52-BBA9ECF97F4F}" srcOrd="1" destOrd="0" presId="urn:microsoft.com/office/officeart/2005/8/layout/orgChart1"/>
    <dgm:cxn modelId="{7DC522BD-5B88-4376-9787-E3F981FE5632}" srcId="{54F1637B-E38B-40B1-A652-0A9E8BCB6BE7}" destId="{6AF75495-6FCB-4DF4-A953-03405DB8C710}" srcOrd="0" destOrd="0" parTransId="{B5A649EC-CC64-4920-B99F-F2A221BBF006}" sibTransId="{F8CC1D52-A93F-475D-91F1-96CE678DB2C8}"/>
    <dgm:cxn modelId="{93CFCDBD-C4B5-431A-BE2D-6918577D715F}" type="presOf" srcId="{DFB2C1CD-5306-4525-A899-6B15B1E97D28}" destId="{EDEB09C6-D4C1-40DD-9F17-56C065A14F61}" srcOrd="1" destOrd="0" presId="urn:microsoft.com/office/officeart/2005/8/layout/orgChart1"/>
    <dgm:cxn modelId="{D6F1EEBE-2D38-4654-8221-A40F74F95DB0}" type="presOf" srcId="{24D67DEE-3EBD-4105-9878-582D5134443A}" destId="{FD314802-0436-4CE7-A7D6-9560D9922941}" srcOrd="1" destOrd="0" presId="urn:microsoft.com/office/officeart/2005/8/layout/orgChart1"/>
    <dgm:cxn modelId="{BD10DAC1-A1CE-49EE-AD5C-68C0BE181EFD}" type="presOf" srcId="{28B7D7EC-4DA3-4584-AA95-0D921E677B11}" destId="{3F489F6C-495A-4515-B9B1-D1A72888E36A}" srcOrd="0" destOrd="0" presId="urn:microsoft.com/office/officeart/2005/8/layout/orgChart1"/>
    <dgm:cxn modelId="{3ACAC1C3-2096-4D46-93FB-BF838B858D19}" type="presOf" srcId="{5EE314D1-73E5-4345-AE7D-B6FE773B9FE0}" destId="{A3E593D6-D59A-42A3-97BA-C32A959919C0}" srcOrd="0" destOrd="0" presId="urn:microsoft.com/office/officeart/2005/8/layout/orgChart1"/>
    <dgm:cxn modelId="{507D55C4-9E8B-45F3-83D8-C7FFEB01C9A9}" type="presOf" srcId="{8FF09011-150B-40EF-A430-1099854E2C42}" destId="{BBC9F83A-9BE3-4843-8EC4-ADDE4099B1AE}" srcOrd="0" destOrd="0" presId="urn:microsoft.com/office/officeart/2005/8/layout/orgChart1"/>
    <dgm:cxn modelId="{0EF97BC4-2E79-44E2-9B70-8E2C45EB6841}" type="presOf" srcId="{2C589884-3E51-4CBF-BF84-86931CEF1F4D}" destId="{66623C35-EC9F-43C7-95F7-AF331FB7ACD5}" srcOrd="0" destOrd="0" presId="urn:microsoft.com/office/officeart/2005/8/layout/orgChart1"/>
    <dgm:cxn modelId="{68B02FC6-C41D-4CED-B78B-19269ECB5B39}" type="presOf" srcId="{B3374E9B-C92B-4644-88ED-B13EAFB5F5DF}" destId="{F38C6742-43C7-47CE-9BD4-AC9A433CD1E8}" srcOrd="0" destOrd="0" presId="urn:microsoft.com/office/officeart/2005/8/layout/orgChart1"/>
    <dgm:cxn modelId="{9A937BC9-5995-4EE2-B90C-ACB5FEBC2A57}" type="presOf" srcId="{DF5DF48D-BCC2-44AB-BA14-39A9758AFA3F}" destId="{D3246677-205A-4DB1-BD80-6D9EE8D73849}" srcOrd="0" destOrd="0" presId="urn:microsoft.com/office/officeart/2005/8/layout/orgChart1"/>
    <dgm:cxn modelId="{153DAEC9-D72A-4635-9C46-E5D59A730F0B}" srcId="{6AF75495-6FCB-4DF4-A953-03405DB8C710}" destId="{B63250C2-ABF4-4640-AB72-CC2B8FDD07F3}" srcOrd="6" destOrd="0" parTransId="{3C8ADD83-F77A-4302-97D8-20E8109E322B}" sibTransId="{E6D483DA-5278-4995-8AF9-9928A6820E22}"/>
    <dgm:cxn modelId="{EAC728CB-D69E-4B46-9575-19FF266556C2}" type="presOf" srcId="{242BEE0D-4B7A-4660-A3FC-25DC3E3A3599}" destId="{38321F9C-47C9-4674-A883-61D05FABC84A}" srcOrd="0" destOrd="0" presId="urn:microsoft.com/office/officeart/2005/8/layout/orgChart1"/>
    <dgm:cxn modelId="{B8BE40CB-FD8C-4182-9328-30F4593BE8FD}" type="presOf" srcId="{63E95914-8A66-41A6-8934-F7386FDE1C67}" destId="{8C6DB0F9-5F7A-4D5B-9906-C0682BFBEB38}" srcOrd="0" destOrd="0" presId="urn:microsoft.com/office/officeart/2005/8/layout/orgChart1"/>
    <dgm:cxn modelId="{AF256DCC-CEBE-4519-944F-2A757D6B5B3F}" type="presOf" srcId="{A52355F6-376E-495C-85AF-52C416076AA8}" destId="{1AE34B8D-E730-432B-97AA-508D62B80C64}" srcOrd="1" destOrd="0" presId="urn:microsoft.com/office/officeart/2005/8/layout/orgChart1"/>
    <dgm:cxn modelId="{047BA0CC-5080-468E-A967-787634DFAA7B}" type="presOf" srcId="{B875022D-011C-4AE3-969E-24E4D95AC220}" destId="{5C111A27-C693-4C34-89CB-37E02944910F}" srcOrd="0" destOrd="0" presId="urn:microsoft.com/office/officeart/2005/8/layout/orgChart1"/>
    <dgm:cxn modelId="{6F5951CF-C7F3-476D-9A6F-D8FEB4F936E1}" type="presOf" srcId="{10F0EB66-C8D9-436A-8CFE-7CC1F116788D}" destId="{6AE28312-8546-43F4-B994-73FEC8B518EF}" srcOrd="1" destOrd="0" presId="urn:microsoft.com/office/officeart/2005/8/layout/orgChart1"/>
    <dgm:cxn modelId="{11FB67D0-03C8-4E01-9FF8-160E863CD4AB}" type="presOf" srcId="{F4FEFAE0-0CFC-409C-93B1-1D34B58F619B}" destId="{8F237AE1-A302-4154-9A93-737A50151ED0}" srcOrd="0" destOrd="0" presId="urn:microsoft.com/office/officeart/2005/8/layout/orgChart1"/>
    <dgm:cxn modelId="{84C5C4D0-CC63-459C-94DB-D60024D327D1}" srcId="{E133C796-77DF-4653-8D9A-8BF78119720A}" destId="{3DECEEFA-4C0C-4C3D-BAB3-80A92AB67A49}" srcOrd="4" destOrd="0" parTransId="{C047685D-021B-4281-8F90-AF3617BD5A89}" sibTransId="{45313B00-4CFA-403C-BB5F-51909A05C77A}"/>
    <dgm:cxn modelId="{0F6356D1-2484-4086-B743-90CE78CA41F4}" srcId="{B40DE5A7-CD03-4A2B-AE7E-0668D7958A0C}" destId="{9DD373E5-A61A-4740-9BC6-930351318B2E}" srcOrd="2" destOrd="0" parTransId="{84DEBAF6-7117-49FD-92B9-E2F70734973F}" sibTransId="{1F368DEB-E472-4600-988B-43899B9B5460}"/>
    <dgm:cxn modelId="{DF991BD2-05FE-4673-B1E1-F98861B6FF8F}" srcId="{C3450A82-1AAC-4615-97F4-B6DE10774AF1}" destId="{483DD7ED-1BC0-4875-BA11-520528A85F6C}" srcOrd="2" destOrd="0" parTransId="{B875022D-011C-4AE3-969E-24E4D95AC220}" sibTransId="{AA98A2FC-02E2-4BE0-89F1-62EDBE71D053}"/>
    <dgm:cxn modelId="{E3A73AD2-625A-48BE-AC69-F76B72FDD080}" type="presOf" srcId="{A6B911AD-FC06-4DF2-912E-B02BC12D694F}" destId="{2723E74D-2BF9-4BC4-BAAB-DB15D23F2658}" srcOrd="0" destOrd="0" presId="urn:microsoft.com/office/officeart/2005/8/layout/orgChart1"/>
    <dgm:cxn modelId="{EA29CED3-5ED7-479D-8EDE-A522A9AFE3C4}" type="presOf" srcId="{28B7D7EC-4DA3-4584-AA95-0D921E677B11}" destId="{EF1EF92E-8EBE-4DFF-B1CF-A7793257B55B}" srcOrd="1" destOrd="0" presId="urn:microsoft.com/office/officeart/2005/8/layout/orgChart1"/>
    <dgm:cxn modelId="{4C7BFED5-5BB7-4323-97BD-D165B084DC6C}" srcId="{E133C796-77DF-4653-8D9A-8BF78119720A}" destId="{4E241553-C9AC-48E7-987F-97AB34B909F2}" srcOrd="3" destOrd="0" parTransId="{E640AFA3-16D6-4F82-A2CD-8AE65C91CB14}" sibTransId="{B7996F8E-FF77-4FEA-87DA-60A186009381}"/>
    <dgm:cxn modelId="{48364CD6-5335-4E05-961E-37D3CE5EE5AC}" type="presOf" srcId="{78C7CBAC-EF3D-4DBC-8F27-E3EDD6D06D68}" destId="{3F8D0450-6F5C-4406-A1F1-FCDD63267971}" srcOrd="0" destOrd="0" presId="urn:microsoft.com/office/officeart/2005/8/layout/orgChart1"/>
    <dgm:cxn modelId="{7E0376D7-C371-4D35-AD5D-ADF1610326B2}" type="presOf" srcId="{2DDB4540-2653-4D77-969D-2FF8B842D26D}" destId="{EA5945E4-F5C8-4DF4-BD12-B6F3768766D3}" srcOrd="0" destOrd="0" presId="urn:microsoft.com/office/officeart/2005/8/layout/orgChart1"/>
    <dgm:cxn modelId="{D449C3D9-1161-4F92-AC68-3641944DF186}" type="presOf" srcId="{04E505CD-8CF6-4AD2-B257-74677F5795D3}" destId="{553F1117-AC87-4D9B-B401-E9E301C313BF}" srcOrd="0" destOrd="0" presId="urn:microsoft.com/office/officeart/2005/8/layout/orgChart1"/>
    <dgm:cxn modelId="{99B7CBDA-BB42-47B8-AE9E-31B81B160BFF}" type="presOf" srcId="{B154E979-3C98-4128-A86A-4D0473110C95}" destId="{FFD97818-438E-4C60-ADAB-0F006BF83728}" srcOrd="1" destOrd="0" presId="urn:microsoft.com/office/officeart/2005/8/layout/orgChart1"/>
    <dgm:cxn modelId="{F95A4ADB-C5EB-4F88-A916-1064FF9E6A3E}" srcId="{B40DE5A7-CD03-4A2B-AE7E-0668D7958A0C}" destId="{EFD06233-CB8A-4B22-87A5-83C648326A1C}" srcOrd="1" destOrd="0" parTransId="{2DDB4540-2653-4D77-969D-2FF8B842D26D}" sibTransId="{93B3AED7-C9B1-4BF8-BCF3-49030A89A901}"/>
    <dgm:cxn modelId="{DBCE14DF-0564-45D1-AA26-E966DAF41E3F}" type="presOf" srcId="{EB67F805-9116-4D5F-BF98-477012A62D70}" destId="{C66F75C8-8D73-4617-A20C-1A203C28C579}" srcOrd="0" destOrd="0" presId="urn:microsoft.com/office/officeart/2005/8/layout/orgChart1"/>
    <dgm:cxn modelId="{EC2D7ADF-A4EF-4C07-B783-AAEE29B24DE1}" type="presOf" srcId="{25296E14-C6F6-4D0D-B129-70E836C070E7}" destId="{7F7F4AFC-5B7B-43DC-AD4F-CB238E0A959C}" srcOrd="0" destOrd="0" presId="urn:microsoft.com/office/officeart/2005/8/layout/orgChart1"/>
    <dgm:cxn modelId="{5DC490E3-4F20-476D-BD24-C648C74D17D0}" type="presOf" srcId="{1399DDCD-A84E-45E9-AFF3-890ADAD7DDEB}" destId="{F0F7275C-326C-406F-AAFB-1DF1CA1A8A8B}" srcOrd="1" destOrd="0" presId="urn:microsoft.com/office/officeart/2005/8/layout/orgChart1"/>
    <dgm:cxn modelId="{E8E617E7-5D45-4CC6-B6CF-6D0EFC0395F8}" type="presOf" srcId="{BCDEDFC5-C607-4E01-A20C-AB851097E3BD}" destId="{D81A75F5-ACC8-4C53-839B-EA7447BEA65F}" srcOrd="0" destOrd="0" presId="urn:microsoft.com/office/officeart/2005/8/layout/orgChart1"/>
    <dgm:cxn modelId="{F4988FEB-9AA5-4A15-B285-F11CC35996AD}" srcId="{B63250C2-ABF4-4640-AB72-CC2B8FDD07F3}" destId="{372DF126-CEE4-4C7F-939F-F0CE480A1697}" srcOrd="1" destOrd="0" parTransId="{BAB4DA13-ED21-401E-8541-352C607562A5}" sibTransId="{89D88EE2-E716-4FF5-B4A9-87368987BB9E}"/>
    <dgm:cxn modelId="{E77B32EC-5AC6-44B7-A123-F7D9F7A736EB}" type="presOf" srcId="{96DEC27A-5F17-4323-9754-D91DE6FCE3D3}" destId="{2BBB1FE7-AC3F-4ADD-81E3-AD49271B0811}" srcOrd="0" destOrd="0" presId="urn:microsoft.com/office/officeart/2005/8/layout/orgChart1"/>
    <dgm:cxn modelId="{89C905EE-472C-4E33-B54D-78133FC12E14}" srcId="{0B5D0598-99F5-4930-93CE-4FDA0CC84FF8}" destId="{5EE314D1-73E5-4345-AE7D-B6FE773B9FE0}" srcOrd="1" destOrd="0" parTransId="{FA2C2FBF-80DE-450B-8BDE-72ADBB5D14E2}" sibTransId="{2001BE51-B4F9-481E-96FF-308A2D044E3D}"/>
    <dgm:cxn modelId="{8949C5F0-72E7-4D0B-B844-D1B2AB0F80C3}" type="presOf" srcId="{9EA80F18-923D-464C-A3B4-3D14F3913037}" destId="{BF1C8542-226F-4A25-BEEA-85F3628475FF}" srcOrd="0" destOrd="0" presId="urn:microsoft.com/office/officeart/2005/8/layout/orgChart1"/>
    <dgm:cxn modelId="{196D00F1-4879-4ECA-A9BA-F19D0FF8229D}" srcId="{6AF75495-6FCB-4DF4-A953-03405DB8C710}" destId="{DC2D9975-A638-4D48-BDBC-F654E2C7E374}" srcOrd="1" destOrd="0" parTransId="{04E505CD-8CF6-4AD2-B257-74677F5795D3}" sibTransId="{E72BC88D-8C0A-42D6-9EF9-C8231D16E12F}"/>
    <dgm:cxn modelId="{4BC05FF1-EA18-4A5D-AF45-581EE36E0353}" type="presOf" srcId="{E640AFA3-16D6-4F82-A2CD-8AE65C91CB14}" destId="{743280FC-4F2B-4C64-938D-FF2AC6BFC992}" srcOrd="0" destOrd="0" presId="urn:microsoft.com/office/officeart/2005/8/layout/orgChart1"/>
    <dgm:cxn modelId="{AC0F79F3-A4D9-4F2D-9400-196E8F3A9B22}" type="presOf" srcId="{1090DFF2-D667-4A09-9BDF-0A1284C6D489}" destId="{A8484899-DBA4-4D3D-8E61-21E6CECBCF4A}" srcOrd="0" destOrd="0" presId="urn:microsoft.com/office/officeart/2005/8/layout/orgChart1"/>
    <dgm:cxn modelId="{5861E4F5-CB62-4CB6-86C3-A8A8C4F8BCBA}" type="presOf" srcId="{0A91B029-B88C-4BF2-BC72-7B0092D3F30B}" destId="{A13E8E99-0D03-4887-A809-826B886E064C}" srcOrd="1" destOrd="0" presId="urn:microsoft.com/office/officeart/2005/8/layout/orgChart1"/>
    <dgm:cxn modelId="{A737E4F7-2843-49CD-8D5B-B6AEDDDF4B52}" type="presOf" srcId="{B40DE5A7-CD03-4A2B-AE7E-0668D7958A0C}" destId="{BAB97969-862A-4F23-B73B-81729C4AEF25}" srcOrd="0" destOrd="0" presId="urn:microsoft.com/office/officeart/2005/8/layout/orgChart1"/>
    <dgm:cxn modelId="{4D98A5FD-8307-433C-AFCA-EB9DAA697ABD}" srcId="{6AF75495-6FCB-4DF4-A953-03405DB8C710}" destId="{B154E979-3C98-4128-A86A-4D0473110C95}" srcOrd="2" destOrd="0" parTransId="{4A455B84-9A65-408A-9EC7-750E48FAF797}" sibTransId="{7D7F6D0E-3F81-404D-B6CA-491A092DD2E2}"/>
    <dgm:cxn modelId="{0EE4F6FD-ED67-48F2-BAE5-72738E5FDF4A}" type="presOf" srcId="{5162ED87-DBF6-443B-938B-E09A1BDA7A35}" destId="{A0CCD61C-44E6-4A85-B733-670E93B0BD6B}" srcOrd="0" destOrd="0" presId="urn:microsoft.com/office/officeart/2005/8/layout/orgChart1"/>
    <dgm:cxn modelId="{9BCF13FF-9F24-4C1A-99AA-03B0243325E7}" type="presOf" srcId="{24ED1521-94AC-48CD-A34C-75A70EA4FA72}" destId="{26B14E8E-84D3-4EB3-A014-50662E4AA96E}" srcOrd="0" destOrd="0" presId="urn:microsoft.com/office/officeart/2005/8/layout/orgChart1"/>
    <dgm:cxn modelId="{A3AE23FF-0A18-4B6A-A6C1-0EAD9C6D84EA}" type="presOf" srcId="{46F27DEE-2A86-4891-993F-4B503AC4D743}" destId="{B9342EA0-8FC5-4E1C-B0B5-76599C26FB37}" srcOrd="1" destOrd="0" presId="urn:microsoft.com/office/officeart/2005/8/layout/orgChart1"/>
    <dgm:cxn modelId="{2349072F-A2A4-4846-A1C7-C0303EDCF9E0}" type="presParOf" srcId="{93F559D8-AE5E-48FA-A429-4DD3543B0DC3}" destId="{B15357A5-44B9-4976-A246-6F16332539F1}" srcOrd="0" destOrd="0" presId="urn:microsoft.com/office/officeart/2005/8/layout/orgChart1"/>
    <dgm:cxn modelId="{23FADFD5-8CC6-4ECE-9FEF-BF39FA41B4A6}" type="presParOf" srcId="{B15357A5-44B9-4976-A246-6F16332539F1}" destId="{89C1CFF6-74CE-47CE-8B21-D00581E05C2D}" srcOrd="0" destOrd="0" presId="urn:microsoft.com/office/officeart/2005/8/layout/orgChart1"/>
    <dgm:cxn modelId="{6818026B-C80C-4DDF-ABA0-B08C1F20E364}" type="presParOf" srcId="{89C1CFF6-74CE-47CE-8B21-D00581E05C2D}" destId="{0CD4DF25-0A3A-456A-96B8-E9C9794D3FE1}" srcOrd="0" destOrd="0" presId="urn:microsoft.com/office/officeart/2005/8/layout/orgChart1"/>
    <dgm:cxn modelId="{A7B933EA-A512-49C8-A9EA-6B428CD074C0}" type="presParOf" srcId="{89C1CFF6-74CE-47CE-8B21-D00581E05C2D}" destId="{7657AB75-6513-40E2-BA52-BBA9ECF97F4F}" srcOrd="1" destOrd="0" presId="urn:microsoft.com/office/officeart/2005/8/layout/orgChart1"/>
    <dgm:cxn modelId="{C4DA5A9F-FCDE-4CC3-B3F7-399FE4137661}" type="presParOf" srcId="{B15357A5-44B9-4976-A246-6F16332539F1}" destId="{97356FB9-9527-4BAB-BD39-6386E7EB1955}" srcOrd="1" destOrd="0" presId="urn:microsoft.com/office/officeart/2005/8/layout/orgChart1"/>
    <dgm:cxn modelId="{28D19225-BDAD-4A0B-AF52-318B1D05EB06}" type="presParOf" srcId="{97356FB9-9527-4BAB-BD39-6386E7EB1955}" destId="{BF1C8542-226F-4A25-BEEA-85F3628475FF}" srcOrd="0" destOrd="0" presId="urn:microsoft.com/office/officeart/2005/8/layout/orgChart1"/>
    <dgm:cxn modelId="{088045BF-BFB9-49EE-B525-EAA12E3520D6}" type="presParOf" srcId="{97356FB9-9527-4BAB-BD39-6386E7EB1955}" destId="{AF6A923D-11A9-4686-830A-B9EDF5CD2892}" srcOrd="1" destOrd="0" presId="urn:microsoft.com/office/officeart/2005/8/layout/orgChart1"/>
    <dgm:cxn modelId="{EC9EA3A4-9847-461B-AB0E-C741FD076A9F}" type="presParOf" srcId="{AF6A923D-11A9-4686-830A-B9EDF5CD2892}" destId="{25F35F95-32B5-47CB-8352-B3DDA64962A8}" srcOrd="0" destOrd="0" presId="urn:microsoft.com/office/officeart/2005/8/layout/orgChart1"/>
    <dgm:cxn modelId="{8B1B0BDF-3705-41C5-A0FC-1CEDB8378B5B}" type="presParOf" srcId="{25F35F95-32B5-47CB-8352-B3DDA64962A8}" destId="{1B0D4884-6680-481A-AD23-541ED3CB4EB9}" srcOrd="0" destOrd="0" presId="urn:microsoft.com/office/officeart/2005/8/layout/orgChart1"/>
    <dgm:cxn modelId="{161CEDEA-96FC-49C4-A69C-C50DA68060DA}" type="presParOf" srcId="{25F35F95-32B5-47CB-8352-B3DDA64962A8}" destId="{432D9A8B-3B10-4924-95AA-6CD6FBF0D645}" srcOrd="1" destOrd="0" presId="urn:microsoft.com/office/officeart/2005/8/layout/orgChart1"/>
    <dgm:cxn modelId="{410660FE-C04A-4BD2-B2CF-859DCB331351}" type="presParOf" srcId="{AF6A923D-11A9-4686-830A-B9EDF5CD2892}" destId="{D10BA4BE-D2A1-44F0-8261-BE60A6DBAB8B}" srcOrd="1" destOrd="0" presId="urn:microsoft.com/office/officeart/2005/8/layout/orgChart1"/>
    <dgm:cxn modelId="{2EC8285E-5D93-4EF5-9322-F60BE504D98E}" type="presParOf" srcId="{D10BA4BE-D2A1-44F0-8261-BE60A6DBAB8B}" destId="{69AD1865-22AB-4D74-B2C3-05C5D435B85E}" srcOrd="0" destOrd="0" presId="urn:microsoft.com/office/officeart/2005/8/layout/orgChart1"/>
    <dgm:cxn modelId="{244B5620-B299-40B3-8710-158C87056158}" type="presParOf" srcId="{D10BA4BE-D2A1-44F0-8261-BE60A6DBAB8B}" destId="{604AEBB7-EAD5-427F-9510-E59ECD3AE920}" srcOrd="1" destOrd="0" presId="urn:microsoft.com/office/officeart/2005/8/layout/orgChart1"/>
    <dgm:cxn modelId="{CFD617EC-131E-42C4-9773-0515C85CD75E}" type="presParOf" srcId="{604AEBB7-EAD5-427F-9510-E59ECD3AE920}" destId="{E90683AA-DC2D-4D32-B465-BEE7A3B2681B}" srcOrd="0" destOrd="0" presId="urn:microsoft.com/office/officeart/2005/8/layout/orgChart1"/>
    <dgm:cxn modelId="{4D85FBBB-F448-4D04-8160-4493640099F4}" type="presParOf" srcId="{E90683AA-DC2D-4D32-B465-BEE7A3B2681B}" destId="{DE0AC6A7-8CD2-4232-A149-D7C9C0E52682}" srcOrd="0" destOrd="0" presId="urn:microsoft.com/office/officeart/2005/8/layout/orgChart1"/>
    <dgm:cxn modelId="{2CF9E4F7-3B94-438F-8A5B-95649FE6CC12}" type="presParOf" srcId="{E90683AA-DC2D-4D32-B465-BEE7A3B2681B}" destId="{112A6F6F-4D2B-423E-9566-A4DFAEA0AE6D}" srcOrd="1" destOrd="0" presId="urn:microsoft.com/office/officeart/2005/8/layout/orgChart1"/>
    <dgm:cxn modelId="{BAB3572C-C270-414B-9F8F-E7519C6C1CFB}" type="presParOf" srcId="{604AEBB7-EAD5-427F-9510-E59ECD3AE920}" destId="{690FFC09-ADAA-407B-B615-850CA146DBC1}" srcOrd="1" destOrd="0" presId="urn:microsoft.com/office/officeart/2005/8/layout/orgChart1"/>
    <dgm:cxn modelId="{2B333B77-B8F7-44B4-BFFA-0C271F7D7063}" type="presParOf" srcId="{604AEBB7-EAD5-427F-9510-E59ECD3AE920}" destId="{53878E65-AC53-409B-9C70-488F13751E59}" srcOrd="2" destOrd="0" presId="urn:microsoft.com/office/officeart/2005/8/layout/orgChart1"/>
    <dgm:cxn modelId="{A00C3C31-CBEB-4CB4-AF41-C45249A505B7}" type="presParOf" srcId="{D10BA4BE-D2A1-44F0-8261-BE60A6DBAB8B}" destId="{A0CCD61C-44E6-4A85-B733-670E93B0BD6B}" srcOrd="2" destOrd="0" presId="urn:microsoft.com/office/officeart/2005/8/layout/orgChart1"/>
    <dgm:cxn modelId="{AEB05CB0-D8A9-4B57-AC66-41744977687B}" type="presParOf" srcId="{D10BA4BE-D2A1-44F0-8261-BE60A6DBAB8B}" destId="{57E7F377-BFE8-4620-963D-6CA3F1619BA9}" srcOrd="3" destOrd="0" presId="urn:microsoft.com/office/officeart/2005/8/layout/orgChart1"/>
    <dgm:cxn modelId="{7B62DC25-BA15-4912-9077-F1188FEDD408}" type="presParOf" srcId="{57E7F377-BFE8-4620-963D-6CA3F1619BA9}" destId="{92EB4DF2-31EB-4219-80B7-13CE0503D9F5}" srcOrd="0" destOrd="0" presId="urn:microsoft.com/office/officeart/2005/8/layout/orgChart1"/>
    <dgm:cxn modelId="{6C40F43E-8465-4950-BE6B-305E814DB59F}" type="presParOf" srcId="{92EB4DF2-31EB-4219-80B7-13CE0503D9F5}" destId="{8BB0B4CA-D559-46EC-A72E-000F4117677A}" srcOrd="0" destOrd="0" presId="urn:microsoft.com/office/officeart/2005/8/layout/orgChart1"/>
    <dgm:cxn modelId="{374E9D86-F46E-4E72-B196-6E5A21844BAD}" type="presParOf" srcId="{92EB4DF2-31EB-4219-80B7-13CE0503D9F5}" destId="{7343B2CA-12D1-494B-B682-9C41142DD81F}" srcOrd="1" destOrd="0" presId="urn:microsoft.com/office/officeart/2005/8/layout/orgChart1"/>
    <dgm:cxn modelId="{6C5C84F1-0C3C-44C9-8E74-72CE6798F985}" type="presParOf" srcId="{57E7F377-BFE8-4620-963D-6CA3F1619BA9}" destId="{A7745E45-05F2-47F4-AE64-206BFBEFF642}" srcOrd="1" destOrd="0" presId="urn:microsoft.com/office/officeart/2005/8/layout/orgChart1"/>
    <dgm:cxn modelId="{6CDD6B2F-8370-48CD-A900-62E40213DC89}" type="presParOf" srcId="{57E7F377-BFE8-4620-963D-6CA3F1619BA9}" destId="{AECC09E4-498F-43DD-9E64-99F04BFAE46C}" srcOrd="2" destOrd="0" presId="urn:microsoft.com/office/officeart/2005/8/layout/orgChart1"/>
    <dgm:cxn modelId="{72DFF5FF-8053-435E-ACED-72F46A8203E4}" type="presParOf" srcId="{D10BA4BE-D2A1-44F0-8261-BE60A6DBAB8B}" destId="{5C111A27-C693-4C34-89CB-37E02944910F}" srcOrd="4" destOrd="0" presId="urn:microsoft.com/office/officeart/2005/8/layout/orgChart1"/>
    <dgm:cxn modelId="{89620E38-768E-48A4-AA57-FBA2DA818F8A}" type="presParOf" srcId="{D10BA4BE-D2A1-44F0-8261-BE60A6DBAB8B}" destId="{4264EED2-03FE-4700-A237-BCCE312291B1}" srcOrd="5" destOrd="0" presId="urn:microsoft.com/office/officeart/2005/8/layout/orgChart1"/>
    <dgm:cxn modelId="{A680BAA4-71D5-4280-A662-BA05774C5575}" type="presParOf" srcId="{4264EED2-03FE-4700-A237-BCCE312291B1}" destId="{D6B7F440-B117-443E-9C53-36A6DF81D1E2}" srcOrd="0" destOrd="0" presId="urn:microsoft.com/office/officeart/2005/8/layout/orgChart1"/>
    <dgm:cxn modelId="{B88EE5BB-7930-431F-BB1B-F7F066097C47}" type="presParOf" srcId="{D6B7F440-B117-443E-9C53-36A6DF81D1E2}" destId="{0CB1CADB-846A-4518-89F9-0CF5FEFB53B5}" srcOrd="0" destOrd="0" presId="urn:microsoft.com/office/officeart/2005/8/layout/orgChart1"/>
    <dgm:cxn modelId="{4300D50D-EB60-4914-9E8D-45165E2C9B25}" type="presParOf" srcId="{D6B7F440-B117-443E-9C53-36A6DF81D1E2}" destId="{94A43660-A7BC-4C7E-95B9-AEDA05E74A4F}" srcOrd="1" destOrd="0" presId="urn:microsoft.com/office/officeart/2005/8/layout/orgChart1"/>
    <dgm:cxn modelId="{31D110CB-9C9B-434D-970E-5D3111D4F866}" type="presParOf" srcId="{4264EED2-03FE-4700-A237-BCCE312291B1}" destId="{E5DA0190-EDF0-4BBD-BD43-9005D94902D3}" srcOrd="1" destOrd="0" presId="urn:microsoft.com/office/officeart/2005/8/layout/orgChart1"/>
    <dgm:cxn modelId="{10ACFD13-F44B-4399-9014-C6400DDA29B9}" type="presParOf" srcId="{4264EED2-03FE-4700-A237-BCCE312291B1}" destId="{3F2B3A1F-5D0C-487C-9209-311EECE5FE70}" srcOrd="2" destOrd="0" presId="urn:microsoft.com/office/officeart/2005/8/layout/orgChart1"/>
    <dgm:cxn modelId="{F3A3C75B-6782-4397-96CC-4E87099F4D2F}" type="presParOf" srcId="{D10BA4BE-D2A1-44F0-8261-BE60A6DBAB8B}" destId="{D8360D9D-30B3-4C27-9777-9B4054DEF233}" srcOrd="6" destOrd="0" presId="urn:microsoft.com/office/officeart/2005/8/layout/orgChart1"/>
    <dgm:cxn modelId="{17B9597A-F3C4-4663-B383-D4E3F98BC23B}" type="presParOf" srcId="{D10BA4BE-D2A1-44F0-8261-BE60A6DBAB8B}" destId="{8C2CA0DA-EB8B-415F-824D-33AC6056D544}" srcOrd="7" destOrd="0" presId="urn:microsoft.com/office/officeart/2005/8/layout/orgChart1"/>
    <dgm:cxn modelId="{1524C66F-FF26-41FF-ACBC-76D427F93747}" type="presParOf" srcId="{8C2CA0DA-EB8B-415F-824D-33AC6056D544}" destId="{C22ACE00-03F3-4E4F-B5FC-BEA2D0EBA020}" srcOrd="0" destOrd="0" presId="urn:microsoft.com/office/officeart/2005/8/layout/orgChart1"/>
    <dgm:cxn modelId="{CD3CB46F-33DC-439B-9C83-A226FB60C7F9}" type="presParOf" srcId="{C22ACE00-03F3-4E4F-B5FC-BEA2D0EBA020}" destId="{472CEE55-E35F-49FC-B57C-9FE2338D021D}" srcOrd="0" destOrd="0" presId="urn:microsoft.com/office/officeart/2005/8/layout/orgChart1"/>
    <dgm:cxn modelId="{D627B4D5-A399-46D1-989E-8861FE6B4312}" type="presParOf" srcId="{C22ACE00-03F3-4E4F-B5FC-BEA2D0EBA020}" destId="{FD314802-0436-4CE7-A7D6-9560D9922941}" srcOrd="1" destOrd="0" presId="urn:microsoft.com/office/officeart/2005/8/layout/orgChart1"/>
    <dgm:cxn modelId="{81BB53CC-7AED-4092-9F71-3C59BF26464B}" type="presParOf" srcId="{8C2CA0DA-EB8B-415F-824D-33AC6056D544}" destId="{F08BB758-78E5-4D96-B538-C98A8F83E388}" srcOrd="1" destOrd="0" presId="urn:microsoft.com/office/officeart/2005/8/layout/orgChart1"/>
    <dgm:cxn modelId="{A796623D-0174-487B-8D86-70FF9413F4E7}" type="presParOf" srcId="{8C2CA0DA-EB8B-415F-824D-33AC6056D544}" destId="{7111D22D-F850-4DBA-9F50-66820C210D5B}" srcOrd="2" destOrd="0" presId="urn:microsoft.com/office/officeart/2005/8/layout/orgChart1"/>
    <dgm:cxn modelId="{A160C83D-4022-4D89-AF3C-F9986EA08725}" type="presParOf" srcId="{D10BA4BE-D2A1-44F0-8261-BE60A6DBAB8B}" destId="{BE940EC3-D73C-458F-8154-F8E93204585A}" srcOrd="8" destOrd="0" presId="urn:microsoft.com/office/officeart/2005/8/layout/orgChart1"/>
    <dgm:cxn modelId="{BF23F331-81E2-41D1-B470-FDC3930B5B7E}" type="presParOf" srcId="{D10BA4BE-D2A1-44F0-8261-BE60A6DBAB8B}" destId="{034AC748-6CB0-4792-894F-83663999B948}" srcOrd="9" destOrd="0" presId="urn:microsoft.com/office/officeart/2005/8/layout/orgChart1"/>
    <dgm:cxn modelId="{01A4A988-4E4A-40C5-B841-615EFB95312D}" type="presParOf" srcId="{034AC748-6CB0-4792-894F-83663999B948}" destId="{2DDA7D54-2591-4C4B-8B6E-AB3CB85ADAF2}" srcOrd="0" destOrd="0" presId="urn:microsoft.com/office/officeart/2005/8/layout/orgChart1"/>
    <dgm:cxn modelId="{CD5822DF-A0AD-45F1-9FA8-F4A1C5FCA566}" type="presParOf" srcId="{2DDA7D54-2591-4C4B-8B6E-AB3CB85ADAF2}" destId="{5F93B30A-A311-4DFC-9620-D97F290C406C}" srcOrd="0" destOrd="0" presId="urn:microsoft.com/office/officeart/2005/8/layout/orgChart1"/>
    <dgm:cxn modelId="{56E5F1D7-8CA4-4DF8-9F10-F5C0CC9BF653}" type="presParOf" srcId="{2DDA7D54-2591-4C4B-8B6E-AB3CB85ADAF2}" destId="{D11F379A-73FB-49F9-99F4-59256DA65850}" srcOrd="1" destOrd="0" presId="urn:microsoft.com/office/officeart/2005/8/layout/orgChart1"/>
    <dgm:cxn modelId="{CA218757-DE2F-4E4A-BE87-B445E932145A}" type="presParOf" srcId="{034AC748-6CB0-4792-894F-83663999B948}" destId="{3BAA15B0-28B8-4711-9CCD-59702F0A3654}" srcOrd="1" destOrd="0" presId="urn:microsoft.com/office/officeart/2005/8/layout/orgChart1"/>
    <dgm:cxn modelId="{981BD477-A8D0-48CE-8AFA-3FA4728CCB98}" type="presParOf" srcId="{034AC748-6CB0-4792-894F-83663999B948}" destId="{8F2917F9-54A9-4539-9A73-803121592AA1}" srcOrd="2" destOrd="0" presId="urn:microsoft.com/office/officeart/2005/8/layout/orgChart1"/>
    <dgm:cxn modelId="{2D517AE8-EAC3-41E4-BBF7-6369536D3E4D}" type="presParOf" srcId="{AF6A923D-11A9-4686-830A-B9EDF5CD2892}" destId="{BA527CE7-EAFC-4801-A66D-9AB1CA751DBF}" srcOrd="2" destOrd="0" presId="urn:microsoft.com/office/officeart/2005/8/layout/orgChart1"/>
    <dgm:cxn modelId="{9D8B199B-C11E-459B-9205-D2893DA307DC}" type="presParOf" srcId="{97356FB9-9527-4BAB-BD39-6386E7EB1955}" destId="{553F1117-AC87-4D9B-B401-E9E301C313BF}" srcOrd="2" destOrd="0" presId="urn:microsoft.com/office/officeart/2005/8/layout/orgChart1"/>
    <dgm:cxn modelId="{DCCC81ED-C69A-438C-A2EF-208F308B813E}" type="presParOf" srcId="{97356FB9-9527-4BAB-BD39-6386E7EB1955}" destId="{AD4B417F-9EEC-4FD5-9BE1-1A6A566F51EF}" srcOrd="3" destOrd="0" presId="urn:microsoft.com/office/officeart/2005/8/layout/orgChart1"/>
    <dgm:cxn modelId="{BBC75AA1-668A-48A9-88F8-8C9F2B241CE9}" type="presParOf" srcId="{AD4B417F-9EEC-4FD5-9BE1-1A6A566F51EF}" destId="{8324E5C6-DF29-4D5D-9592-1FE8B1DA8D87}" srcOrd="0" destOrd="0" presId="urn:microsoft.com/office/officeart/2005/8/layout/orgChart1"/>
    <dgm:cxn modelId="{F4E42F5C-4DFE-4FB9-8BAF-B9F778337EAD}" type="presParOf" srcId="{8324E5C6-DF29-4D5D-9592-1FE8B1DA8D87}" destId="{D28FF8E2-E43D-4572-B97B-F39C7FCC14A2}" srcOrd="0" destOrd="0" presId="urn:microsoft.com/office/officeart/2005/8/layout/orgChart1"/>
    <dgm:cxn modelId="{AA1B3F3C-A122-4D47-818D-9074965C61C2}" type="presParOf" srcId="{8324E5C6-DF29-4D5D-9592-1FE8B1DA8D87}" destId="{6EA72E8C-125E-4153-B88F-66AC832E516D}" srcOrd="1" destOrd="0" presId="urn:microsoft.com/office/officeart/2005/8/layout/orgChart1"/>
    <dgm:cxn modelId="{970DF924-2147-43A4-95BA-DE5A82CAF826}" type="presParOf" srcId="{AD4B417F-9EEC-4FD5-9BE1-1A6A566F51EF}" destId="{79EFF663-6CA1-4FA5-9F03-78AEF2E14A89}" srcOrd="1" destOrd="0" presId="urn:microsoft.com/office/officeart/2005/8/layout/orgChart1"/>
    <dgm:cxn modelId="{280D5F23-8CBE-4500-AA13-70D9681FAE35}" type="presParOf" srcId="{79EFF663-6CA1-4FA5-9F03-78AEF2E14A89}" destId="{41E7BA97-AD82-4B00-AF3A-7C303BCAF243}" srcOrd="0" destOrd="0" presId="urn:microsoft.com/office/officeart/2005/8/layout/orgChart1"/>
    <dgm:cxn modelId="{0AFEFDF8-7BA5-4DE3-9D62-82E646FC3B1E}" type="presParOf" srcId="{79EFF663-6CA1-4FA5-9F03-78AEF2E14A89}" destId="{54F33F6D-29A7-4C10-A44A-14E4E69C721F}" srcOrd="1" destOrd="0" presId="urn:microsoft.com/office/officeart/2005/8/layout/orgChart1"/>
    <dgm:cxn modelId="{6B9943B9-DBF2-4FCB-A7E0-34B864EFB0E0}" type="presParOf" srcId="{54F33F6D-29A7-4C10-A44A-14E4E69C721F}" destId="{9A668C02-4FCF-4619-900B-4CD17358810A}" srcOrd="0" destOrd="0" presId="urn:microsoft.com/office/officeart/2005/8/layout/orgChart1"/>
    <dgm:cxn modelId="{9C0613DA-657E-4E85-A272-68AC888FEF08}" type="presParOf" srcId="{9A668C02-4FCF-4619-900B-4CD17358810A}" destId="{36AF843F-8FE9-4DF3-844A-24D0A5D656AF}" srcOrd="0" destOrd="0" presId="urn:microsoft.com/office/officeart/2005/8/layout/orgChart1"/>
    <dgm:cxn modelId="{D8155058-A71B-45AD-ADBD-6698BDF53D0B}" type="presParOf" srcId="{9A668C02-4FCF-4619-900B-4CD17358810A}" destId="{86976F0E-C4B4-43CF-AE2A-488F95FAAD69}" srcOrd="1" destOrd="0" presId="urn:microsoft.com/office/officeart/2005/8/layout/orgChart1"/>
    <dgm:cxn modelId="{3B8E6A7D-ADAD-45CB-8ECB-7089E1FED15F}" type="presParOf" srcId="{54F33F6D-29A7-4C10-A44A-14E4E69C721F}" destId="{38AED82E-FC5C-451D-841E-C91B622B3950}" srcOrd="1" destOrd="0" presId="urn:microsoft.com/office/officeart/2005/8/layout/orgChart1"/>
    <dgm:cxn modelId="{54E16CD1-BD7A-47E0-85F2-1E9EDA66F22A}" type="presParOf" srcId="{54F33F6D-29A7-4C10-A44A-14E4E69C721F}" destId="{436704D6-D16A-4F0E-A801-EC61CD3A7BA9}" srcOrd="2" destOrd="0" presId="urn:microsoft.com/office/officeart/2005/8/layout/orgChart1"/>
    <dgm:cxn modelId="{5A308234-82E1-4ECE-8F82-B73A67D74D21}" type="presParOf" srcId="{79EFF663-6CA1-4FA5-9F03-78AEF2E14A89}" destId="{0A22DA83-8210-43B0-80A3-B868334F52BF}" srcOrd="2" destOrd="0" presId="urn:microsoft.com/office/officeart/2005/8/layout/orgChart1"/>
    <dgm:cxn modelId="{F75839EA-2D2C-4A96-BF5E-CEF4A0E56E8A}" type="presParOf" srcId="{79EFF663-6CA1-4FA5-9F03-78AEF2E14A89}" destId="{5235EAAF-91FD-4D95-9F88-6AB9FB267EEB}" srcOrd="3" destOrd="0" presId="urn:microsoft.com/office/officeart/2005/8/layout/orgChart1"/>
    <dgm:cxn modelId="{0F1FC713-BAAD-473D-BD81-CE30E50D5358}" type="presParOf" srcId="{5235EAAF-91FD-4D95-9F88-6AB9FB267EEB}" destId="{B90D01BE-5672-4DED-9795-F0DB1A85688C}" srcOrd="0" destOrd="0" presId="urn:microsoft.com/office/officeart/2005/8/layout/orgChart1"/>
    <dgm:cxn modelId="{5622EE30-A2AC-4B90-B5C5-3E4EF473CDEE}" type="presParOf" srcId="{B90D01BE-5672-4DED-9795-F0DB1A85688C}" destId="{CCA54901-34D1-4E12-A228-D671426EDDCF}" srcOrd="0" destOrd="0" presId="urn:microsoft.com/office/officeart/2005/8/layout/orgChart1"/>
    <dgm:cxn modelId="{2D5C1969-6219-48C1-80D2-767622D114F9}" type="presParOf" srcId="{B90D01BE-5672-4DED-9795-F0DB1A85688C}" destId="{CD115FD0-45C2-4F42-B9DD-1F3A2381580D}" srcOrd="1" destOrd="0" presId="urn:microsoft.com/office/officeart/2005/8/layout/orgChart1"/>
    <dgm:cxn modelId="{21A68CA4-D4E5-4D00-B7D7-65C12D248B91}" type="presParOf" srcId="{5235EAAF-91FD-4D95-9F88-6AB9FB267EEB}" destId="{F1D05C27-63D4-4FB2-8743-FFBA065222C2}" srcOrd="1" destOrd="0" presId="urn:microsoft.com/office/officeart/2005/8/layout/orgChart1"/>
    <dgm:cxn modelId="{D1A1D3AD-D964-4401-AEF6-7C6FE8A25A5E}" type="presParOf" srcId="{5235EAAF-91FD-4D95-9F88-6AB9FB267EEB}" destId="{C50A5D49-100E-4F7F-B7C1-EAB4D4A7627B}" srcOrd="2" destOrd="0" presId="urn:microsoft.com/office/officeart/2005/8/layout/orgChart1"/>
    <dgm:cxn modelId="{8EE356AB-716D-415E-920C-AAC88527FC4F}" type="presParOf" srcId="{79EFF663-6CA1-4FA5-9F03-78AEF2E14A89}" destId="{E4E8E187-BF86-4BD3-9205-BD0BF3FA1F04}" srcOrd="4" destOrd="0" presId="urn:microsoft.com/office/officeart/2005/8/layout/orgChart1"/>
    <dgm:cxn modelId="{BCA7B218-7F1B-4E4A-9339-80CB78BEAFDB}" type="presParOf" srcId="{79EFF663-6CA1-4FA5-9F03-78AEF2E14A89}" destId="{91013AAE-B713-40C9-934A-D0F823E2307A}" srcOrd="5" destOrd="0" presId="urn:microsoft.com/office/officeart/2005/8/layout/orgChart1"/>
    <dgm:cxn modelId="{466F128E-B9B2-41A3-B1BC-544C6AFE8DF1}" type="presParOf" srcId="{91013AAE-B713-40C9-934A-D0F823E2307A}" destId="{AB556FDF-73A3-44F4-AE40-0D4C9A3BED02}" srcOrd="0" destOrd="0" presId="urn:microsoft.com/office/officeart/2005/8/layout/orgChart1"/>
    <dgm:cxn modelId="{A2BE1794-5A9C-4E6E-A10D-5AFD39853E81}" type="presParOf" srcId="{AB556FDF-73A3-44F4-AE40-0D4C9A3BED02}" destId="{0B444E69-F3DB-4AE5-9E13-6C8038D2EC81}" srcOrd="0" destOrd="0" presId="urn:microsoft.com/office/officeart/2005/8/layout/orgChart1"/>
    <dgm:cxn modelId="{A2E3E183-5F5B-4935-8822-A03212DDF90B}" type="presParOf" srcId="{AB556FDF-73A3-44F4-AE40-0D4C9A3BED02}" destId="{9BB335FF-12A9-4A29-8F9A-A7A8A30855D1}" srcOrd="1" destOrd="0" presId="urn:microsoft.com/office/officeart/2005/8/layout/orgChart1"/>
    <dgm:cxn modelId="{9EDCBC1B-30DA-449A-9A2B-53622AB8706D}" type="presParOf" srcId="{91013AAE-B713-40C9-934A-D0F823E2307A}" destId="{E0F4DB7D-1BC7-4558-BBD4-979001DD79E4}" srcOrd="1" destOrd="0" presId="urn:microsoft.com/office/officeart/2005/8/layout/orgChart1"/>
    <dgm:cxn modelId="{3BCEB011-78EA-46C2-B822-098AD3A58A3F}" type="presParOf" srcId="{91013AAE-B713-40C9-934A-D0F823E2307A}" destId="{8A2CBE33-2652-4992-BF98-49EB40C5E792}" srcOrd="2" destOrd="0" presId="urn:microsoft.com/office/officeart/2005/8/layout/orgChart1"/>
    <dgm:cxn modelId="{1FCEDB60-5C20-46FA-A67D-CB667797D3E7}" type="presParOf" srcId="{79EFF663-6CA1-4FA5-9F03-78AEF2E14A89}" destId="{DE06FE72-C974-4E8F-9B53-B833CB27B917}" srcOrd="6" destOrd="0" presId="urn:microsoft.com/office/officeart/2005/8/layout/orgChart1"/>
    <dgm:cxn modelId="{8C54E5F8-6669-4E96-8CC3-3DEEF359D3B0}" type="presParOf" srcId="{79EFF663-6CA1-4FA5-9F03-78AEF2E14A89}" destId="{EEF7396D-5D01-49AE-8C70-42F8BBC71458}" srcOrd="7" destOrd="0" presId="urn:microsoft.com/office/officeart/2005/8/layout/orgChart1"/>
    <dgm:cxn modelId="{2B3EA4FE-88B6-42DF-99F4-CE1D4893B884}" type="presParOf" srcId="{EEF7396D-5D01-49AE-8C70-42F8BBC71458}" destId="{38F2D69B-636B-414C-A25C-3B10C0ABEACA}" srcOrd="0" destOrd="0" presId="urn:microsoft.com/office/officeart/2005/8/layout/orgChart1"/>
    <dgm:cxn modelId="{A5E24B66-3EB9-4EC9-A46B-F6592C7282A8}" type="presParOf" srcId="{38F2D69B-636B-414C-A25C-3B10C0ABEACA}" destId="{66623C35-EC9F-43C7-95F7-AF331FB7ACD5}" srcOrd="0" destOrd="0" presId="urn:microsoft.com/office/officeart/2005/8/layout/orgChart1"/>
    <dgm:cxn modelId="{4582464D-8D3E-401B-B77C-76F941B2EA59}" type="presParOf" srcId="{38F2D69B-636B-414C-A25C-3B10C0ABEACA}" destId="{CDF6D3AF-E6C3-4E95-AAD3-E047CDBDD398}" srcOrd="1" destOrd="0" presId="urn:microsoft.com/office/officeart/2005/8/layout/orgChart1"/>
    <dgm:cxn modelId="{9ED682BC-DCDE-4532-BBE8-E685717471AA}" type="presParOf" srcId="{EEF7396D-5D01-49AE-8C70-42F8BBC71458}" destId="{3AED40ED-29FB-408A-9263-97150F30B973}" srcOrd="1" destOrd="0" presId="urn:microsoft.com/office/officeart/2005/8/layout/orgChart1"/>
    <dgm:cxn modelId="{DED31C99-DD3B-4BAE-A853-38476FC25DD3}" type="presParOf" srcId="{EEF7396D-5D01-49AE-8C70-42F8BBC71458}" destId="{44DFFB08-6A0E-4460-A343-A54C0C5E365A}" srcOrd="2" destOrd="0" presId="urn:microsoft.com/office/officeart/2005/8/layout/orgChart1"/>
    <dgm:cxn modelId="{B49701FE-15F0-4AB9-A170-B674679E98FD}" type="presParOf" srcId="{79EFF663-6CA1-4FA5-9F03-78AEF2E14A89}" destId="{85AFDB8C-4CD3-4E40-956C-BA310AAF76FC}" srcOrd="8" destOrd="0" presId="urn:microsoft.com/office/officeart/2005/8/layout/orgChart1"/>
    <dgm:cxn modelId="{7471B4CD-E3F8-4121-804C-B7E481E4FB72}" type="presParOf" srcId="{79EFF663-6CA1-4FA5-9F03-78AEF2E14A89}" destId="{00A93679-FF72-4775-BB09-A05FFB471B5E}" srcOrd="9" destOrd="0" presId="urn:microsoft.com/office/officeart/2005/8/layout/orgChart1"/>
    <dgm:cxn modelId="{4BC9A2AF-3098-4651-96FC-5F11A77A266C}" type="presParOf" srcId="{00A93679-FF72-4775-BB09-A05FFB471B5E}" destId="{3CD02087-17C3-4AFB-93E1-B06C30E7B893}" srcOrd="0" destOrd="0" presId="urn:microsoft.com/office/officeart/2005/8/layout/orgChart1"/>
    <dgm:cxn modelId="{6B0668D1-E13F-4E3A-B9F1-4DDEC8AD26E5}" type="presParOf" srcId="{3CD02087-17C3-4AFB-93E1-B06C30E7B893}" destId="{A329E97D-DFBA-496E-8848-A8E8865F17C1}" srcOrd="0" destOrd="0" presId="urn:microsoft.com/office/officeart/2005/8/layout/orgChart1"/>
    <dgm:cxn modelId="{F0AC2BE4-E05F-42BD-875A-AD46EC117915}" type="presParOf" srcId="{3CD02087-17C3-4AFB-93E1-B06C30E7B893}" destId="{A13E8E99-0D03-4887-A809-826B886E064C}" srcOrd="1" destOrd="0" presId="urn:microsoft.com/office/officeart/2005/8/layout/orgChart1"/>
    <dgm:cxn modelId="{A368C8CD-FBD0-4588-9910-AC3E3F0B30ED}" type="presParOf" srcId="{00A93679-FF72-4775-BB09-A05FFB471B5E}" destId="{CD6A2052-30BE-4307-B2C9-23F3C2375D70}" srcOrd="1" destOrd="0" presId="urn:microsoft.com/office/officeart/2005/8/layout/orgChart1"/>
    <dgm:cxn modelId="{E7D849B3-B05C-40B6-8256-01370D22345A}" type="presParOf" srcId="{00A93679-FF72-4775-BB09-A05FFB471B5E}" destId="{FF122F1F-F7EE-4969-9EA7-00B3238ABE98}" srcOrd="2" destOrd="0" presId="urn:microsoft.com/office/officeart/2005/8/layout/orgChart1"/>
    <dgm:cxn modelId="{75AF7B79-68FD-4514-82A1-31A157ED6032}" type="presParOf" srcId="{AD4B417F-9EEC-4FD5-9BE1-1A6A566F51EF}" destId="{B3B0724F-2846-4781-B2CD-E330608FB28D}" srcOrd="2" destOrd="0" presId="urn:microsoft.com/office/officeart/2005/8/layout/orgChart1"/>
    <dgm:cxn modelId="{95CE9397-DDC2-428F-B16C-67B62A63B77F}" type="presParOf" srcId="{97356FB9-9527-4BAB-BD39-6386E7EB1955}" destId="{62714579-13E3-4A8D-91BC-BA877185B65D}" srcOrd="4" destOrd="0" presId="urn:microsoft.com/office/officeart/2005/8/layout/orgChart1"/>
    <dgm:cxn modelId="{FEE87D97-FC0F-4AA7-96A2-5325BB16C9CD}" type="presParOf" srcId="{97356FB9-9527-4BAB-BD39-6386E7EB1955}" destId="{AA8FACA6-AE14-4A67-9512-8EA7D341E3A8}" srcOrd="5" destOrd="0" presId="urn:microsoft.com/office/officeart/2005/8/layout/orgChart1"/>
    <dgm:cxn modelId="{B9965A2E-FA9D-4CBF-B0FA-BA1D23724ABF}" type="presParOf" srcId="{AA8FACA6-AE14-4A67-9512-8EA7D341E3A8}" destId="{E1FD7A7D-3308-41DF-838C-5E9427A37AF9}" srcOrd="0" destOrd="0" presId="urn:microsoft.com/office/officeart/2005/8/layout/orgChart1"/>
    <dgm:cxn modelId="{4ED7F393-07D4-47FF-89C2-3E3CB554CEC0}" type="presParOf" srcId="{E1FD7A7D-3308-41DF-838C-5E9427A37AF9}" destId="{5E5ECEFB-FCA1-46C7-9188-7948BD3BDF83}" srcOrd="0" destOrd="0" presId="urn:microsoft.com/office/officeart/2005/8/layout/orgChart1"/>
    <dgm:cxn modelId="{36B6ADEE-3BA3-4604-9270-FEE7E4FE4D6A}" type="presParOf" srcId="{E1FD7A7D-3308-41DF-838C-5E9427A37AF9}" destId="{FFD97818-438E-4C60-ADAB-0F006BF83728}" srcOrd="1" destOrd="0" presId="urn:microsoft.com/office/officeart/2005/8/layout/orgChart1"/>
    <dgm:cxn modelId="{64B00904-3C9C-4921-B4DE-1DA4B6DC4B9B}" type="presParOf" srcId="{AA8FACA6-AE14-4A67-9512-8EA7D341E3A8}" destId="{6A7EBBE9-97FC-47AA-9DD3-DE9FEA553FDF}" srcOrd="1" destOrd="0" presId="urn:microsoft.com/office/officeart/2005/8/layout/orgChart1"/>
    <dgm:cxn modelId="{18C1FCE9-C248-4B49-B97D-C3D35FF64784}" type="presParOf" srcId="{6A7EBBE9-97FC-47AA-9DD3-DE9FEA553FDF}" destId="{BB9118D0-C708-4516-9DBE-A7D8D4A3D2ED}" srcOrd="0" destOrd="0" presId="urn:microsoft.com/office/officeart/2005/8/layout/orgChart1"/>
    <dgm:cxn modelId="{2C374D12-5EBA-44B2-9954-09C7D9D0DC9D}" type="presParOf" srcId="{6A7EBBE9-97FC-47AA-9DD3-DE9FEA553FDF}" destId="{B156B813-810F-4337-9C42-F99C64B7C702}" srcOrd="1" destOrd="0" presId="urn:microsoft.com/office/officeart/2005/8/layout/orgChart1"/>
    <dgm:cxn modelId="{03E11BC9-7013-4E6C-8736-13A07198B463}" type="presParOf" srcId="{B156B813-810F-4337-9C42-F99C64B7C702}" destId="{5B87CAE1-870F-4955-B13D-B59ADEA40A6D}" srcOrd="0" destOrd="0" presId="urn:microsoft.com/office/officeart/2005/8/layout/orgChart1"/>
    <dgm:cxn modelId="{64F79CEC-A1AD-45CF-B935-A30121435E2D}" type="presParOf" srcId="{5B87CAE1-870F-4955-B13D-B59ADEA40A6D}" destId="{305A5079-42DE-44A3-BC84-16FFCB68ACCF}" srcOrd="0" destOrd="0" presId="urn:microsoft.com/office/officeart/2005/8/layout/orgChart1"/>
    <dgm:cxn modelId="{0A65E54D-26C0-46D6-86E9-40A47C64B2AE}" type="presParOf" srcId="{5B87CAE1-870F-4955-B13D-B59ADEA40A6D}" destId="{652FEBC5-1515-4810-8665-B02B99DEA2BA}" srcOrd="1" destOrd="0" presId="urn:microsoft.com/office/officeart/2005/8/layout/orgChart1"/>
    <dgm:cxn modelId="{B2C96D9C-CF0D-4B3A-8FDF-7BC713DEB96B}" type="presParOf" srcId="{B156B813-810F-4337-9C42-F99C64B7C702}" destId="{D2ED4EC2-6287-4775-B3FC-9137BE633792}" srcOrd="1" destOrd="0" presId="urn:microsoft.com/office/officeart/2005/8/layout/orgChart1"/>
    <dgm:cxn modelId="{B1B9AC80-A7B9-45F6-BEAF-C467B2948173}" type="presParOf" srcId="{B156B813-810F-4337-9C42-F99C64B7C702}" destId="{B845F9F9-5112-4629-B059-EB2CBB210DE5}" srcOrd="2" destOrd="0" presId="urn:microsoft.com/office/officeart/2005/8/layout/orgChart1"/>
    <dgm:cxn modelId="{7D9A7C54-4186-42D3-909E-E539D9E2A178}" type="presParOf" srcId="{6A7EBBE9-97FC-47AA-9DD3-DE9FEA553FDF}" destId="{38321F9C-47C9-4674-A883-61D05FABC84A}" srcOrd="2" destOrd="0" presId="urn:microsoft.com/office/officeart/2005/8/layout/orgChart1"/>
    <dgm:cxn modelId="{31EF40F1-C6DE-40A9-A404-ACFE9F3EA0E9}" type="presParOf" srcId="{6A7EBBE9-97FC-47AA-9DD3-DE9FEA553FDF}" destId="{212F3A50-05E8-4BF7-BC35-2A5F1B5F17C7}" srcOrd="3" destOrd="0" presId="urn:microsoft.com/office/officeart/2005/8/layout/orgChart1"/>
    <dgm:cxn modelId="{E0780A23-8736-4357-9F3D-A2A7363E6CDC}" type="presParOf" srcId="{212F3A50-05E8-4BF7-BC35-2A5F1B5F17C7}" destId="{89B2FF74-21A3-46D1-BAEA-42C056C3B477}" srcOrd="0" destOrd="0" presId="urn:microsoft.com/office/officeart/2005/8/layout/orgChart1"/>
    <dgm:cxn modelId="{390C9936-7CB6-45F7-AEE4-C658033E027B}" type="presParOf" srcId="{89B2FF74-21A3-46D1-BAEA-42C056C3B477}" destId="{6E0E370F-4C65-41D5-9304-A8F0E6D07645}" srcOrd="0" destOrd="0" presId="urn:microsoft.com/office/officeart/2005/8/layout/orgChart1"/>
    <dgm:cxn modelId="{ABB8F6D0-18CC-440A-9C44-41D5AF6B2894}" type="presParOf" srcId="{89B2FF74-21A3-46D1-BAEA-42C056C3B477}" destId="{F0F7275C-326C-406F-AAFB-1DF1CA1A8A8B}" srcOrd="1" destOrd="0" presId="urn:microsoft.com/office/officeart/2005/8/layout/orgChart1"/>
    <dgm:cxn modelId="{062BA4DB-F6E4-415A-951F-51F47790DA41}" type="presParOf" srcId="{212F3A50-05E8-4BF7-BC35-2A5F1B5F17C7}" destId="{D18ABA1B-2489-4E94-830B-B9CE5749F4FC}" srcOrd="1" destOrd="0" presId="urn:microsoft.com/office/officeart/2005/8/layout/orgChart1"/>
    <dgm:cxn modelId="{97A3A227-415B-48A8-9C9A-ACD75430ADB1}" type="presParOf" srcId="{212F3A50-05E8-4BF7-BC35-2A5F1B5F17C7}" destId="{EDF60997-D524-4AB8-A860-8DC5DC6CBC55}" srcOrd="2" destOrd="0" presId="urn:microsoft.com/office/officeart/2005/8/layout/orgChart1"/>
    <dgm:cxn modelId="{5A4CDD87-8C03-455A-A42A-48C3623F2DA7}" type="presParOf" srcId="{6A7EBBE9-97FC-47AA-9DD3-DE9FEA553FDF}" destId="{B37719F7-D410-469C-9AD1-FCADCE82144D}" srcOrd="4" destOrd="0" presId="urn:microsoft.com/office/officeart/2005/8/layout/orgChart1"/>
    <dgm:cxn modelId="{DEEB7881-65C8-4ABD-8352-6DD20BD14D7F}" type="presParOf" srcId="{6A7EBBE9-97FC-47AA-9DD3-DE9FEA553FDF}" destId="{852DEC46-ED15-4951-883A-0EF8E73D7DD6}" srcOrd="5" destOrd="0" presId="urn:microsoft.com/office/officeart/2005/8/layout/orgChart1"/>
    <dgm:cxn modelId="{64ABDA1D-34A4-4184-B298-86CBA72A7793}" type="presParOf" srcId="{852DEC46-ED15-4951-883A-0EF8E73D7DD6}" destId="{29D50239-8368-47F6-90B3-40E370019A9A}" srcOrd="0" destOrd="0" presId="urn:microsoft.com/office/officeart/2005/8/layout/orgChart1"/>
    <dgm:cxn modelId="{0DBE42D4-FF6F-417E-8DF8-4A6390C30818}" type="presParOf" srcId="{29D50239-8368-47F6-90B3-40E370019A9A}" destId="{7F7F4AFC-5B7B-43DC-AD4F-CB238E0A959C}" srcOrd="0" destOrd="0" presId="urn:microsoft.com/office/officeart/2005/8/layout/orgChart1"/>
    <dgm:cxn modelId="{AAC1508E-7ED0-4710-A179-55D358D4B565}" type="presParOf" srcId="{29D50239-8368-47F6-90B3-40E370019A9A}" destId="{C0D42120-2D70-4C40-ABA8-BFEB5B7C0E7B}" srcOrd="1" destOrd="0" presId="urn:microsoft.com/office/officeart/2005/8/layout/orgChart1"/>
    <dgm:cxn modelId="{5D263FF6-5D55-4C9E-88A7-14B3ECA23D6A}" type="presParOf" srcId="{852DEC46-ED15-4951-883A-0EF8E73D7DD6}" destId="{F7CF684E-CEC8-41FF-AA2F-D596218554BB}" srcOrd="1" destOrd="0" presId="urn:microsoft.com/office/officeart/2005/8/layout/orgChart1"/>
    <dgm:cxn modelId="{EE043DE4-E42E-4826-86D3-06B43363E1CE}" type="presParOf" srcId="{852DEC46-ED15-4951-883A-0EF8E73D7DD6}" destId="{BE7CF923-171E-4F70-853E-241B97C12024}" srcOrd="2" destOrd="0" presId="urn:microsoft.com/office/officeart/2005/8/layout/orgChart1"/>
    <dgm:cxn modelId="{F1055D0C-1008-4130-A8C8-9FC8A8E19699}" type="presParOf" srcId="{6A7EBBE9-97FC-47AA-9DD3-DE9FEA553FDF}" destId="{4B38A5FE-17CC-47FD-8C3B-BDFEADBE5476}" srcOrd="6" destOrd="0" presId="urn:microsoft.com/office/officeart/2005/8/layout/orgChart1"/>
    <dgm:cxn modelId="{8DFB124F-CB0C-4C36-A7B9-8722CD585A96}" type="presParOf" srcId="{6A7EBBE9-97FC-47AA-9DD3-DE9FEA553FDF}" destId="{6E81AD5B-A45A-43F6-B073-69F0EB9E7D6E}" srcOrd="7" destOrd="0" presId="urn:microsoft.com/office/officeart/2005/8/layout/orgChart1"/>
    <dgm:cxn modelId="{9AA85EEF-CAAC-4ED8-ACFA-56A623843028}" type="presParOf" srcId="{6E81AD5B-A45A-43F6-B073-69F0EB9E7D6E}" destId="{EFDFC077-9C27-4DDA-AF77-4B02BEA6BB2E}" srcOrd="0" destOrd="0" presId="urn:microsoft.com/office/officeart/2005/8/layout/orgChart1"/>
    <dgm:cxn modelId="{31D4B8DC-D634-4A72-A4AE-7368866E160C}" type="presParOf" srcId="{EFDFC077-9C27-4DDA-AF77-4B02BEA6BB2E}" destId="{439D2D87-C3A8-49A8-B516-9060768388F9}" srcOrd="0" destOrd="0" presId="urn:microsoft.com/office/officeart/2005/8/layout/orgChart1"/>
    <dgm:cxn modelId="{FC2FFA70-71E5-458F-AB47-9A62A3464632}" type="presParOf" srcId="{EFDFC077-9C27-4DDA-AF77-4B02BEA6BB2E}" destId="{650153CE-6186-4E1C-B740-B9241B41BCE6}" srcOrd="1" destOrd="0" presId="urn:microsoft.com/office/officeart/2005/8/layout/orgChart1"/>
    <dgm:cxn modelId="{67CF6CAF-A3CD-43E2-ACC6-0FDB8AE467D6}" type="presParOf" srcId="{6E81AD5B-A45A-43F6-B073-69F0EB9E7D6E}" destId="{A626D039-6022-464E-8DF7-208BE55BAD10}" srcOrd="1" destOrd="0" presId="urn:microsoft.com/office/officeart/2005/8/layout/orgChart1"/>
    <dgm:cxn modelId="{F2668434-5C39-43E8-A0BA-98FDDDA608F5}" type="presParOf" srcId="{6E81AD5B-A45A-43F6-B073-69F0EB9E7D6E}" destId="{914F03D7-B443-4C06-A860-481002C72D5D}" srcOrd="2" destOrd="0" presId="urn:microsoft.com/office/officeart/2005/8/layout/orgChart1"/>
    <dgm:cxn modelId="{7F359907-94BE-455F-9C05-8EBC1E7BC4ED}" type="presParOf" srcId="{6A7EBBE9-97FC-47AA-9DD3-DE9FEA553FDF}" destId="{845F694A-6AAE-4020-A968-1B5097BE1E0C}" srcOrd="8" destOrd="0" presId="urn:microsoft.com/office/officeart/2005/8/layout/orgChart1"/>
    <dgm:cxn modelId="{07B144E9-CE14-440B-BB82-794AA8D22A9C}" type="presParOf" srcId="{6A7EBBE9-97FC-47AA-9DD3-DE9FEA553FDF}" destId="{2576726A-2964-4FFF-8BFB-B485529DD941}" srcOrd="9" destOrd="0" presId="urn:microsoft.com/office/officeart/2005/8/layout/orgChart1"/>
    <dgm:cxn modelId="{386F84B2-477D-4D3B-B95A-6B700E5113CE}" type="presParOf" srcId="{2576726A-2964-4FFF-8BFB-B485529DD941}" destId="{DA4B9DCC-3D49-4352-9DCC-1AB4C39350B0}" srcOrd="0" destOrd="0" presId="urn:microsoft.com/office/officeart/2005/8/layout/orgChart1"/>
    <dgm:cxn modelId="{8D006C72-9D58-407D-8312-A789B456F96B}" type="presParOf" srcId="{DA4B9DCC-3D49-4352-9DCC-1AB4C39350B0}" destId="{8F47EEF5-3FFA-418B-B983-9466C5045982}" srcOrd="0" destOrd="0" presId="urn:microsoft.com/office/officeart/2005/8/layout/orgChart1"/>
    <dgm:cxn modelId="{6B1ED1B7-A514-4354-AEED-69E0A90BCB27}" type="presParOf" srcId="{DA4B9DCC-3D49-4352-9DCC-1AB4C39350B0}" destId="{74BDD8EA-C12A-4DAA-920E-C1C77CC5FC57}" srcOrd="1" destOrd="0" presId="urn:microsoft.com/office/officeart/2005/8/layout/orgChart1"/>
    <dgm:cxn modelId="{6921ED31-DD97-4E68-B906-01FB07636BC6}" type="presParOf" srcId="{2576726A-2964-4FFF-8BFB-B485529DD941}" destId="{B2BEC6D4-BC87-4B68-BD85-A6D9CB15D1F1}" srcOrd="1" destOrd="0" presId="urn:microsoft.com/office/officeart/2005/8/layout/orgChart1"/>
    <dgm:cxn modelId="{C64B4706-E430-4CA5-BCC4-8ABF17653571}" type="presParOf" srcId="{2576726A-2964-4FFF-8BFB-B485529DD941}" destId="{F5CE37AF-11B9-41CB-8506-3FF42E844FAB}" srcOrd="2" destOrd="0" presId="urn:microsoft.com/office/officeart/2005/8/layout/orgChart1"/>
    <dgm:cxn modelId="{8D9E2105-0B63-42D1-A937-7F29858AE9F4}" type="presParOf" srcId="{AA8FACA6-AE14-4A67-9512-8EA7D341E3A8}" destId="{522A93A3-329A-453E-83A8-B7E01BD802DD}" srcOrd="2" destOrd="0" presId="urn:microsoft.com/office/officeart/2005/8/layout/orgChart1"/>
    <dgm:cxn modelId="{FD16DE9D-2B36-4E52-BE14-ED4EA3FA954A}" type="presParOf" srcId="{97356FB9-9527-4BAB-BD39-6386E7EB1955}" destId="{D08E50CD-B594-4932-9ECB-7E1ED1F3B14A}" srcOrd="6" destOrd="0" presId="urn:microsoft.com/office/officeart/2005/8/layout/orgChart1"/>
    <dgm:cxn modelId="{0E152FBD-8203-476B-A886-1B7C3FC9CC4B}" type="presParOf" srcId="{97356FB9-9527-4BAB-BD39-6386E7EB1955}" destId="{BF2C1F46-C15D-402C-89CA-3347F70B9824}" srcOrd="7" destOrd="0" presId="urn:microsoft.com/office/officeart/2005/8/layout/orgChart1"/>
    <dgm:cxn modelId="{2D592BD5-E0B0-4CDD-B5AE-158988081B31}" type="presParOf" srcId="{BF2C1F46-C15D-402C-89CA-3347F70B9824}" destId="{7704A8FF-89F8-4D59-B9A7-8DE1FBBDB30F}" srcOrd="0" destOrd="0" presId="urn:microsoft.com/office/officeart/2005/8/layout/orgChart1"/>
    <dgm:cxn modelId="{9276BB04-387B-42AC-9AF2-D01CE6936F99}" type="presParOf" srcId="{7704A8FF-89F8-4D59-B9A7-8DE1FBBDB30F}" destId="{5B359D0E-FA39-4895-98D1-3582632393D8}" srcOrd="0" destOrd="0" presId="urn:microsoft.com/office/officeart/2005/8/layout/orgChart1"/>
    <dgm:cxn modelId="{EC580E58-0B29-4C39-99B2-1E65F4913229}" type="presParOf" srcId="{7704A8FF-89F8-4D59-B9A7-8DE1FBBDB30F}" destId="{363C5E64-81FF-4710-A713-853004197A71}" srcOrd="1" destOrd="0" presId="urn:microsoft.com/office/officeart/2005/8/layout/orgChart1"/>
    <dgm:cxn modelId="{389DF00C-C723-4486-9F85-6CE47F13DE89}" type="presParOf" srcId="{BF2C1F46-C15D-402C-89CA-3347F70B9824}" destId="{72659AE6-9FF0-4851-A927-DF85B2971C51}" srcOrd="1" destOrd="0" presId="urn:microsoft.com/office/officeart/2005/8/layout/orgChart1"/>
    <dgm:cxn modelId="{550896A2-737A-431A-98A3-8F20BDF11350}" type="presParOf" srcId="{72659AE6-9FF0-4851-A927-DF85B2971C51}" destId="{C43FAD2C-C9D8-4081-B134-98643EBF1EEF}" srcOrd="0" destOrd="0" presId="urn:microsoft.com/office/officeart/2005/8/layout/orgChart1"/>
    <dgm:cxn modelId="{A80A3D97-7798-4535-9DAD-D418C8FF624C}" type="presParOf" srcId="{72659AE6-9FF0-4851-A927-DF85B2971C51}" destId="{6A612643-668A-417F-AEAA-374F1D8907DC}" srcOrd="1" destOrd="0" presId="urn:microsoft.com/office/officeart/2005/8/layout/orgChart1"/>
    <dgm:cxn modelId="{F9CF8FDC-CEAB-4BBB-B53F-FE0D5B0AC91E}" type="presParOf" srcId="{6A612643-668A-417F-AEAA-374F1D8907DC}" destId="{970CA20D-502B-4EB5-985E-BF317766BF60}" srcOrd="0" destOrd="0" presId="urn:microsoft.com/office/officeart/2005/8/layout/orgChart1"/>
    <dgm:cxn modelId="{E4E17175-A273-4125-ABAE-63C8F9374429}" type="presParOf" srcId="{970CA20D-502B-4EB5-985E-BF317766BF60}" destId="{55EB6E42-F22F-4BF3-9DF7-FDD24BE58FA5}" srcOrd="0" destOrd="0" presId="urn:microsoft.com/office/officeart/2005/8/layout/orgChart1"/>
    <dgm:cxn modelId="{EF3D30F6-9ED1-479F-BE87-D915A6BF02CD}" type="presParOf" srcId="{970CA20D-502B-4EB5-985E-BF317766BF60}" destId="{6AE28312-8546-43F4-B994-73FEC8B518EF}" srcOrd="1" destOrd="0" presId="urn:microsoft.com/office/officeart/2005/8/layout/orgChart1"/>
    <dgm:cxn modelId="{0368FEB5-6095-4470-AF75-EDA099F8630B}" type="presParOf" srcId="{6A612643-668A-417F-AEAA-374F1D8907DC}" destId="{ECEA73D3-C8D2-40E3-A2DE-4C929A0CA22D}" srcOrd="1" destOrd="0" presId="urn:microsoft.com/office/officeart/2005/8/layout/orgChart1"/>
    <dgm:cxn modelId="{B45EC6A2-6F12-4CA7-9BA4-A2DE144EEB28}" type="presParOf" srcId="{6A612643-668A-417F-AEAA-374F1D8907DC}" destId="{288B40F7-10B3-4DBB-BA6D-DA028823E3CD}" srcOrd="2" destOrd="0" presId="urn:microsoft.com/office/officeart/2005/8/layout/orgChart1"/>
    <dgm:cxn modelId="{D484B265-E585-4447-B83C-086C91A0886B}" type="presParOf" srcId="{72659AE6-9FF0-4851-A927-DF85B2971C51}" destId="{026C8EC2-CAA8-430A-A10A-7D728D3747B8}" srcOrd="2" destOrd="0" presId="urn:microsoft.com/office/officeart/2005/8/layout/orgChart1"/>
    <dgm:cxn modelId="{C37E2DCC-7498-4649-832B-A9A3787E5551}" type="presParOf" srcId="{72659AE6-9FF0-4851-A927-DF85B2971C51}" destId="{E683BB24-3320-40D3-8391-5F5FBF8BA506}" srcOrd="3" destOrd="0" presId="urn:microsoft.com/office/officeart/2005/8/layout/orgChart1"/>
    <dgm:cxn modelId="{6B44D345-51A3-4D1D-B594-913DCCAA8E5F}" type="presParOf" srcId="{E683BB24-3320-40D3-8391-5F5FBF8BA506}" destId="{518B4CE9-01C9-4F5A-82F0-D9C05864A6D3}" srcOrd="0" destOrd="0" presId="urn:microsoft.com/office/officeart/2005/8/layout/orgChart1"/>
    <dgm:cxn modelId="{17543595-99EF-4164-8539-49A368D14C4C}" type="presParOf" srcId="{518B4CE9-01C9-4F5A-82F0-D9C05864A6D3}" destId="{9B42150B-C54F-4105-85AB-9741DB85B5A2}" srcOrd="0" destOrd="0" presId="urn:microsoft.com/office/officeart/2005/8/layout/orgChart1"/>
    <dgm:cxn modelId="{022D125E-2D1B-417D-8151-553E0046F2C8}" type="presParOf" srcId="{518B4CE9-01C9-4F5A-82F0-D9C05864A6D3}" destId="{B9342EA0-8FC5-4E1C-B0B5-76599C26FB37}" srcOrd="1" destOrd="0" presId="urn:microsoft.com/office/officeart/2005/8/layout/orgChart1"/>
    <dgm:cxn modelId="{C377DA36-AA33-49DC-89F1-045E21FC861F}" type="presParOf" srcId="{E683BB24-3320-40D3-8391-5F5FBF8BA506}" destId="{67055762-4C14-464B-B0FF-41E49ECCFF46}" srcOrd="1" destOrd="0" presId="urn:microsoft.com/office/officeart/2005/8/layout/orgChart1"/>
    <dgm:cxn modelId="{3AFA3F9A-F854-418E-9632-DD3E29E89185}" type="presParOf" srcId="{E683BB24-3320-40D3-8391-5F5FBF8BA506}" destId="{89FA94CB-B0F7-4D91-B338-9773855BF603}" srcOrd="2" destOrd="0" presId="urn:microsoft.com/office/officeart/2005/8/layout/orgChart1"/>
    <dgm:cxn modelId="{AFE5A5B6-B17A-4282-B37D-F1F57DA8ADE8}" type="presParOf" srcId="{72659AE6-9FF0-4851-A927-DF85B2971C51}" destId="{3F8D0450-6F5C-4406-A1F1-FCDD63267971}" srcOrd="4" destOrd="0" presId="urn:microsoft.com/office/officeart/2005/8/layout/orgChart1"/>
    <dgm:cxn modelId="{8BD49AF8-AA5D-4235-B5C2-41954457F581}" type="presParOf" srcId="{72659AE6-9FF0-4851-A927-DF85B2971C51}" destId="{73D8E143-7662-4D04-8AD2-01B27D76A180}" srcOrd="5" destOrd="0" presId="urn:microsoft.com/office/officeart/2005/8/layout/orgChart1"/>
    <dgm:cxn modelId="{C2C2DF87-5638-44F4-9B27-B8FF609AF8A4}" type="presParOf" srcId="{73D8E143-7662-4D04-8AD2-01B27D76A180}" destId="{2E5F770D-72BB-43A0-83DB-7A467048308D}" srcOrd="0" destOrd="0" presId="urn:microsoft.com/office/officeart/2005/8/layout/orgChart1"/>
    <dgm:cxn modelId="{E63172C8-824F-41A1-BE1C-82FD2D17CCEB}" type="presParOf" srcId="{2E5F770D-72BB-43A0-83DB-7A467048308D}" destId="{26573100-E022-4341-ACC1-F6CABBC6363C}" srcOrd="0" destOrd="0" presId="urn:microsoft.com/office/officeart/2005/8/layout/orgChart1"/>
    <dgm:cxn modelId="{E9DBCBF7-72AF-4CA1-97F7-85B2BDC0CB0D}" type="presParOf" srcId="{2E5F770D-72BB-43A0-83DB-7A467048308D}" destId="{1AE34B8D-E730-432B-97AA-508D62B80C64}" srcOrd="1" destOrd="0" presId="urn:microsoft.com/office/officeart/2005/8/layout/orgChart1"/>
    <dgm:cxn modelId="{EC8B8F4C-309E-4923-B88A-150DE96A5277}" type="presParOf" srcId="{73D8E143-7662-4D04-8AD2-01B27D76A180}" destId="{45475CB7-EC60-4129-A0C7-6EB3D4B38D50}" srcOrd="1" destOrd="0" presId="urn:microsoft.com/office/officeart/2005/8/layout/orgChart1"/>
    <dgm:cxn modelId="{1F7F9817-B1AE-48B6-819A-C148318A4D0D}" type="presParOf" srcId="{73D8E143-7662-4D04-8AD2-01B27D76A180}" destId="{A48CA95A-D83B-47F7-83D3-8580F9EF2609}" srcOrd="2" destOrd="0" presId="urn:microsoft.com/office/officeart/2005/8/layout/orgChart1"/>
    <dgm:cxn modelId="{2FCE0C92-3911-430F-A5E5-D05E719A1843}" type="presParOf" srcId="{72659AE6-9FF0-4851-A927-DF85B2971C51}" destId="{743280FC-4F2B-4C64-938D-FF2AC6BFC992}" srcOrd="6" destOrd="0" presId="urn:microsoft.com/office/officeart/2005/8/layout/orgChart1"/>
    <dgm:cxn modelId="{940444D5-D010-4A1B-B9D4-28083F5E8EA4}" type="presParOf" srcId="{72659AE6-9FF0-4851-A927-DF85B2971C51}" destId="{B5F3448C-5C6E-491D-9D92-F46A50DE7E7F}" srcOrd="7" destOrd="0" presId="urn:microsoft.com/office/officeart/2005/8/layout/orgChart1"/>
    <dgm:cxn modelId="{B34559D6-BF00-4CBB-BA99-55F20797A6D0}" type="presParOf" srcId="{B5F3448C-5C6E-491D-9D92-F46A50DE7E7F}" destId="{378E3EE8-59FB-4764-A7BD-FAE318A72DF8}" srcOrd="0" destOrd="0" presId="urn:microsoft.com/office/officeart/2005/8/layout/orgChart1"/>
    <dgm:cxn modelId="{83E1952D-B8FD-471D-AF8A-F776935196BC}" type="presParOf" srcId="{378E3EE8-59FB-4764-A7BD-FAE318A72DF8}" destId="{89C67004-4AA4-4E0D-B3E5-C2C18698B4F7}" srcOrd="0" destOrd="0" presId="urn:microsoft.com/office/officeart/2005/8/layout/orgChart1"/>
    <dgm:cxn modelId="{5004B7FE-C12B-4EF2-85BC-3295399FABA7}" type="presParOf" srcId="{378E3EE8-59FB-4764-A7BD-FAE318A72DF8}" destId="{4DDBBBDB-4455-4897-9622-6DE61685642F}" srcOrd="1" destOrd="0" presId="urn:microsoft.com/office/officeart/2005/8/layout/orgChart1"/>
    <dgm:cxn modelId="{9DE27C17-2CAF-4338-8F60-E728C9066699}" type="presParOf" srcId="{B5F3448C-5C6E-491D-9D92-F46A50DE7E7F}" destId="{3961D13D-591C-479E-8306-CD6C272519C8}" srcOrd="1" destOrd="0" presId="urn:microsoft.com/office/officeart/2005/8/layout/orgChart1"/>
    <dgm:cxn modelId="{69E716ED-AE08-4593-B971-4F63C7B85054}" type="presParOf" srcId="{B5F3448C-5C6E-491D-9D92-F46A50DE7E7F}" destId="{0DCA423C-8D5F-409D-A1EE-A59E19DC003C}" srcOrd="2" destOrd="0" presId="urn:microsoft.com/office/officeart/2005/8/layout/orgChart1"/>
    <dgm:cxn modelId="{43A72C15-21BA-4D51-8228-055EE97D353C}" type="presParOf" srcId="{72659AE6-9FF0-4851-A927-DF85B2971C51}" destId="{04A74ED7-53A0-40F1-9B9C-6F7B0B63F9F2}" srcOrd="8" destOrd="0" presId="urn:microsoft.com/office/officeart/2005/8/layout/orgChart1"/>
    <dgm:cxn modelId="{CBD9C6A1-E884-4841-9AA9-A21D8C5FF8DE}" type="presParOf" srcId="{72659AE6-9FF0-4851-A927-DF85B2971C51}" destId="{68F51420-C08D-44F6-8112-FEA904AB5BD8}" srcOrd="9" destOrd="0" presId="urn:microsoft.com/office/officeart/2005/8/layout/orgChart1"/>
    <dgm:cxn modelId="{769EB5B7-3C13-4C77-A599-C1E10BD60D5B}" type="presParOf" srcId="{68F51420-C08D-44F6-8112-FEA904AB5BD8}" destId="{1FAE9EDA-CCB2-4C31-8964-995CB9F013EF}" srcOrd="0" destOrd="0" presId="urn:microsoft.com/office/officeart/2005/8/layout/orgChart1"/>
    <dgm:cxn modelId="{C7B2EF3A-DE7F-46DB-97AD-78E5671080A6}" type="presParOf" srcId="{1FAE9EDA-CCB2-4C31-8964-995CB9F013EF}" destId="{388AC780-2278-4EF9-BB13-401C508924AE}" srcOrd="0" destOrd="0" presId="urn:microsoft.com/office/officeart/2005/8/layout/orgChart1"/>
    <dgm:cxn modelId="{D8920082-EB0B-4011-85B9-2A2B57F4CB9A}" type="presParOf" srcId="{1FAE9EDA-CCB2-4C31-8964-995CB9F013EF}" destId="{721F9E88-6742-4674-AB10-EAFA97EDF7D5}" srcOrd="1" destOrd="0" presId="urn:microsoft.com/office/officeart/2005/8/layout/orgChart1"/>
    <dgm:cxn modelId="{63E06458-488A-4144-910A-F6EAC42DBA54}" type="presParOf" srcId="{68F51420-C08D-44F6-8112-FEA904AB5BD8}" destId="{D3EA3F8A-87ED-4A6E-B2BA-2717DD72CA4F}" srcOrd="1" destOrd="0" presId="urn:microsoft.com/office/officeart/2005/8/layout/orgChart1"/>
    <dgm:cxn modelId="{D6F5C496-9605-406A-91FC-6A9113F85683}" type="presParOf" srcId="{68F51420-C08D-44F6-8112-FEA904AB5BD8}" destId="{6A2F6B74-4187-4C7E-AB25-3F50B554BFC9}" srcOrd="2" destOrd="0" presId="urn:microsoft.com/office/officeart/2005/8/layout/orgChart1"/>
    <dgm:cxn modelId="{FE583A41-11D0-4A58-B23F-ABF73464B9DA}" type="presParOf" srcId="{BF2C1F46-C15D-402C-89CA-3347F70B9824}" destId="{9521E0E0-E1F7-47EB-9DF6-48B61DF8F3CE}" srcOrd="2" destOrd="0" presId="urn:microsoft.com/office/officeart/2005/8/layout/orgChart1"/>
    <dgm:cxn modelId="{0111AEBF-C522-4FB6-84B5-1C2F2DAD3C83}" type="presParOf" srcId="{97356FB9-9527-4BAB-BD39-6386E7EB1955}" destId="{C11550F0-ECBA-4E83-98B5-BAC138111481}" srcOrd="8" destOrd="0" presId="urn:microsoft.com/office/officeart/2005/8/layout/orgChart1"/>
    <dgm:cxn modelId="{321D0DD4-CF97-46FC-8FF7-7AA6A0BB2467}" type="presParOf" srcId="{97356FB9-9527-4BAB-BD39-6386E7EB1955}" destId="{4655E524-3A83-4A63-9DC7-1EADF6498376}" srcOrd="9" destOrd="0" presId="urn:microsoft.com/office/officeart/2005/8/layout/orgChart1"/>
    <dgm:cxn modelId="{5B7A4022-E20C-465C-9B8B-42AFCFD3E7DF}" type="presParOf" srcId="{4655E524-3A83-4A63-9DC7-1EADF6498376}" destId="{E1E7FE57-F6A5-4FA3-8C27-47D0ED2A63CE}" srcOrd="0" destOrd="0" presId="urn:microsoft.com/office/officeart/2005/8/layout/orgChart1"/>
    <dgm:cxn modelId="{E18412E1-4001-4ED5-B390-5FCA0C11B17B}" type="presParOf" srcId="{E1E7FE57-F6A5-4FA3-8C27-47D0ED2A63CE}" destId="{1EBC2A17-5F34-4226-84B7-C6A7A7A5C865}" srcOrd="0" destOrd="0" presId="urn:microsoft.com/office/officeart/2005/8/layout/orgChart1"/>
    <dgm:cxn modelId="{3B12E9F2-A674-4E78-B24E-9F0806311821}" type="presParOf" srcId="{E1E7FE57-F6A5-4FA3-8C27-47D0ED2A63CE}" destId="{B9A437B9-08C7-4BC4-9E95-8748D11267E2}" srcOrd="1" destOrd="0" presId="urn:microsoft.com/office/officeart/2005/8/layout/orgChart1"/>
    <dgm:cxn modelId="{CFC71E1D-1E4C-4A74-8256-379969F8573B}" type="presParOf" srcId="{4655E524-3A83-4A63-9DC7-1EADF6498376}" destId="{4015A88E-1F4A-4DE0-A1F8-FC9FF4C973DE}" srcOrd="1" destOrd="0" presId="urn:microsoft.com/office/officeart/2005/8/layout/orgChart1"/>
    <dgm:cxn modelId="{4FB28CD6-FF05-4443-8525-1962A65E5302}" type="presParOf" srcId="{4015A88E-1F4A-4DE0-A1F8-FC9FF4C973DE}" destId="{DA63747A-BE5D-4D18-8ED5-8EDEF7A07E52}" srcOrd="0" destOrd="0" presId="urn:microsoft.com/office/officeart/2005/8/layout/orgChart1"/>
    <dgm:cxn modelId="{819649A4-9445-479F-9F08-6EE61757A569}" type="presParOf" srcId="{4015A88E-1F4A-4DE0-A1F8-FC9FF4C973DE}" destId="{556F43C5-86BA-42A9-A745-D4AA6FFD6038}" srcOrd="1" destOrd="0" presId="urn:microsoft.com/office/officeart/2005/8/layout/orgChart1"/>
    <dgm:cxn modelId="{4DB114CF-4734-4A94-AE40-3EE2AC274E3B}" type="presParOf" srcId="{556F43C5-86BA-42A9-A745-D4AA6FFD6038}" destId="{1619CB57-7084-470F-A88B-0E6FA47F3CE7}" srcOrd="0" destOrd="0" presId="urn:microsoft.com/office/officeart/2005/8/layout/orgChart1"/>
    <dgm:cxn modelId="{6F555C85-D20D-427D-8D2B-B16E7CF8A407}" type="presParOf" srcId="{1619CB57-7084-470F-A88B-0E6FA47F3CE7}" destId="{627C5EAC-3961-4CE1-A486-E9FA96C5B4CC}" srcOrd="0" destOrd="0" presId="urn:microsoft.com/office/officeart/2005/8/layout/orgChart1"/>
    <dgm:cxn modelId="{128C80E1-8664-49DE-AF74-3D6F4C5FFFEB}" type="presParOf" srcId="{1619CB57-7084-470F-A88B-0E6FA47F3CE7}" destId="{9F8AB258-5DBD-4241-A810-075AD8054F6B}" srcOrd="1" destOrd="0" presId="urn:microsoft.com/office/officeart/2005/8/layout/orgChart1"/>
    <dgm:cxn modelId="{9B017000-314F-4D60-BCC2-5F13B5B7BE0A}" type="presParOf" srcId="{556F43C5-86BA-42A9-A745-D4AA6FFD6038}" destId="{22503CB6-0535-4819-854E-17313C51CEF9}" srcOrd="1" destOrd="0" presId="urn:microsoft.com/office/officeart/2005/8/layout/orgChart1"/>
    <dgm:cxn modelId="{EA5D64DE-BC4E-4397-9F8A-13635BA8C6BB}" type="presParOf" srcId="{556F43C5-86BA-42A9-A745-D4AA6FFD6038}" destId="{3741DB44-363A-4699-8A70-2E0843A21BFC}" srcOrd="2" destOrd="0" presId="urn:microsoft.com/office/officeart/2005/8/layout/orgChart1"/>
    <dgm:cxn modelId="{C55F17EF-6CFE-4D1A-AA5D-AAD6A41F6924}" type="presParOf" srcId="{4015A88E-1F4A-4DE0-A1F8-FC9FF4C973DE}" destId="{F38C6742-43C7-47CE-9BD4-AC9A433CD1E8}" srcOrd="2" destOrd="0" presId="urn:microsoft.com/office/officeart/2005/8/layout/orgChart1"/>
    <dgm:cxn modelId="{F56C1B27-1E5C-4D75-9AD1-4DF58E768C5E}" type="presParOf" srcId="{4015A88E-1F4A-4DE0-A1F8-FC9FF4C973DE}" destId="{40167D6F-794D-4019-A25C-32A89AA3DB53}" srcOrd="3" destOrd="0" presId="urn:microsoft.com/office/officeart/2005/8/layout/orgChart1"/>
    <dgm:cxn modelId="{CD0B6A09-3684-4A31-869E-DF1AB293C89B}" type="presParOf" srcId="{40167D6F-794D-4019-A25C-32A89AA3DB53}" destId="{AC249D17-9C02-41F1-B639-2F2D137B7D17}" srcOrd="0" destOrd="0" presId="urn:microsoft.com/office/officeart/2005/8/layout/orgChart1"/>
    <dgm:cxn modelId="{D9A0BF97-DA98-4A7B-BCA3-30FE32F772DC}" type="presParOf" srcId="{AC249D17-9C02-41F1-B639-2F2D137B7D17}" destId="{13639E6F-0BE7-4BF6-BE83-64D55D693950}" srcOrd="0" destOrd="0" presId="urn:microsoft.com/office/officeart/2005/8/layout/orgChart1"/>
    <dgm:cxn modelId="{0C6B22F8-9009-4A06-9AA9-CD5A7854E89C}" type="presParOf" srcId="{AC249D17-9C02-41F1-B639-2F2D137B7D17}" destId="{68275231-EFC8-4164-A889-D394BFE388E0}" srcOrd="1" destOrd="0" presId="urn:microsoft.com/office/officeart/2005/8/layout/orgChart1"/>
    <dgm:cxn modelId="{380974A4-F858-4E31-B4DA-C6CECB2E8E39}" type="presParOf" srcId="{40167D6F-794D-4019-A25C-32A89AA3DB53}" destId="{310C2A6D-48C5-4213-8A32-D028BE363A7E}" srcOrd="1" destOrd="0" presId="urn:microsoft.com/office/officeart/2005/8/layout/orgChart1"/>
    <dgm:cxn modelId="{EDF8B1A5-BA40-4919-AF64-C87B0857B5E5}" type="presParOf" srcId="{40167D6F-794D-4019-A25C-32A89AA3DB53}" destId="{7CF8E6B2-D196-42E8-8967-003EA1E256D1}" srcOrd="2" destOrd="0" presId="urn:microsoft.com/office/officeart/2005/8/layout/orgChart1"/>
    <dgm:cxn modelId="{ADC2AF65-0FD3-4532-B386-DBAE5F1B3EE8}" type="presParOf" srcId="{4015A88E-1F4A-4DE0-A1F8-FC9FF4C973DE}" destId="{0865D385-8DED-4F9F-B40E-E6158280FE3B}" srcOrd="4" destOrd="0" presId="urn:microsoft.com/office/officeart/2005/8/layout/orgChart1"/>
    <dgm:cxn modelId="{4C6309CE-8F54-422A-8A50-62018FB56DAC}" type="presParOf" srcId="{4015A88E-1F4A-4DE0-A1F8-FC9FF4C973DE}" destId="{99FF0706-1461-4672-A5E9-9C81666D17DD}" srcOrd="5" destOrd="0" presId="urn:microsoft.com/office/officeart/2005/8/layout/orgChart1"/>
    <dgm:cxn modelId="{7EDD6906-AEA8-47A6-B356-78C2E331711A}" type="presParOf" srcId="{99FF0706-1461-4672-A5E9-9C81666D17DD}" destId="{DB39E1E6-E0E8-486D-8439-8EA293EBDE0A}" srcOrd="0" destOrd="0" presId="urn:microsoft.com/office/officeart/2005/8/layout/orgChart1"/>
    <dgm:cxn modelId="{037F5623-7BAE-405B-A805-856AA03B3ECF}" type="presParOf" srcId="{DB39E1E6-E0E8-486D-8439-8EA293EBDE0A}" destId="{B7C3EF2C-0828-41ED-9EA7-A6F238EEE90C}" srcOrd="0" destOrd="0" presId="urn:microsoft.com/office/officeart/2005/8/layout/orgChart1"/>
    <dgm:cxn modelId="{5D92D16F-11B5-4147-A1D8-B0AF0BE0A0A4}" type="presParOf" srcId="{DB39E1E6-E0E8-486D-8439-8EA293EBDE0A}" destId="{21DA7323-D31F-498E-9A91-5B414D577FB0}" srcOrd="1" destOrd="0" presId="urn:microsoft.com/office/officeart/2005/8/layout/orgChart1"/>
    <dgm:cxn modelId="{E733049C-0032-4C0A-ABBC-76360724448C}" type="presParOf" srcId="{99FF0706-1461-4672-A5E9-9C81666D17DD}" destId="{9C18DB7A-9033-4D29-9B6A-2811AD906775}" srcOrd="1" destOrd="0" presId="urn:microsoft.com/office/officeart/2005/8/layout/orgChart1"/>
    <dgm:cxn modelId="{2821A7B4-3901-4ADF-BA3F-410576B2EFE5}" type="presParOf" srcId="{99FF0706-1461-4672-A5E9-9C81666D17DD}" destId="{20A872B3-B5AA-4EEB-9144-31A442CBFCFE}" srcOrd="2" destOrd="0" presId="urn:microsoft.com/office/officeart/2005/8/layout/orgChart1"/>
    <dgm:cxn modelId="{9EF2C62A-81FD-46C1-B928-25DA7022C6CF}" type="presParOf" srcId="{4015A88E-1F4A-4DE0-A1F8-FC9FF4C973DE}" destId="{39596ADF-3283-49E2-AF85-AA8889C6F42D}" srcOrd="6" destOrd="0" presId="urn:microsoft.com/office/officeart/2005/8/layout/orgChart1"/>
    <dgm:cxn modelId="{632CB759-B1F6-4EFB-A7BE-95C13D0ACC2D}" type="presParOf" srcId="{4015A88E-1F4A-4DE0-A1F8-FC9FF4C973DE}" destId="{BBD4669B-10F5-463C-AE1A-2F690A4FF0AC}" srcOrd="7" destOrd="0" presId="urn:microsoft.com/office/officeart/2005/8/layout/orgChart1"/>
    <dgm:cxn modelId="{942E2CB7-F625-4A39-8E71-6104A3A6D54A}" type="presParOf" srcId="{BBD4669B-10F5-463C-AE1A-2F690A4FF0AC}" destId="{55818941-7F3F-4A05-B1D1-30A41C6C0E99}" srcOrd="0" destOrd="0" presId="urn:microsoft.com/office/officeart/2005/8/layout/orgChart1"/>
    <dgm:cxn modelId="{349E5BFA-97F6-475F-BC26-A6DAEB6C00D6}" type="presParOf" srcId="{55818941-7F3F-4A05-B1D1-30A41C6C0E99}" destId="{3F489F6C-495A-4515-B9B1-D1A72888E36A}" srcOrd="0" destOrd="0" presId="urn:microsoft.com/office/officeart/2005/8/layout/orgChart1"/>
    <dgm:cxn modelId="{DC53C5CB-DD24-4D86-BC23-087F6ADAF3AE}" type="presParOf" srcId="{55818941-7F3F-4A05-B1D1-30A41C6C0E99}" destId="{EF1EF92E-8EBE-4DFF-B1CF-A7793257B55B}" srcOrd="1" destOrd="0" presId="urn:microsoft.com/office/officeart/2005/8/layout/orgChart1"/>
    <dgm:cxn modelId="{28AD2D08-734C-4C93-82A2-85F85833B640}" type="presParOf" srcId="{BBD4669B-10F5-463C-AE1A-2F690A4FF0AC}" destId="{D7D33A8D-DA6B-4937-B1E6-64A3EFEDB3A3}" srcOrd="1" destOrd="0" presId="urn:microsoft.com/office/officeart/2005/8/layout/orgChart1"/>
    <dgm:cxn modelId="{BA646A30-304B-48EF-B262-73F944BF30E0}" type="presParOf" srcId="{BBD4669B-10F5-463C-AE1A-2F690A4FF0AC}" destId="{3AD1E7A4-20E2-41FE-8C3F-0D245397DA5C}" srcOrd="2" destOrd="0" presId="urn:microsoft.com/office/officeart/2005/8/layout/orgChart1"/>
    <dgm:cxn modelId="{901CDB8F-12B7-4BF7-BBB1-CB28F6980581}" type="presParOf" srcId="{4655E524-3A83-4A63-9DC7-1EADF6498376}" destId="{1FAEE08F-C7A6-4013-92DC-3BFFC7576ACB}" srcOrd="2" destOrd="0" presId="urn:microsoft.com/office/officeart/2005/8/layout/orgChart1"/>
    <dgm:cxn modelId="{C77FB1DF-C4A6-4667-BB70-FE755C3D6F2A}" type="presParOf" srcId="{97356FB9-9527-4BAB-BD39-6386E7EB1955}" destId="{26B14E8E-84D3-4EB3-A014-50662E4AA96E}" srcOrd="10" destOrd="0" presId="urn:microsoft.com/office/officeart/2005/8/layout/orgChart1"/>
    <dgm:cxn modelId="{52B7587D-D6ED-4C20-ABDB-EF1FA401C6D7}" type="presParOf" srcId="{97356FB9-9527-4BAB-BD39-6386E7EB1955}" destId="{EA204E8A-14FA-4A38-AD93-71DA5AA238D1}" srcOrd="11" destOrd="0" presId="urn:microsoft.com/office/officeart/2005/8/layout/orgChart1"/>
    <dgm:cxn modelId="{E99B3C72-B9CF-4B39-85A9-7E49D111B92E}" type="presParOf" srcId="{EA204E8A-14FA-4A38-AD93-71DA5AA238D1}" destId="{FA977E11-55C9-4DB0-88C6-7F3E33B4008F}" srcOrd="0" destOrd="0" presId="urn:microsoft.com/office/officeart/2005/8/layout/orgChart1"/>
    <dgm:cxn modelId="{C7247275-D666-4EA8-B73B-F2FBF3879C89}" type="presParOf" srcId="{FA977E11-55C9-4DB0-88C6-7F3E33B4008F}" destId="{BAB97969-862A-4F23-B73B-81729C4AEF25}" srcOrd="0" destOrd="0" presId="urn:microsoft.com/office/officeart/2005/8/layout/orgChart1"/>
    <dgm:cxn modelId="{D7FF8673-4304-4CC4-92BB-FA9F2B140771}" type="presParOf" srcId="{FA977E11-55C9-4DB0-88C6-7F3E33B4008F}" destId="{CFD78D4C-850E-4F70-B326-B1E27AC2E3B2}" srcOrd="1" destOrd="0" presId="urn:microsoft.com/office/officeart/2005/8/layout/orgChart1"/>
    <dgm:cxn modelId="{B918FC26-5B9F-42AF-BEE9-4556AFF937AA}" type="presParOf" srcId="{EA204E8A-14FA-4A38-AD93-71DA5AA238D1}" destId="{417F40B9-EE71-4E3E-BB63-4B213F8364E5}" srcOrd="1" destOrd="0" presId="urn:microsoft.com/office/officeart/2005/8/layout/orgChart1"/>
    <dgm:cxn modelId="{79507E69-B359-424C-929A-8B0E7FC18593}" type="presParOf" srcId="{417F40B9-EE71-4E3E-BB63-4B213F8364E5}" destId="{584DFC81-A52E-404D-BDE4-C124B906E86F}" srcOrd="0" destOrd="0" presId="urn:microsoft.com/office/officeart/2005/8/layout/orgChart1"/>
    <dgm:cxn modelId="{05D14668-5E91-4E22-903E-58D4A139083E}" type="presParOf" srcId="{417F40B9-EE71-4E3E-BB63-4B213F8364E5}" destId="{08E25B46-7860-49BB-8E30-FC19F2770EAF}" srcOrd="1" destOrd="0" presId="urn:microsoft.com/office/officeart/2005/8/layout/orgChart1"/>
    <dgm:cxn modelId="{666C838C-E8A3-4E38-AF57-015A99179EF6}" type="presParOf" srcId="{08E25B46-7860-49BB-8E30-FC19F2770EAF}" destId="{B6E11B8E-F978-4E37-A9FC-5B8E8A1409F0}" srcOrd="0" destOrd="0" presId="urn:microsoft.com/office/officeart/2005/8/layout/orgChart1"/>
    <dgm:cxn modelId="{6F617CFB-A02E-4CA6-A108-F12B4429562C}" type="presParOf" srcId="{B6E11B8E-F978-4E37-A9FC-5B8E8A1409F0}" destId="{DDFBEE76-C88D-45DF-A3A1-D1313B141474}" srcOrd="0" destOrd="0" presId="urn:microsoft.com/office/officeart/2005/8/layout/orgChart1"/>
    <dgm:cxn modelId="{340C97C0-41A1-4D44-8CB8-52B824876B47}" type="presParOf" srcId="{B6E11B8E-F978-4E37-A9FC-5B8E8A1409F0}" destId="{81592935-0ABB-419A-A9DD-DA56B7CA0A46}" srcOrd="1" destOrd="0" presId="urn:microsoft.com/office/officeart/2005/8/layout/orgChart1"/>
    <dgm:cxn modelId="{FE6BB549-7808-4F65-9E2B-7FDF903DF081}" type="presParOf" srcId="{08E25B46-7860-49BB-8E30-FC19F2770EAF}" destId="{6E66DF87-AA74-4276-B6A2-F873D7D82D93}" srcOrd="1" destOrd="0" presId="urn:microsoft.com/office/officeart/2005/8/layout/orgChart1"/>
    <dgm:cxn modelId="{6D965FBB-5305-4FDF-9A3B-820EF50C6ED6}" type="presParOf" srcId="{08E25B46-7860-49BB-8E30-FC19F2770EAF}" destId="{636EA2E5-1371-4997-9532-DC73EE9F2CF2}" srcOrd="2" destOrd="0" presId="urn:microsoft.com/office/officeart/2005/8/layout/orgChart1"/>
    <dgm:cxn modelId="{EDE8D353-C4D3-4A24-B167-74170BCC2514}" type="presParOf" srcId="{417F40B9-EE71-4E3E-BB63-4B213F8364E5}" destId="{EA5945E4-F5C8-4DF4-BD12-B6F3768766D3}" srcOrd="2" destOrd="0" presId="urn:microsoft.com/office/officeart/2005/8/layout/orgChart1"/>
    <dgm:cxn modelId="{8BD08C31-9754-461B-9653-BA9D5994F98C}" type="presParOf" srcId="{417F40B9-EE71-4E3E-BB63-4B213F8364E5}" destId="{C95F85DE-F7B9-4B0B-9B04-02296779FDE3}" srcOrd="3" destOrd="0" presId="urn:microsoft.com/office/officeart/2005/8/layout/orgChart1"/>
    <dgm:cxn modelId="{E9D6CFA4-4130-46F2-951A-D32027FA22C1}" type="presParOf" srcId="{C95F85DE-F7B9-4B0B-9B04-02296779FDE3}" destId="{7703F054-CD6D-453D-B27C-6F4F302EE15F}" srcOrd="0" destOrd="0" presId="urn:microsoft.com/office/officeart/2005/8/layout/orgChart1"/>
    <dgm:cxn modelId="{6C448A2B-0CE4-4B58-8392-F52B450379A7}" type="presParOf" srcId="{7703F054-CD6D-453D-B27C-6F4F302EE15F}" destId="{56CF1A79-B330-4B5F-8C3A-FDD99C288F75}" srcOrd="0" destOrd="0" presId="urn:microsoft.com/office/officeart/2005/8/layout/orgChart1"/>
    <dgm:cxn modelId="{624AE8CE-945B-4FD5-9AD9-22F9F53E02C1}" type="presParOf" srcId="{7703F054-CD6D-453D-B27C-6F4F302EE15F}" destId="{4B3E202E-40FE-45A9-AE33-5761FE937219}" srcOrd="1" destOrd="0" presId="urn:microsoft.com/office/officeart/2005/8/layout/orgChart1"/>
    <dgm:cxn modelId="{3D196620-3660-4FC9-8C1A-6D33AFE671F7}" type="presParOf" srcId="{C95F85DE-F7B9-4B0B-9B04-02296779FDE3}" destId="{6B69AD0E-F9EB-4664-AFDB-3D1C7D57AE14}" srcOrd="1" destOrd="0" presId="urn:microsoft.com/office/officeart/2005/8/layout/orgChart1"/>
    <dgm:cxn modelId="{D349AA63-64F3-4897-832A-EE66A2AB7B31}" type="presParOf" srcId="{C95F85DE-F7B9-4B0B-9B04-02296779FDE3}" destId="{CCF28D9D-EE01-4BBA-8BD0-143639E52749}" srcOrd="2" destOrd="0" presId="urn:microsoft.com/office/officeart/2005/8/layout/orgChart1"/>
    <dgm:cxn modelId="{B00FE9AE-02F2-408A-87C6-8D53E3656132}" type="presParOf" srcId="{417F40B9-EE71-4E3E-BB63-4B213F8364E5}" destId="{BF0F5198-DA3C-4C95-896A-A6427945FFFE}" srcOrd="4" destOrd="0" presId="urn:microsoft.com/office/officeart/2005/8/layout/orgChart1"/>
    <dgm:cxn modelId="{1CA00361-9D8F-43C7-886C-0E42702D94D5}" type="presParOf" srcId="{417F40B9-EE71-4E3E-BB63-4B213F8364E5}" destId="{308B5D2F-351C-454A-BCAF-AFD6C7861B94}" srcOrd="5" destOrd="0" presId="urn:microsoft.com/office/officeart/2005/8/layout/orgChart1"/>
    <dgm:cxn modelId="{127BF74A-95A2-429B-8F6F-6EEEA9620CF5}" type="presParOf" srcId="{308B5D2F-351C-454A-BCAF-AFD6C7861B94}" destId="{36B6DF37-07DB-4A9C-824D-B3DE5AE7ED65}" srcOrd="0" destOrd="0" presId="urn:microsoft.com/office/officeart/2005/8/layout/orgChart1"/>
    <dgm:cxn modelId="{999409C2-0FCE-4A3A-9B1A-94E1E91E4F33}" type="presParOf" srcId="{36B6DF37-07DB-4A9C-824D-B3DE5AE7ED65}" destId="{C40EB3F3-60ED-4711-863C-142753575938}" srcOrd="0" destOrd="0" presId="urn:microsoft.com/office/officeart/2005/8/layout/orgChart1"/>
    <dgm:cxn modelId="{F7C9D3D4-ECF9-4982-8C84-A2B861A4F461}" type="presParOf" srcId="{36B6DF37-07DB-4A9C-824D-B3DE5AE7ED65}" destId="{16CF14B4-1780-4280-A8D8-1B95CA81CE75}" srcOrd="1" destOrd="0" presId="urn:microsoft.com/office/officeart/2005/8/layout/orgChart1"/>
    <dgm:cxn modelId="{280114D4-6DF6-4DE0-87E2-E938ABD398F1}" type="presParOf" srcId="{308B5D2F-351C-454A-BCAF-AFD6C7861B94}" destId="{55E5B88C-0139-4768-9E71-273A55487210}" srcOrd="1" destOrd="0" presId="urn:microsoft.com/office/officeart/2005/8/layout/orgChart1"/>
    <dgm:cxn modelId="{20786632-D603-471B-8F94-A4A86961AF0F}" type="presParOf" srcId="{308B5D2F-351C-454A-BCAF-AFD6C7861B94}" destId="{03AFD6AF-005E-4ABC-A4E1-5680FCE6893F}" srcOrd="2" destOrd="0" presId="urn:microsoft.com/office/officeart/2005/8/layout/orgChart1"/>
    <dgm:cxn modelId="{CD887A9D-E352-4947-8474-6BCCBBFAC8DD}" type="presParOf" srcId="{417F40B9-EE71-4E3E-BB63-4B213F8364E5}" destId="{D5F143A8-3A17-410E-9AAF-DF5CEFCBB10D}" srcOrd="6" destOrd="0" presId="urn:microsoft.com/office/officeart/2005/8/layout/orgChart1"/>
    <dgm:cxn modelId="{40B5B80D-CD17-4EFD-856D-274EA7D86541}" type="presParOf" srcId="{417F40B9-EE71-4E3E-BB63-4B213F8364E5}" destId="{BC830B14-795F-4F7F-9BCC-EBE6E939AAF5}" srcOrd="7" destOrd="0" presId="urn:microsoft.com/office/officeart/2005/8/layout/orgChart1"/>
    <dgm:cxn modelId="{B67093FE-819A-4ED1-9AE2-8A687901B340}" type="presParOf" srcId="{BC830B14-795F-4F7F-9BCC-EBE6E939AAF5}" destId="{C12842D4-6F5B-47B4-8329-614CAF577431}" srcOrd="0" destOrd="0" presId="urn:microsoft.com/office/officeart/2005/8/layout/orgChart1"/>
    <dgm:cxn modelId="{AEDA0511-C46B-40D6-BE02-BDA4E813BE8A}" type="presParOf" srcId="{C12842D4-6F5B-47B4-8329-614CAF577431}" destId="{56FF44AE-BAE5-4BC9-ADA7-7A2F10013588}" srcOrd="0" destOrd="0" presId="urn:microsoft.com/office/officeart/2005/8/layout/orgChart1"/>
    <dgm:cxn modelId="{8DFD2BFF-EBFD-47E7-B07D-13AC04C6BDE7}" type="presParOf" srcId="{C12842D4-6F5B-47B4-8329-614CAF577431}" destId="{186833BE-FC06-4D7D-8B04-4A56A4368736}" srcOrd="1" destOrd="0" presId="urn:microsoft.com/office/officeart/2005/8/layout/orgChart1"/>
    <dgm:cxn modelId="{C3CE26D5-F3FB-4DBA-98DA-C10A7FDE30B5}" type="presParOf" srcId="{BC830B14-795F-4F7F-9BCC-EBE6E939AAF5}" destId="{DC890A80-D924-43DE-90B4-B2C6B3FED940}" srcOrd="1" destOrd="0" presId="urn:microsoft.com/office/officeart/2005/8/layout/orgChart1"/>
    <dgm:cxn modelId="{BD179632-A0F0-469E-9224-6A137637F1C4}" type="presParOf" srcId="{BC830B14-795F-4F7F-9BCC-EBE6E939AAF5}" destId="{F12DC0E2-6FD0-4F34-8E91-AE6EAD23FF90}" srcOrd="2" destOrd="0" presId="urn:microsoft.com/office/officeart/2005/8/layout/orgChart1"/>
    <dgm:cxn modelId="{74D3F009-99AF-4C38-9B7E-BD0DFDCED0D5}" type="presParOf" srcId="{EA204E8A-14FA-4A38-AD93-71DA5AA238D1}" destId="{4AF34DE9-46EC-4130-A575-E4D1167ABC61}" srcOrd="2" destOrd="0" presId="urn:microsoft.com/office/officeart/2005/8/layout/orgChart1"/>
    <dgm:cxn modelId="{F9E7C5CB-3238-454C-A98F-39BC30C41C75}" type="presParOf" srcId="{97356FB9-9527-4BAB-BD39-6386E7EB1955}" destId="{11F82EB5-E5C3-4855-A46F-95F86E4E955B}" srcOrd="12" destOrd="0" presId="urn:microsoft.com/office/officeart/2005/8/layout/orgChart1"/>
    <dgm:cxn modelId="{E03283F3-5D23-4057-8C8B-69F779093BFA}" type="presParOf" srcId="{97356FB9-9527-4BAB-BD39-6386E7EB1955}" destId="{74B0AE32-A62B-4B55-8FC4-924B5492DCC7}" srcOrd="13" destOrd="0" presId="urn:microsoft.com/office/officeart/2005/8/layout/orgChart1"/>
    <dgm:cxn modelId="{2CA29B51-902D-43FF-949F-2719BC7CA207}" type="presParOf" srcId="{74B0AE32-A62B-4B55-8FC4-924B5492DCC7}" destId="{0690B691-35BB-4049-9B05-FC3DC4360CB9}" srcOrd="0" destOrd="0" presId="urn:microsoft.com/office/officeart/2005/8/layout/orgChart1"/>
    <dgm:cxn modelId="{E8666FF2-B4B3-4162-817A-D8C02169291B}" type="presParOf" srcId="{0690B691-35BB-4049-9B05-FC3DC4360CB9}" destId="{A82AD788-6E26-4EF3-9C3F-3E2089CDC5F2}" srcOrd="0" destOrd="0" presId="urn:microsoft.com/office/officeart/2005/8/layout/orgChart1"/>
    <dgm:cxn modelId="{1785DEBA-9C3E-4FE3-B790-67E83139D921}" type="presParOf" srcId="{0690B691-35BB-4049-9B05-FC3DC4360CB9}" destId="{4A3FC111-FB6D-4BCC-B038-6463A93EA47F}" srcOrd="1" destOrd="0" presId="urn:microsoft.com/office/officeart/2005/8/layout/orgChart1"/>
    <dgm:cxn modelId="{539A48C2-6456-47D0-AE8B-F218087FFB2B}" type="presParOf" srcId="{74B0AE32-A62B-4B55-8FC4-924B5492DCC7}" destId="{20C3476F-BDBD-4F06-9024-27A9E96EE091}" srcOrd="1" destOrd="0" presId="urn:microsoft.com/office/officeart/2005/8/layout/orgChart1"/>
    <dgm:cxn modelId="{8C5C6B05-155D-41B2-A70E-5B0C45FBA783}" type="presParOf" srcId="{20C3476F-BDBD-4F06-9024-27A9E96EE091}" destId="{C66F75C8-8D73-4617-A20C-1A203C28C579}" srcOrd="0" destOrd="0" presId="urn:microsoft.com/office/officeart/2005/8/layout/orgChart1"/>
    <dgm:cxn modelId="{90EA7960-7952-4AA1-8AF5-900A6C56E6CE}" type="presParOf" srcId="{20C3476F-BDBD-4F06-9024-27A9E96EE091}" destId="{E469F655-0BB9-4561-BEBE-14E27DA356B9}" srcOrd="1" destOrd="0" presId="urn:microsoft.com/office/officeart/2005/8/layout/orgChart1"/>
    <dgm:cxn modelId="{705CC6A5-199D-4828-9352-349D066C2F1C}" type="presParOf" srcId="{E469F655-0BB9-4561-BEBE-14E27DA356B9}" destId="{87A24E8B-457B-4A25-B291-3934AB793891}" srcOrd="0" destOrd="0" presId="urn:microsoft.com/office/officeart/2005/8/layout/orgChart1"/>
    <dgm:cxn modelId="{E3B8E63A-B768-4363-93F5-6EA99566A04F}" type="presParOf" srcId="{87A24E8B-457B-4A25-B291-3934AB793891}" destId="{2723E74D-2BF9-4BC4-BAAB-DB15D23F2658}" srcOrd="0" destOrd="0" presId="urn:microsoft.com/office/officeart/2005/8/layout/orgChart1"/>
    <dgm:cxn modelId="{4FEACFF0-5F3E-40AA-B578-0EAA2D5CC4D7}" type="presParOf" srcId="{87A24E8B-457B-4A25-B291-3934AB793891}" destId="{34346B3B-D3AA-47E5-AEBB-96B4DA953458}" srcOrd="1" destOrd="0" presId="urn:microsoft.com/office/officeart/2005/8/layout/orgChart1"/>
    <dgm:cxn modelId="{3DF6CFC8-77A3-4056-9E69-B7AFA27C9238}" type="presParOf" srcId="{E469F655-0BB9-4561-BEBE-14E27DA356B9}" destId="{787C94C3-BF8D-411F-AA5D-59AEFCA9A28E}" srcOrd="1" destOrd="0" presId="urn:microsoft.com/office/officeart/2005/8/layout/orgChart1"/>
    <dgm:cxn modelId="{78EA7C7B-C393-4C37-9FAA-9A027A65F0AC}" type="presParOf" srcId="{E469F655-0BB9-4561-BEBE-14E27DA356B9}" destId="{DBCFCC4F-B665-48E5-99D5-F3994FD369A5}" srcOrd="2" destOrd="0" presId="urn:microsoft.com/office/officeart/2005/8/layout/orgChart1"/>
    <dgm:cxn modelId="{B3901ACE-085C-446E-8720-7EEB33127BE9}" type="presParOf" srcId="{20C3476F-BDBD-4F06-9024-27A9E96EE091}" destId="{C3E0647B-DAF3-402F-BEAA-6C45EA942860}" srcOrd="2" destOrd="0" presId="urn:microsoft.com/office/officeart/2005/8/layout/orgChart1"/>
    <dgm:cxn modelId="{23E05511-EB4B-4D7A-8C33-6217E35321FA}" type="presParOf" srcId="{20C3476F-BDBD-4F06-9024-27A9E96EE091}" destId="{ADBB7975-62A6-4064-A5F9-1CF4314E8F99}" srcOrd="3" destOrd="0" presId="urn:microsoft.com/office/officeart/2005/8/layout/orgChart1"/>
    <dgm:cxn modelId="{9C82B554-48C8-4F45-9045-7F933E43066D}" type="presParOf" srcId="{ADBB7975-62A6-4064-A5F9-1CF4314E8F99}" destId="{C5F7A683-6372-47C4-B4DA-15D81E646DD6}" srcOrd="0" destOrd="0" presId="urn:microsoft.com/office/officeart/2005/8/layout/orgChart1"/>
    <dgm:cxn modelId="{647E2D6B-6ACF-4E70-BEE9-66FA12A45A87}" type="presParOf" srcId="{C5F7A683-6372-47C4-B4DA-15D81E646DD6}" destId="{AD87F1AA-0BF0-48AD-B453-5CD03F5D987C}" srcOrd="0" destOrd="0" presId="urn:microsoft.com/office/officeart/2005/8/layout/orgChart1"/>
    <dgm:cxn modelId="{A4A49DC3-38B8-4F93-AEBD-3667E4C79A6E}" type="presParOf" srcId="{C5F7A683-6372-47C4-B4DA-15D81E646DD6}" destId="{CCA3E906-3D49-4C63-B057-E5847847E8B0}" srcOrd="1" destOrd="0" presId="urn:microsoft.com/office/officeart/2005/8/layout/orgChart1"/>
    <dgm:cxn modelId="{3614B160-6E54-4672-965E-C7828704713F}" type="presParOf" srcId="{ADBB7975-62A6-4064-A5F9-1CF4314E8F99}" destId="{B87BFF97-B28C-41B0-81B1-C7D4F471EB49}" srcOrd="1" destOrd="0" presId="urn:microsoft.com/office/officeart/2005/8/layout/orgChart1"/>
    <dgm:cxn modelId="{ABBD7D62-95B1-4238-9D1D-FB185B530C5F}" type="presParOf" srcId="{ADBB7975-62A6-4064-A5F9-1CF4314E8F99}" destId="{3D670F84-BBB3-4AE7-9BDC-CE1C0B9EC365}" srcOrd="2" destOrd="0" presId="urn:microsoft.com/office/officeart/2005/8/layout/orgChart1"/>
    <dgm:cxn modelId="{A2ECF6E3-46C7-4BA7-8F0B-74F50EA50BFB}" type="presParOf" srcId="{20C3476F-BDBD-4F06-9024-27A9E96EE091}" destId="{B9765CF9-418A-4AF3-BFA2-CD1CF6A8725F}" srcOrd="4" destOrd="0" presId="urn:microsoft.com/office/officeart/2005/8/layout/orgChart1"/>
    <dgm:cxn modelId="{45122A1A-128D-48EC-A1F2-FF87D89040E7}" type="presParOf" srcId="{20C3476F-BDBD-4F06-9024-27A9E96EE091}" destId="{21A00360-5357-469D-AFA8-27E20D990F04}" srcOrd="5" destOrd="0" presId="urn:microsoft.com/office/officeart/2005/8/layout/orgChart1"/>
    <dgm:cxn modelId="{8BA4C2C7-A36F-4CC0-8C96-94E02CE3CBA3}" type="presParOf" srcId="{21A00360-5357-469D-AFA8-27E20D990F04}" destId="{6F7CEB9D-9C81-497E-913B-577808A660A0}" srcOrd="0" destOrd="0" presId="urn:microsoft.com/office/officeart/2005/8/layout/orgChart1"/>
    <dgm:cxn modelId="{35351C40-8526-4C70-9340-06C50AF5591D}" type="presParOf" srcId="{6F7CEB9D-9C81-497E-913B-577808A660A0}" destId="{8496F576-BB4B-4ED5-AE79-6258B6B10272}" srcOrd="0" destOrd="0" presId="urn:microsoft.com/office/officeart/2005/8/layout/orgChart1"/>
    <dgm:cxn modelId="{95A0232F-5FEF-4144-B748-82A0ACC56D07}" type="presParOf" srcId="{6F7CEB9D-9C81-497E-913B-577808A660A0}" destId="{AE923B28-D895-490E-84F4-2B8B20DB045D}" srcOrd="1" destOrd="0" presId="urn:microsoft.com/office/officeart/2005/8/layout/orgChart1"/>
    <dgm:cxn modelId="{34B3FF20-0ABD-4634-BB0B-7E626AFF3C58}" type="presParOf" srcId="{21A00360-5357-469D-AFA8-27E20D990F04}" destId="{29BF1D94-ED7E-45DF-84C8-48FBA92B9AD0}" srcOrd="1" destOrd="0" presId="urn:microsoft.com/office/officeart/2005/8/layout/orgChart1"/>
    <dgm:cxn modelId="{EF2AAA0B-E263-415E-B234-56228A5E03CB}" type="presParOf" srcId="{21A00360-5357-469D-AFA8-27E20D990F04}" destId="{E9572328-E372-4CE1-A3EF-3D3A6AF05CE8}" srcOrd="2" destOrd="0" presId="urn:microsoft.com/office/officeart/2005/8/layout/orgChart1"/>
    <dgm:cxn modelId="{8165681D-2CDD-40B9-AFF3-AE5B7EE5F508}" type="presParOf" srcId="{20C3476F-BDBD-4F06-9024-27A9E96EE091}" destId="{3A99FCE1-3881-46E1-B1AF-A1EA1D1A279D}" srcOrd="6" destOrd="0" presId="urn:microsoft.com/office/officeart/2005/8/layout/orgChart1"/>
    <dgm:cxn modelId="{D23CC111-461F-4CFB-B3F0-8C1A11A5AA91}" type="presParOf" srcId="{20C3476F-BDBD-4F06-9024-27A9E96EE091}" destId="{D677F268-5868-41A5-A372-A85D9DF0F27A}" srcOrd="7" destOrd="0" presId="urn:microsoft.com/office/officeart/2005/8/layout/orgChart1"/>
    <dgm:cxn modelId="{81098B85-F458-4920-9239-69FB84E41925}" type="presParOf" srcId="{D677F268-5868-41A5-A372-A85D9DF0F27A}" destId="{F5930F99-2F12-4E15-9E90-9408C8F79871}" srcOrd="0" destOrd="0" presId="urn:microsoft.com/office/officeart/2005/8/layout/orgChart1"/>
    <dgm:cxn modelId="{0CD867B5-57AE-411D-9B3F-5B6465A73113}" type="presParOf" srcId="{F5930F99-2F12-4E15-9E90-9408C8F79871}" destId="{822D2345-2F5E-44E0-A857-814E4D3FBF57}" srcOrd="0" destOrd="0" presId="urn:microsoft.com/office/officeart/2005/8/layout/orgChart1"/>
    <dgm:cxn modelId="{591F91E4-E3A8-461A-A9A8-2510B556F55D}" type="presParOf" srcId="{F5930F99-2F12-4E15-9E90-9408C8F79871}" destId="{EDEB09C6-D4C1-40DD-9F17-56C065A14F61}" srcOrd="1" destOrd="0" presId="urn:microsoft.com/office/officeart/2005/8/layout/orgChart1"/>
    <dgm:cxn modelId="{EC1A9777-7973-4811-82AD-8001405A9E27}" type="presParOf" srcId="{D677F268-5868-41A5-A372-A85D9DF0F27A}" destId="{51131267-2A8D-4997-84A6-D41EBC28EECA}" srcOrd="1" destOrd="0" presId="urn:microsoft.com/office/officeart/2005/8/layout/orgChart1"/>
    <dgm:cxn modelId="{06C4F1BE-D9F7-4E76-AB30-9A5F0A8F534C}" type="presParOf" srcId="{D677F268-5868-41A5-A372-A85D9DF0F27A}" destId="{BA869BF2-D92D-46FF-ACB1-B6688F82EA1E}" srcOrd="2" destOrd="0" presId="urn:microsoft.com/office/officeart/2005/8/layout/orgChart1"/>
    <dgm:cxn modelId="{2C7EF073-C956-471F-837E-12EE43DE2BFB}" type="presParOf" srcId="{20C3476F-BDBD-4F06-9024-27A9E96EE091}" destId="{BBC9F83A-9BE3-4843-8EC4-ADDE4099B1AE}" srcOrd="8" destOrd="0" presId="urn:microsoft.com/office/officeart/2005/8/layout/orgChart1"/>
    <dgm:cxn modelId="{6CA34BC8-6E9E-4167-854F-4B6FDB7A83E6}" type="presParOf" srcId="{20C3476F-BDBD-4F06-9024-27A9E96EE091}" destId="{5E7D3F58-CFB0-4FA6-8926-D37F3E56FB6E}" srcOrd="9" destOrd="0" presId="urn:microsoft.com/office/officeart/2005/8/layout/orgChart1"/>
    <dgm:cxn modelId="{3B8A7C65-BB0C-4D4B-8EEA-22A6D0BF4173}" type="presParOf" srcId="{5E7D3F58-CFB0-4FA6-8926-D37F3E56FB6E}" destId="{2ECCBD7E-8300-46C1-A345-E89573063539}" srcOrd="0" destOrd="0" presId="urn:microsoft.com/office/officeart/2005/8/layout/orgChart1"/>
    <dgm:cxn modelId="{2AA49F15-850B-479E-89A2-80AC7BF79D28}" type="presParOf" srcId="{2ECCBD7E-8300-46C1-A345-E89573063539}" destId="{10DD82DB-C7CF-45AC-9DD2-F3D704D570DF}" srcOrd="0" destOrd="0" presId="urn:microsoft.com/office/officeart/2005/8/layout/orgChart1"/>
    <dgm:cxn modelId="{3A9C3E2A-3163-4740-A418-E3DA019CD9DE}" type="presParOf" srcId="{2ECCBD7E-8300-46C1-A345-E89573063539}" destId="{FBA7DF57-7083-45F7-B25D-FC90DAED6577}" srcOrd="1" destOrd="0" presId="urn:microsoft.com/office/officeart/2005/8/layout/orgChart1"/>
    <dgm:cxn modelId="{35AD0587-540B-4F42-AD22-8E3DD2A54F0E}" type="presParOf" srcId="{5E7D3F58-CFB0-4FA6-8926-D37F3E56FB6E}" destId="{1CA90D6C-E68D-46A2-848F-EA7586D14946}" srcOrd="1" destOrd="0" presId="urn:microsoft.com/office/officeart/2005/8/layout/orgChart1"/>
    <dgm:cxn modelId="{8966EEA1-C47C-4623-A058-61D5C0C4DD38}" type="presParOf" srcId="{5E7D3F58-CFB0-4FA6-8926-D37F3E56FB6E}" destId="{284A19C1-3FE4-4FE3-91C1-8A01BE0E7571}" srcOrd="2" destOrd="0" presId="urn:microsoft.com/office/officeart/2005/8/layout/orgChart1"/>
    <dgm:cxn modelId="{DDD07329-C612-49C6-BD49-78008DBA2BCE}" type="presParOf" srcId="{74B0AE32-A62B-4B55-8FC4-924B5492DCC7}" destId="{25312767-7FD3-48E8-87D7-B65A6ACE698E}" srcOrd="2" destOrd="0" presId="urn:microsoft.com/office/officeart/2005/8/layout/orgChart1"/>
    <dgm:cxn modelId="{BC97FFC5-2B15-4020-9D71-EB7A47CA82EC}" type="presParOf" srcId="{97356FB9-9527-4BAB-BD39-6386E7EB1955}" destId="{8C6DB0F9-5F7A-4D5B-9906-C0682BFBEB38}" srcOrd="14" destOrd="0" presId="urn:microsoft.com/office/officeart/2005/8/layout/orgChart1"/>
    <dgm:cxn modelId="{BFB1FB38-F5A2-4134-A6FA-F55DD19B23BA}" type="presParOf" srcId="{97356FB9-9527-4BAB-BD39-6386E7EB1955}" destId="{CF19B177-1F7A-46B5-AAFA-3BFBCE8F1EDC}" srcOrd="15" destOrd="0" presId="urn:microsoft.com/office/officeart/2005/8/layout/orgChart1"/>
    <dgm:cxn modelId="{285BBC4D-AEB0-4B6E-A187-32AD64778EC7}" type="presParOf" srcId="{CF19B177-1F7A-46B5-AAFA-3BFBCE8F1EDC}" destId="{64AD5CEE-1716-4965-ACE4-F80387860525}" srcOrd="0" destOrd="0" presId="urn:microsoft.com/office/officeart/2005/8/layout/orgChart1"/>
    <dgm:cxn modelId="{049F2243-40D8-4809-8683-0A5A32AA693E}" type="presParOf" srcId="{64AD5CEE-1716-4965-ACE4-F80387860525}" destId="{0DEB0B43-AD7F-43F1-B70F-6D0C0F4FF482}" srcOrd="0" destOrd="0" presId="urn:microsoft.com/office/officeart/2005/8/layout/orgChart1"/>
    <dgm:cxn modelId="{3E4C645A-D741-4FF8-8A49-81C2FC81C1FE}" type="presParOf" srcId="{64AD5CEE-1716-4965-ACE4-F80387860525}" destId="{2B6CB969-CB88-4503-ADB4-CDF96FA03128}" srcOrd="1" destOrd="0" presId="urn:microsoft.com/office/officeart/2005/8/layout/orgChart1"/>
    <dgm:cxn modelId="{309B7955-B235-41AD-9F4D-D0F34A1C4BED}" type="presParOf" srcId="{CF19B177-1F7A-46B5-AAFA-3BFBCE8F1EDC}" destId="{720189ED-2D12-4CED-8CD1-C1DD26736753}" srcOrd="1" destOrd="0" presId="urn:microsoft.com/office/officeart/2005/8/layout/orgChart1"/>
    <dgm:cxn modelId="{BE56ABBD-1B94-452B-A9A0-2589350FAB00}" type="presParOf" srcId="{720189ED-2D12-4CED-8CD1-C1DD26736753}" destId="{2BBB1FE7-AC3F-4ADD-81E3-AD49271B0811}" srcOrd="0" destOrd="0" presId="urn:microsoft.com/office/officeart/2005/8/layout/orgChart1"/>
    <dgm:cxn modelId="{69337C7C-B7F7-4F79-ACAA-626315A5D311}" type="presParOf" srcId="{720189ED-2D12-4CED-8CD1-C1DD26736753}" destId="{BD06444E-13C0-44BA-AC91-964ABB191B2E}" srcOrd="1" destOrd="0" presId="urn:microsoft.com/office/officeart/2005/8/layout/orgChart1"/>
    <dgm:cxn modelId="{62811EE8-E833-41ED-99E1-FF551679C347}" type="presParOf" srcId="{BD06444E-13C0-44BA-AC91-964ABB191B2E}" destId="{18277F6D-F319-4AAA-8D79-7D0973B889DA}" srcOrd="0" destOrd="0" presId="urn:microsoft.com/office/officeart/2005/8/layout/orgChart1"/>
    <dgm:cxn modelId="{0356DA6C-35BE-4914-96CC-D35BCEFABD75}" type="presParOf" srcId="{18277F6D-F319-4AAA-8D79-7D0973B889DA}" destId="{287EAB0E-6123-40AF-85EF-7A8F73322BF1}" srcOrd="0" destOrd="0" presId="urn:microsoft.com/office/officeart/2005/8/layout/orgChart1"/>
    <dgm:cxn modelId="{A731F4EA-86A5-4AC9-9674-758524C6D2BA}" type="presParOf" srcId="{18277F6D-F319-4AAA-8D79-7D0973B889DA}" destId="{7ADDBE6F-066F-4E47-A9F3-051422B1C4BC}" srcOrd="1" destOrd="0" presId="urn:microsoft.com/office/officeart/2005/8/layout/orgChart1"/>
    <dgm:cxn modelId="{3CD778AE-8B6E-4A4A-8526-6F03BC7BE7C9}" type="presParOf" srcId="{BD06444E-13C0-44BA-AC91-964ABB191B2E}" destId="{3CAA4DD9-536E-435E-AE00-EA8844A47BAB}" srcOrd="1" destOrd="0" presId="urn:microsoft.com/office/officeart/2005/8/layout/orgChart1"/>
    <dgm:cxn modelId="{F0126C7A-8808-4351-A089-45BE82A54970}" type="presParOf" srcId="{BD06444E-13C0-44BA-AC91-964ABB191B2E}" destId="{D1EF1C7A-9D0B-4477-9209-2504B536D2DD}" srcOrd="2" destOrd="0" presId="urn:microsoft.com/office/officeart/2005/8/layout/orgChart1"/>
    <dgm:cxn modelId="{B0DC38D2-63A5-4C78-A7FA-3BE29CBC15DC}" type="presParOf" srcId="{720189ED-2D12-4CED-8CD1-C1DD26736753}" destId="{81BCBE9D-A8B4-4BC6-BFA3-8BED64C33412}" srcOrd="2" destOrd="0" presId="urn:microsoft.com/office/officeart/2005/8/layout/orgChart1"/>
    <dgm:cxn modelId="{A7484803-1B13-4B28-9380-08DAA3EB6951}" type="presParOf" srcId="{720189ED-2D12-4CED-8CD1-C1DD26736753}" destId="{F5A832CC-AF0D-4E4A-8822-34819E347F92}" srcOrd="3" destOrd="0" presId="urn:microsoft.com/office/officeart/2005/8/layout/orgChart1"/>
    <dgm:cxn modelId="{D97E2333-C504-4884-B636-242750EA16E8}" type="presParOf" srcId="{F5A832CC-AF0D-4E4A-8822-34819E347F92}" destId="{50970630-8052-4D98-A219-966AF7595FC3}" srcOrd="0" destOrd="0" presId="urn:microsoft.com/office/officeart/2005/8/layout/orgChart1"/>
    <dgm:cxn modelId="{AD7224A2-16CE-43F9-B9D0-572DEC8B0EBB}" type="presParOf" srcId="{50970630-8052-4D98-A219-966AF7595FC3}" destId="{A3E593D6-D59A-42A3-97BA-C32A959919C0}" srcOrd="0" destOrd="0" presId="urn:microsoft.com/office/officeart/2005/8/layout/orgChart1"/>
    <dgm:cxn modelId="{73EE1EB5-63E7-462A-8DBB-8CA89C48C24B}" type="presParOf" srcId="{50970630-8052-4D98-A219-966AF7595FC3}" destId="{5AA939A3-8258-4D8B-958A-81CC01B87A56}" srcOrd="1" destOrd="0" presId="urn:microsoft.com/office/officeart/2005/8/layout/orgChart1"/>
    <dgm:cxn modelId="{3F2C7073-554F-491D-BC3F-7AB13DFDB2C7}" type="presParOf" srcId="{F5A832CC-AF0D-4E4A-8822-34819E347F92}" destId="{1F595580-62CF-4394-B34B-C29F165B241C}" srcOrd="1" destOrd="0" presId="urn:microsoft.com/office/officeart/2005/8/layout/orgChart1"/>
    <dgm:cxn modelId="{C60695EF-B946-47C7-AF2F-DB2744EC74A6}" type="presParOf" srcId="{F5A832CC-AF0D-4E4A-8822-34819E347F92}" destId="{F43BBAA1-E7B8-4270-A07C-29AA2524CB75}" srcOrd="2" destOrd="0" presId="urn:microsoft.com/office/officeart/2005/8/layout/orgChart1"/>
    <dgm:cxn modelId="{05BA7704-8F98-48C4-ADBC-0AA43E7290C5}" type="presParOf" srcId="{720189ED-2D12-4CED-8CD1-C1DD26736753}" destId="{05829CE8-2CBF-4EDC-AD93-93BE36B86408}" srcOrd="4" destOrd="0" presId="urn:microsoft.com/office/officeart/2005/8/layout/orgChart1"/>
    <dgm:cxn modelId="{8EAEDAFB-90EB-4981-9E8F-6B04BB427759}" type="presParOf" srcId="{720189ED-2D12-4CED-8CD1-C1DD26736753}" destId="{E82D9D44-3E5E-4802-8873-38237E29BAFC}" srcOrd="5" destOrd="0" presId="urn:microsoft.com/office/officeart/2005/8/layout/orgChart1"/>
    <dgm:cxn modelId="{972C04EE-43E1-4CFF-9A88-AC882B7140EA}" type="presParOf" srcId="{E82D9D44-3E5E-4802-8873-38237E29BAFC}" destId="{B77AB608-70EC-415E-9142-F0F12171C1D3}" srcOrd="0" destOrd="0" presId="urn:microsoft.com/office/officeart/2005/8/layout/orgChart1"/>
    <dgm:cxn modelId="{C42E98A1-FA8E-482F-B830-D25436838A98}" type="presParOf" srcId="{B77AB608-70EC-415E-9142-F0F12171C1D3}" destId="{B5829038-12AF-4301-95DE-25CBC4A486AC}" srcOrd="0" destOrd="0" presId="urn:microsoft.com/office/officeart/2005/8/layout/orgChart1"/>
    <dgm:cxn modelId="{ADF16D7A-9182-445F-8E2A-8E57679D0392}" type="presParOf" srcId="{B77AB608-70EC-415E-9142-F0F12171C1D3}" destId="{8B8C87C3-3BF7-4008-9681-3C29C685A64A}" srcOrd="1" destOrd="0" presId="urn:microsoft.com/office/officeart/2005/8/layout/orgChart1"/>
    <dgm:cxn modelId="{3C6EB327-5DEC-482A-BDF0-DEA4CB5A09AF}" type="presParOf" srcId="{E82D9D44-3E5E-4802-8873-38237E29BAFC}" destId="{C71C9DC8-1225-4228-AB61-D16906E75B47}" srcOrd="1" destOrd="0" presId="urn:microsoft.com/office/officeart/2005/8/layout/orgChart1"/>
    <dgm:cxn modelId="{7A45145E-C799-47FA-B6B2-22F806F48501}" type="presParOf" srcId="{E82D9D44-3E5E-4802-8873-38237E29BAFC}" destId="{A6EDD427-BAE7-492A-ABB9-E839B74B5FB6}" srcOrd="2" destOrd="0" presId="urn:microsoft.com/office/officeart/2005/8/layout/orgChart1"/>
    <dgm:cxn modelId="{6C9FFC6A-2905-494C-ABED-EEAAAB6908BD}" type="presParOf" srcId="{720189ED-2D12-4CED-8CD1-C1DD26736753}" destId="{D3246677-205A-4DB1-BD80-6D9EE8D73849}" srcOrd="6" destOrd="0" presId="urn:microsoft.com/office/officeart/2005/8/layout/orgChart1"/>
    <dgm:cxn modelId="{E407FAE7-7561-4462-B550-AEAC08AE39D8}" type="presParOf" srcId="{720189ED-2D12-4CED-8CD1-C1DD26736753}" destId="{45B50855-754D-4DDC-8483-E6838AE87D7A}" srcOrd="7" destOrd="0" presId="urn:microsoft.com/office/officeart/2005/8/layout/orgChart1"/>
    <dgm:cxn modelId="{2D5026F9-2386-4F70-B662-4D6788503E25}" type="presParOf" srcId="{45B50855-754D-4DDC-8483-E6838AE87D7A}" destId="{27114A14-FDA7-402B-852F-5B46DB6C4ADE}" srcOrd="0" destOrd="0" presId="urn:microsoft.com/office/officeart/2005/8/layout/orgChart1"/>
    <dgm:cxn modelId="{A3BCD9DB-D4A7-4536-A26D-7E94AD7F9F23}" type="presParOf" srcId="{27114A14-FDA7-402B-852F-5B46DB6C4ADE}" destId="{8F237AE1-A302-4154-9A93-737A50151ED0}" srcOrd="0" destOrd="0" presId="urn:microsoft.com/office/officeart/2005/8/layout/orgChart1"/>
    <dgm:cxn modelId="{0816CFB8-AD56-4D7E-AE8E-D5316110890B}" type="presParOf" srcId="{27114A14-FDA7-402B-852F-5B46DB6C4ADE}" destId="{BD294497-596D-4AA2-9688-140D59B7518B}" srcOrd="1" destOrd="0" presId="urn:microsoft.com/office/officeart/2005/8/layout/orgChart1"/>
    <dgm:cxn modelId="{8716328B-EBA5-421C-B470-BCFB30B302B0}" type="presParOf" srcId="{45B50855-754D-4DDC-8483-E6838AE87D7A}" destId="{ABEAD02B-023A-440A-B946-4A71B72230FE}" srcOrd="1" destOrd="0" presId="urn:microsoft.com/office/officeart/2005/8/layout/orgChart1"/>
    <dgm:cxn modelId="{D9EF5F6C-FD2A-49A1-BF45-88C09EC01E13}" type="presParOf" srcId="{45B50855-754D-4DDC-8483-E6838AE87D7A}" destId="{55EFF3C5-84E6-43D9-B16B-76A5C50A2727}" srcOrd="2" destOrd="0" presId="urn:microsoft.com/office/officeart/2005/8/layout/orgChart1"/>
    <dgm:cxn modelId="{FD55E0B3-B897-4544-968F-E7249B6C8E4F}" type="presParOf" srcId="{720189ED-2D12-4CED-8CD1-C1DD26736753}" destId="{A8484899-DBA4-4D3D-8E61-21E6CECBCF4A}" srcOrd="8" destOrd="0" presId="urn:microsoft.com/office/officeart/2005/8/layout/orgChart1"/>
    <dgm:cxn modelId="{FB627A56-178E-4F7F-B456-DF3F01C5D751}" type="presParOf" srcId="{720189ED-2D12-4CED-8CD1-C1DD26736753}" destId="{C1368226-8F77-45FB-8421-3A2092570811}" srcOrd="9" destOrd="0" presId="urn:microsoft.com/office/officeart/2005/8/layout/orgChart1"/>
    <dgm:cxn modelId="{DCA5E1FF-B08C-4E0A-9872-5BDAF018A466}" type="presParOf" srcId="{C1368226-8F77-45FB-8421-3A2092570811}" destId="{624202B8-174C-4846-B527-27161909E17C}" srcOrd="0" destOrd="0" presId="urn:microsoft.com/office/officeart/2005/8/layout/orgChart1"/>
    <dgm:cxn modelId="{0952A40D-FACE-4FC4-AFF6-8E4C999D94AE}" type="presParOf" srcId="{624202B8-174C-4846-B527-27161909E17C}" destId="{D81A75F5-ACC8-4C53-839B-EA7447BEA65F}" srcOrd="0" destOrd="0" presId="urn:microsoft.com/office/officeart/2005/8/layout/orgChart1"/>
    <dgm:cxn modelId="{7A11AE0E-13A8-4D90-A55C-C5A9D9CD0599}" type="presParOf" srcId="{624202B8-174C-4846-B527-27161909E17C}" destId="{9B8888FB-5ECC-4A23-8F3F-8AF3993E6FAF}" srcOrd="1" destOrd="0" presId="urn:microsoft.com/office/officeart/2005/8/layout/orgChart1"/>
    <dgm:cxn modelId="{CC87E7C1-73A3-4C0F-9BAF-92C465AAF04C}" type="presParOf" srcId="{C1368226-8F77-45FB-8421-3A2092570811}" destId="{EA77CC3B-2E56-460D-84A3-005490C84292}" srcOrd="1" destOrd="0" presId="urn:microsoft.com/office/officeart/2005/8/layout/orgChart1"/>
    <dgm:cxn modelId="{0CFF9F23-5D87-4A09-9D8F-16D952277393}" type="presParOf" srcId="{C1368226-8F77-45FB-8421-3A2092570811}" destId="{13CEBEE9-45D9-4CC3-92EF-619691814E1F}" srcOrd="2" destOrd="0" presId="urn:microsoft.com/office/officeart/2005/8/layout/orgChart1"/>
    <dgm:cxn modelId="{253804E1-6E0B-40AC-84B0-74B2AAD5AF72}" type="presParOf" srcId="{CF19B177-1F7A-46B5-AAFA-3BFBCE8F1EDC}" destId="{13AB144F-809A-4E78-9526-8D145EC49E93}" srcOrd="2" destOrd="0" presId="urn:microsoft.com/office/officeart/2005/8/layout/orgChart1"/>
    <dgm:cxn modelId="{DACE2CE7-2FA4-44DF-B303-E774E1FA8054}" type="presParOf" srcId="{B15357A5-44B9-4976-A246-6F16332539F1}" destId="{ACD97C40-A4D8-493E-915F-859C51463A71}"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B49FE-09AE-4B2D-A24E-61D0B0B61BED}">
      <dsp:nvSpPr>
        <dsp:cNvPr id="0" name=""/>
        <dsp:cNvSpPr/>
      </dsp:nvSpPr>
      <dsp:spPr>
        <a:xfrm>
          <a:off x="4313" y="976884"/>
          <a:ext cx="2335202" cy="32692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061" tIns="330200" rIns="182061" bIns="330200" numCol="1" spcCol="1270" anchor="t" anchorCtr="0">
          <a:noAutofit/>
        </a:bodyPr>
        <a:lstStyle/>
        <a:p>
          <a:pPr marL="0" lvl="0" indent="0" algn="l" defTabSz="1022350">
            <a:lnSpc>
              <a:spcPct val="90000"/>
            </a:lnSpc>
            <a:spcBef>
              <a:spcPct val="0"/>
            </a:spcBef>
            <a:spcAft>
              <a:spcPct val="35000"/>
            </a:spcAft>
            <a:buNone/>
          </a:pPr>
          <a:r>
            <a:rPr lang="en-IN" sz="2300" kern="1200"/>
            <a:t>PROJECT INITATION</a:t>
          </a:r>
          <a:endParaRPr lang="en-US" sz="2300" kern="1200"/>
        </a:p>
      </dsp:txBody>
      <dsp:txXfrm>
        <a:off x="4313" y="2219211"/>
        <a:ext cx="2335202" cy="1961570"/>
      </dsp:txXfrm>
    </dsp:sp>
    <dsp:sp modelId="{C3FB7395-F6DB-4D5B-8F70-746404FB8097}">
      <dsp:nvSpPr>
        <dsp:cNvPr id="0" name=""/>
        <dsp:cNvSpPr/>
      </dsp:nvSpPr>
      <dsp:spPr>
        <a:xfrm>
          <a:off x="681521" y="1303812"/>
          <a:ext cx="980785" cy="980785"/>
        </a:xfrm>
        <a:prstGeom prst="ellips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466" tIns="12700" rIns="76466" bIns="12700" numCol="1" spcCol="1270" anchor="ctr" anchorCtr="0">
          <a:noAutofit/>
        </a:bodyPr>
        <a:lstStyle/>
        <a:p>
          <a:pPr marL="0" lvl="0" indent="0" algn="ctr" defTabSz="2089150">
            <a:lnSpc>
              <a:spcPct val="90000"/>
            </a:lnSpc>
            <a:spcBef>
              <a:spcPct val="0"/>
            </a:spcBef>
            <a:spcAft>
              <a:spcPct val="35000"/>
            </a:spcAft>
            <a:buNone/>
          </a:pPr>
          <a:r>
            <a:rPr lang="en-US" sz="4700" kern="1200"/>
            <a:t>1</a:t>
          </a:r>
        </a:p>
      </dsp:txBody>
      <dsp:txXfrm>
        <a:off x="825154" y="1447445"/>
        <a:ext cx="693519" cy="693519"/>
      </dsp:txXfrm>
    </dsp:sp>
    <dsp:sp modelId="{9DB8A2FB-ED48-477B-A1B7-25F624512099}">
      <dsp:nvSpPr>
        <dsp:cNvPr id="0" name=""/>
        <dsp:cNvSpPr/>
      </dsp:nvSpPr>
      <dsp:spPr>
        <a:xfrm>
          <a:off x="4313" y="4246095"/>
          <a:ext cx="2335202" cy="72"/>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598CA4-D257-4560-979C-9D2CD8838074}">
      <dsp:nvSpPr>
        <dsp:cNvPr id="0" name=""/>
        <dsp:cNvSpPr/>
      </dsp:nvSpPr>
      <dsp:spPr>
        <a:xfrm>
          <a:off x="2573035" y="976884"/>
          <a:ext cx="2335202" cy="32692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061" tIns="330200" rIns="182061" bIns="330200" numCol="1" spcCol="1270" anchor="t" anchorCtr="0">
          <a:noAutofit/>
        </a:bodyPr>
        <a:lstStyle/>
        <a:p>
          <a:pPr marL="0" lvl="0" indent="0" algn="l" defTabSz="1022350">
            <a:lnSpc>
              <a:spcPct val="90000"/>
            </a:lnSpc>
            <a:spcBef>
              <a:spcPct val="0"/>
            </a:spcBef>
            <a:spcAft>
              <a:spcPct val="35000"/>
            </a:spcAft>
            <a:buNone/>
          </a:pPr>
          <a:r>
            <a:rPr lang="en-IN" sz="2300" kern="1200"/>
            <a:t>PROJECT PLANNING</a:t>
          </a:r>
          <a:endParaRPr lang="en-US" sz="2300" kern="1200"/>
        </a:p>
      </dsp:txBody>
      <dsp:txXfrm>
        <a:off x="2573035" y="2219211"/>
        <a:ext cx="2335202" cy="1961570"/>
      </dsp:txXfrm>
    </dsp:sp>
    <dsp:sp modelId="{1304304B-E617-4E8E-8C0E-5E8CD592BB93}">
      <dsp:nvSpPr>
        <dsp:cNvPr id="0" name=""/>
        <dsp:cNvSpPr/>
      </dsp:nvSpPr>
      <dsp:spPr>
        <a:xfrm>
          <a:off x="3250244" y="1303812"/>
          <a:ext cx="980785" cy="980785"/>
        </a:xfrm>
        <a:prstGeom prst="ellips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466" tIns="12700" rIns="76466" bIns="12700" numCol="1" spcCol="1270" anchor="ctr" anchorCtr="0">
          <a:noAutofit/>
        </a:bodyPr>
        <a:lstStyle/>
        <a:p>
          <a:pPr marL="0" lvl="0" indent="0" algn="ctr" defTabSz="2089150">
            <a:lnSpc>
              <a:spcPct val="90000"/>
            </a:lnSpc>
            <a:spcBef>
              <a:spcPct val="0"/>
            </a:spcBef>
            <a:spcAft>
              <a:spcPct val="35000"/>
            </a:spcAft>
            <a:buNone/>
          </a:pPr>
          <a:r>
            <a:rPr lang="en-US" sz="4700" kern="1200"/>
            <a:t>2</a:t>
          </a:r>
        </a:p>
      </dsp:txBody>
      <dsp:txXfrm>
        <a:off x="3393877" y="1447445"/>
        <a:ext cx="693519" cy="693519"/>
      </dsp:txXfrm>
    </dsp:sp>
    <dsp:sp modelId="{38F91DFA-1A88-464C-98A2-05B255B209E5}">
      <dsp:nvSpPr>
        <dsp:cNvPr id="0" name=""/>
        <dsp:cNvSpPr/>
      </dsp:nvSpPr>
      <dsp:spPr>
        <a:xfrm>
          <a:off x="2573035" y="4246095"/>
          <a:ext cx="2335202" cy="72"/>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3D2F81-CFB4-421B-9C61-1CC7C8134E33}">
      <dsp:nvSpPr>
        <dsp:cNvPr id="0" name=""/>
        <dsp:cNvSpPr/>
      </dsp:nvSpPr>
      <dsp:spPr>
        <a:xfrm>
          <a:off x="5141758" y="976884"/>
          <a:ext cx="2335202" cy="32692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061" tIns="330200" rIns="182061" bIns="330200" numCol="1" spcCol="1270" anchor="t" anchorCtr="0">
          <a:noAutofit/>
        </a:bodyPr>
        <a:lstStyle/>
        <a:p>
          <a:pPr marL="0" lvl="0" indent="0" algn="l" defTabSz="1022350">
            <a:lnSpc>
              <a:spcPct val="90000"/>
            </a:lnSpc>
            <a:spcBef>
              <a:spcPct val="0"/>
            </a:spcBef>
            <a:spcAft>
              <a:spcPct val="35000"/>
            </a:spcAft>
            <a:buNone/>
          </a:pPr>
          <a:r>
            <a:rPr lang="en-IN" sz="2300" kern="1200"/>
            <a:t>PROJECT EXECUTION</a:t>
          </a:r>
          <a:endParaRPr lang="en-US" sz="2300" kern="1200"/>
        </a:p>
      </dsp:txBody>
      <dsp:txXfrm>
        <a:off x="5141758" y="2219211"/>
        <a:ext cx="2335202" cy="1961570"/>
      </dsp:txXfrm>
    </dsp:sp>
    <dsp:sp modelId="{836B5C13-EE30-45A1-9D14-1994EFB10558}">
      <dsp:nvSpPr>
        <dsp:cNvPr id="0" name=""/>
        <dsp:cNvSpPr/>
      </dsp:nvSpPr>
      <dsp:spPr>
        <a:xfrm>
          <a:off x="5818967" y="1303812"/>
          <a:ext cx="980785" cy="980785"/>
        </a:xfrm>
        <a:prstGeom prst="ellips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466" tIns="12700" rIns="76466" bIns="12700" numCol="1" spcCol="1270" anchor="ctr" anchorCtr="0">
          <a:noAutofit/>
        </a:bodyPr>
        <a:lstStyle/>
        <a:p>
          <a:pPr marL="0" lvl="0" indent="0" algn="ctr" defTabSz="2089150">
            <a:lnSpc>
              <a:spcPct val="90000"/>
            </a:lnSpc>
            <a:spcBef>
              <a:spcPct val="0"/>
            </a:spcBef>
            <a:spcAft>
              <a:spcPct val="35000"/>
            </a:spcAft>
            <a:buNone/>
          </a:pPr>
          <a:r>
            <a:rPr lang="en-US" sz="4700" kern="1200"/>
            <a:t>3</a:t>
          </a:r>
        </a:p>
      </dsp:txBody>
      <dsp:txXfrm>
        <a:off x="5962600" y="1447445"/>
        <a:ext cx="693519" cy="693519"/>
      </dsp:txXfrm>
    </dsp:sp>
    <dsp:sp modelId="{64457524-E106-420D-ADF8-0B09C1799146}">
      <dsp:nvSpPr>
        <dsp:cNvPr id="0" name=""/>
        <dsp:cNvSpPr/>
      </dsp:nvSpPr>
      <dsp:spPr>
        <a:xfrm>
          <a:off x="5141758" y="4246095"/>
          <a:ext cx="2335202" cy="72"/>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F54191-BBBE-4BE7-8FEF-3D4EC32EA8E5}">
      <dsp:nvSpPr>
        <dsp:cNvPr id="0" name=""/>
        <dsp:cNvSpPr/>
      </dsp:nvSpPr>
      <dsp:spPr>
        <a:xfrm>
          <a:off x="7710481" y="976884"/>
          <a:ext cx="2335202" cy="32692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061" tIns="330200" rIns="182061" bIns="330200" numCol="1" spcCol="1270" anchor="t" anchorCtr="0">
          <a:noAutofit/>
        </a:bodyPr>
        <a:lstStyle/>
        <a:p>
          <a:pPr marL="0" lvl="0" indent="0" algn="l" defTabSz="1022350">
            <a:lnSpc>
              <a:spcPct val="90000"/>
            </a:lnSpc>
            <a:spcBef>
              <a:spcPct val="0"/>
            </a:spcBef>
            <a:spcAft>
              <a:spcPct val="35000"/>
            </a:spcAft>
            <a:buNone/>
          </a:pPr>
          <a:r>
            <a:rPr lang="en-IN" sz="2300" kern="1200"/>
            <a:t>PROJECT MONITORING &amp; CONTROLLING</a:t>
          </a:r>
          <a:endParaRPr lang="en-US" sz="2300" kern="1200"/>
        </a:p>
      </dsp:txBody>
      <dsp:txXfrm>
        <a:off x="7710481" y="2219211"/>
        <a:ext cx="2335202" cy="1961570"/>
      </dsp:txXfrm>
    </dsp:sp>
    <dsp:sp modelId="{F5DF0587-91BA-4339-8B26-98A5AB295AC4}">
      <dsp:nvSpPr>
        <dsp:cNvPr id="0" name=""/>
        <dsp:cNvSpPr/>
      </dsp:nvSpPr>
      <dsp:spPr>
        <a:xfrm>
          <a:off x="8387690" y="1303812"/>
          <a:ext cx="980785" cy="980785"/>
        </a:xfrm>
        <a:prstGeom prst="ellips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466" tIns="12700" rIns="76466" bIns="12700" numCol="1" spcCol="1270" anchor="ctr" anchorCtr="0">
          <a:noAutofit/>
        </a:bodyPr>
        <a:lstStyle/>
        <a:p>
          <a:pPr marL="0" lvl="0" indent="0" algn="ctr" defTabSz="2089150">
            <a:lnSpc>
              <a:spcPct val="90000"/>
            </a:lnSpc>
            <a:spcBef>
              <a:spcPct val="0"/>
            </a:spcBef>
            <a:spcAft>
              <a:spcPct val="35000"/>
            </a:spcAft>
            <a:buNone/>
          </a:pPr>
          <a:r>
            <a:rPr lang="en-US" sz="4700" kern="1200"/>
            <a:t>4</a:t>
          </a:r>
        </a:p>
      </dsp:txBody>
      <dsp:txXfrm>
        <a:off x="8531323" y="1447445"/>
        <a:ext cx="693519" cy="693519"/>
      </dsp:txXfrm>
    </dsp:sp>
    <dsp:sp modelId="{C0A48C08-4055-45EB-8840-5E837263BA40}">
      <dsp:nvSpPr>
        <dsp:cNvPr id="0" name=""/>
        <dsp:cNvSpPr/>
      </dsp:nvSpPr>
      <dsp:spPr>
        <a:xfrm>
          <a:off x="7710481" y="4246095"/>
          <a:ext cx="2335202" cy="72"/>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1BF429-0E6D-44EA-B984-CBD680E46375}">
      <dsp:nvSpPr>
        <dsp:cNvPr id="0" name=""/>
        <dsp:cNvSpPr/>
      </dsp:nvSpPr>
      <dsp:spPr>
        <a:xfrm>
          <a:off x="10279204" y="976884"/>
          <a:ext cx="2335202" cy="3269283"/>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061" tIns="330200" rIns="182061" bIns="330200" numCol="1" spcCol="1270" anchor="t" anchorCtr="0">
          <a:noAutofit/>
        </a:bodyPr>
        <a:lstStyle/>
        <a:p>
          <a:pPr marL="0" lvl="0" indent="0" algn="l" defTabSz="1022350">
            <a:lnSpc>
              <a:spcPct val="90000"/>
            </a:lnSpc>
            <a:spcBef>
              <a:spcPct val="0"/>
            </a:spcBef>
            <a:spcAft>
              <a:spcPct val="35000"/>
            </a:spcAft>
            <a:buNone/>
          </a:pPr>
          <a:r>
            <a:rPr lang="en-IN" sz="2300" kern="1200"/>
            <a:t>PROJECT CLOSURE</a:t>
          </a:r>
          <a:endParaRPr lang="en-US" sz="2300" kern="1200"/>
        </a:p>
      </dsp:txBody>
      <dsp:txXfrm>
        <a:off x="10279204" y="2219211"/>
        <a:ext cx="2335202" cy="1961570"/>
      </dsp:txXfrm>
    </dsp:sp>
    <dsp:sp modelId="{08F2C32E-E994-4B0C-929A-D5DCD5BB847C}">
      <dsp:nvSpPr>
        <dsp:cNvPr id="0" name=""/>
        <dsp:cNvSpPr/>
      </dsp:nvSpPr>
      <dsp:spPr>
        <a:xfrm>
          <a:off x="10956413" y="1303812"/>
          <a:ext cx="980785" cy="980785"/>
        </a:xfrm>
        <a:prstGeom prst="ellips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466" tIns="12700" rIns="76466" bIns="12700" numCol="1" spcCol="1270" anchor="ctr" anchorCtr="0">
          <a:noAutofit/>
        </a:bodyPr>
        <a:lstStyle/>
        <a:p>
          <a:pPr marL="0" lvl="0" indent="0" algn="ctr" defTabSz="2089150">
            <a:lnSpc>
              <a:spcPct val="90000"/>
            </a:lnSpc>
            <a:spcBef>
              <a:spcPct val="0"/>
            </a:spcBef>
            <a:spcAft>
              <a:spcPct val="35000"/>
            </a:spcAft>
            <a:buNone/>
          </a:pPr>
          <a:r>
            <a:rPr lang="en-US" sz="4700" kern="1200"/>
            <a:t>5</a:t>
          </a:r>
        </a:p>
      </dsp:txBody>
      <dsp:txXfrm>
        <a:off x="11100046" y="1447445"/>
        <a:ext cx="693519" cy="693519"/>
      </dsp:txXfrm>
    </dsp:sp>
    <dsp:sp modelId="{C4682D86-CFCF-4E3E-8FB1-F72098A8CC67}">
      <dsp:nvSpPr>
        <dsp:cNvPr id="0" name=""/>
        <dsp:cNvSpPr/>
      </dsp:nvSpPr>
      <dsp:spPr>
        <a:xfrm>
          <a:off x="10279204" y="4246095"/>
          <a:ext cx="2335202" cy="72"/>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484899-DBA4-4D3D-8E61-21E6CECBCF4A}">
      <dsp:nvSpPr>
        <dsp:cNvPr id="0" name=""/>
        <dsp:cNvSpPr/>
      </dsp:nvSpPr>
      <dsp:spPr>
        <a:xfrm>
          <a:off x="11746831" y="1987756"/>
          <a:ext cx="196695" cy="4327293"/>
        </a:xfrm>
        <a:custGeom>
          <a:avLst/>
          <a:gdLst/>
          <a:ahLst/>
          <a:cxnLst/>
          <a:rect l="0" t="0" r="0" b="0"/>
          <a:pathLst>
            <a:path>
              <a:moveTo>
                <a:pt x="0" y="0"/>
              </a:moveTo>
              <a:lnTo>
                <a:pt x="0" y="4327293"/>
              </a:lnTo>
              <a:lnTo>
                <a:pt x="196695" y="43272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246677-205A-4DB1-BD80-6D9EE8D73849}">
      <dsp:nvSpPr>
        <dsp:cNvPr id="0" name=""/>
        <dsp:cNvSpPr/>
      </dsp:nvSpPr>
      <dsp:spPr>
        <a:xfrm>
          <a:off x="11746831" y="1987756"/>
          <a:ext cx="196695" cy="3396269"/>
        </a:xfrm>
        <a:custGeom>
          <a:avLst/>
          <a:gdLst/>
          <a:ahLst/>
          <a:cxnLst/>
          <a:rect l="0" t="0" r="0" b="0"/>
          <a:pathLst>
            <a:path>
              <a:moveTo>
                <a:pt x="0" y="0"/>
              </a:moveTo>
              <a:lnTo>
                <a:pt x="0" y="3396269"/>
              </a:lnTo>
              <a:lnTo>
                <a:pt x="196695" y="3396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829CE8-2CBF-4EDC-AD93-93BE36B86408}">
      <dsp:nvSpPr>
        <dsp:cNvPr id="0" name=""/>
        <dsp:cNvSpPr/>
      </dsp:nvSpPr>
      <dsp:spPr>
        <a:xfrm>
          <a:off x="11746831" y="1987756"/>
          <a:ext cx="196695" cy="2465245"/>
        </a:xfrm>
        <a:custGeom>
          <a:avLst/>
          <a:gdLst/>
          <a:ahLst/>
          <a:cxnLst/>
          <a:rect l="0" t="0" r="0" b="0"/>
          <a:pathLst>
            <a:path>
              <a:moveTo>
                <a:pt x="0" y="0"/>
              </a:moveTo>
              <a:lnTo>
                <a:pt x="0" y="2465245"/>
              </a:lnTo>
              <a:lnTo>
                <a:pt x="196695" y="24652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BCBE9D-A8B4-4BC6-BFA3-8BED64C33412}">
      <dsp:nvSpPr>
        <dsp:cNvPr id="0" name=""/>
        <dsp:cNvSpPr/>
      </dsp:nvSpPr>
      <dsp:spPr>
        <a:xfrm>
          <a:off x="11746831" y="1987756"/>
          <a:ext cx="196695" cy="1534222"/>
        </a:xfrm>
        <a:custGeom>
          <a:avLst/>
          <a:gdLst/>
          <a:ahLst/>
          <a:cxnLst/>
          <a:rect l="0" t="0" r="0" b="0"/>
          <a:pathLst>
            <a:path>
              <a:moveTo>
                <a:pt x="0" y="0"/>
              </a:moveTo>
              <a:lnTo>
                <a:pt x="0" y="1534222"/>
              </a:lnTo>
              <a:lnTo>
                <a:pt x="196695" y="15342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BB1FE7-AC3F-4ADD-81E3-AD49271B0811}">
      <dsp:nvSpPr>
        <dsp:cNvPr id="0" name=""/>
        <dsp:cNvSpPr/>
      </dsp:nvSpPr>
      <dsp:spPr>
        <a:xfrm>
          <a:off x="11746831" y="1987756"/>
          <a:ext cx="196695" cy="603198"/>
        </a:xfrm>
        <a:custGeom>
          <a:avLst/>
          <a:gdLst/>
          <a:ahLst/>
          <a:cxnLst/>
          <a:rect l="0" t="0" r="0" b="0"/>
          <a:pathLst>
            <a:path>
              <a:moveTo>
                <a:pt x="0" y="0"/>
              </a:moveTo>
              <a:lnTo>
                <a:pt x="0" y="603198"/>
              </a:lnTo>
              <a:lnTo>
                <a:pt x="196695" y="60319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6DB0F9-5F7A-4D5B-9906-C0682BFBEB38}">
      <dsp:nvSpPr>
        <dsp:cNvPr id="0" name=""/>
        <dsp:cNvSpPr/>
      </dsp:nvSpPr>
      <dsp:spPr>
        <a:xfrm>
          <a:off x="6467061" y="1056732"/>
          <a:ext cx="5804290" cy="275373"/>
        </a:xfrm>
        <a:custGeom>
          <a:avLst/>
          <a:gdLst/>
          <a:ahLst/>
          <a:cxnLst/>
          <a:rect l="0" t="0" r="0" b="0"/>
          <a:pathLst>
            <a:path>
              <a:moveTo>
                <a:pt x="0" y="0"/>
              </a:moveTo>
              <a:lnTo>
                <a:pt x="0" y="137686"/>
              </a:lnTo>
              <a:lnTo>
                <a:pt x="5804290" y="137686"/>
              </a:lnTo>
              <a:lnTo>
                <a:pt x="5804290" y="2753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C9F83A-9BE3-4843-8EC4-ADDE4099B1AE}">
      <dsp:nvSpPr>
        <dsp:cNvPr id="0" name=""/>
        <dsp:cNvSpPr/>
      </dsp:nvSpPr>
      <dsp:spPr>
        <a:xfrm>
          <a:off x="9942061" y="1987756"/>
          <a:ext cx="233044" cy="4327293"/>
        </a:xfrm>
        <a:custGeom>
          <a:avLst/>
          <a:gdLst/>
          <a:ahLst/>
          <a:cxnLst/>
          <a:rect l="0" t="0" r="0" b="0"/>
          <a:pathLst>
            <a:path>
              <a:moveTo>
                <a:pt x="0" y="0"/>
              </a:moveTo>
              <a:lnTo>
                <a:pt x="0" y="4327293"/>
              </a:lnTo>
              <a:lnTo>
                <a:pt x="233044" y="43272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99FCE1-3881-46E1-B1AF-A1EA1D1A279D}">
      <dsp:nvSpPr>
        <dsp:cNvPr id="0" name=""/>
        <dsp:cNvSpPr/>
      </dsp:nvSpPr>
      <dsp:spPr>
        <a:xfrm>
          <a:off x="9942061" y="1987756"/>
          <a:ext cx="233044" cy="3396269"/>
        </a:xfrm>
        <a:custGeom>
          <a:avLst/>
          <a:gdLst/>
          <a:ahLst/>
          <a:cxnLst/>
          <a:rect l="0" t="0" r="0" b="0"/>
          <a:pathLst>
            <a:path>
              <a:moveTo>
                <a:pt x="0" y="0"/>
              </a:moveTo>
              <a:lnTo>
                <a:pt x="0" y="3396269"/>
              </a:lnTo>
              <a:lnTo>
                <a:pt x="233044" y="3396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765CF9-418A-4AF3-BFA2-CD1CF6A8725F}">
      <dsp:nvSpPr>
        <dsp:cNvPr id="0" name=""/>
        <dsp:cNvSpPr/>
      </dsp:nvSpPr>
      <dsp:spPr>
        <a:xfrm>
          <a:off x="9942061" y="1987756"/>
          <a:ext cx="233044" cy="2465245"/>
        </a:xfrm>
        <a:custGeom>
          <a:avLst/>
          <a:gdLst/>
          <a:ahLst/>
          <a:cxnLst/>
          <a:rect l="0" t="0" r="0" b="0"/>
          <a:pathLst>
            <a:path>
              <a:moveTo>
                <a:pt x="0" y="0"/>
              </a:moveTo>
              <a:lnTo>
                <a:pt x="0" y="2465245"/>
              </a:lnTo>
              <a:lnTo>
                <a:pt x="233044" y="24652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E0647B-DAF3-402F-BEAA-6C45EA942860}">
      <dsp:nvSpPr>
        <dsp:cNvPr id="0" name=""/>
        <dsp:cNvSpPr/>
      </dsp:nvSpPr>
      <dsp:spPr>
        <a:xfrm>
          <a:off x="9942061" y="1987756"/>
          <a:ext cx="233044" cy="1534222"/>
        </a:xfrm>
        <a:custGeom>
          <a:avLst/>
          <a:gdLst/>
          <a:ahLst/>
          <a:cxnLst/>
          <a:rect l="0" t="0" r="0" b="0"/>
          <a:pathLst>
            <a:path>
              <a:moveTo>
                <a:pt x="0" y="0"/>
              </a:moveTo>
              <a:lnTo>
                <a:pt x="0" y="1534222"/>
              </a:lnTo>
              <a:lnTo>
                <a:pt x="233044" y="15342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6F75C8-8D73-4617-A20C-1A203C28C579}">
      <dsp:nvSpPr>
        <dsp:cNvPr id="0" name=""/>
        <dsp:cNvSpPr/>
      </dsp:nvSpPr>
      <dsp:spPr>
        <a:xfrm>
          <a:off x="9942061" y="1987756"/>
          <a:ext cx="233044" cy="603198"/>
        </a:xfrm>
        <a:custGeom>
          <a:avLst/>
          <a:gdLst/>
          <a:ahLst/>
          <a:cxnLst/>
          <a:rect l="0" t="0" r="0" b="0"/>
          <a:pathLst>
            <a:path>
              <a:moveTo>
                <a:pt x="0" y="0"/>
              </a:moveTo>
              <a:lnTo>
                <a:pt x="0" y="603198"/>
              </a:lnTo>
              <a:lnTo>
                <a:pt x="233044" y="60319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F82EB5-E5C3-4855-A46F-95F86E4E955B}">
      <dsp:nvSpPr>
        <dsp:cNvPr id="0" name=""/>
        <dsp:cNvSpPr/>
      </dsp:nvSpPr>
      <dsp:spPr>
        <a:xfrm>
          <a:off x="6467061" y="1056732"/>
          <a:ext cx="4096451" cy="275373"/>
        </a:xfrm>
        <a:custGeom>
          <a:avLst/>
          <a:gdLst/>
          <a:ahLst/>
          <a:cxnLst/>
          <a:rect l="0" t="0" r="0" b="0"/>
          <a:pathLst>
            <a:path>
              <a:moveTo>
                <a:pt x="0" y="0"/>
              </a:moveTo>
              <a:lnTo>
                <a:pt x="0" y="137686"/>
              </a:lnTo>
              <a:lnTo>
                <a:pt x="4096451" y="137686"/>
              </a:lnTo>
              <a:lnTo>
                <a:pt x="4096451" y="2753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F143A8-3A17-410E-9AAF-DF5CEFCBB10D}">
      <dsp:nvSpPr>
        <dsp:cNvPr id="0" name=""/>
        <dsp:cNvSpPr/>
      </dsp:nvSpPr>
      <dsp:spPr>
        <a:xfrm>
          <a:off x="8331154" y="1987756"/>
          <a:ext cx="196695" cy="3396269"/>
        </a:xfrm>
        <a:custGeom>
          <a:avLst/>
          <a:gdLst/>
          <a:ahLst/>
          <a:cxnLst/>
          <a:rect l="0" t="0" r="0" b="0"/>
          <a:pathLst>
            <a:path>
              <a:moveTo>
                <a:pt x="0" y="0"/>
              </a:moveTo>
              <a:lnTo>
                <a:pt x="0" y="3396269"/>
              </a:lnTo>
              <a:lnTo>
                <a:pt x="196695" y="3396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0F5198-DA3C-4C95-896A-A6427945FFFE}">
      <dsp:nvSpPr>
        <dsp:cNvPr id="0" name=""/>
        <dsp:cNvSpPr/>
      </dsp:nvSpPr>
      <dsp:spPr>
        <a:xfrm>
          <a:off x="8331154" y="1987756"/>
          <a:ext cx="196695" cy="2465245"/>
        </a:xfrm>
        <a:custGeom>
          <a:avLst/>
          <a:gdLst/>
          <a:ahLst/>
          <a:cxnLst/>
          <a:rect l="0" t="0" r="0" b="0"/>
          <a:pathLst>
            <a:path>
              <a:moveTo>
                <a:pt x="0" y="0"/>
              </a:moveTo>
              <a:lnTo>
                <a:pt x="0" y="2465245"/>
              </a:lnTo>
              <a:lnTo>
                <a:pt x="196695" y="24652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5945E4-F5C8-4DF4-BD12-B6F3768766D3}">
      <dsp:nvSpPr>
        <dsp:cNvPr id="0" name=""/>
        <dsp:cNvSpPr/>
      </dsp:nvSpPr>
      <dsp:spPr>
        <a:xfrm>
          <a:off x="8331154" y="1987756"/>
          <a:ext cx="196695" cy="1534222"/>
        </a:xfrm>
        <a:custGeom>
          <a:avLst/>
          <a:gdLst/>
          <a:ahLst/>
          <a:cxnLst/>
          <a:rect l="0" t="0" r="0" b="0"/>
          <a:pathLst>
            <a:path>
              <a:moveTo>
                <a:pt x="0" y="0"/>
              </a:moveTo>
              <a:lnTo>
                <a:pt x="0" y="1534222"/>
              </a:lnTo>
              <a:lnTo>
                <a:pt x="196695" y="15342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4DFC81-A52E-404D-BDE4-C124B906E86F}">
      <dsp:nvSpPr>
        <dsp:cNvPr id="0" name=""/>
        <dsp:cNvSpPr/>
      </dsp:nvSpPr>
      <dsp:spPr>
        <a:xfrm>
          <a:off x="8331154" y="1987756"/>
          <a:ext cx="196695" cy="603198"/>
        </a:xfrm>
        <a:custGeom>
          <a:avLst/>
          <a:gdLst/>
          <a:ahLst/>
          <a:cxnLst/>
          <a:rect l="0" t="0" r="0" b="0"/>
          <a:pathLst>
            <a:path>
              <a:moveTo>
                <a:pt x="0" y="0"/>
              </a:moveTo>
              <a:lnTo>
                <a:pt x="0" y="603198"/>
              </a:lnTo>
              <a:lnTo>
                <a:pt x="196695" y="60319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B14E8E-84D3-4EB3-A014-50662E4AA96E}">
      <dsp:nvSpPr>
        <dsp:cNvPr id="0" name=""/>
        <dsp:cNvSpPr/>
      </dsp:nvSpPr>
      <dsp:spPr>
        <a:xfrm>
          <a:off x="6467061" y="1056732"/>
          <a:ext cx="2388613" cy="275373"/>
        </a:xfrm>
        <a:custGeom>
          <a:avLst/>
          <a:gdLst/>
          <a:ahLst/>
          <a:cxnLst/>
          <a:rect l="0" t="0" r="0" b="0"/>
          <a:pathLst>
            <a:path>
              <a:moveTo>
                <a:pt x="0" y="0"/>
              </a:moveTo>
              <a:lnTo>
                <a:pt x="0" y="137686"/>
              </a:lnTo>
              <a:lnTo>
                <a:pt x="2388613" y="137686"/>
              </a:lnTo>
              <a:lnTo>
                <a:pt x="2388613" y="2753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596ADF-3283-49E2-AF85-AA8889C6F42D}">
      <dsp:nvSpPr>
        <dsp:cNvPr id="0" name=""/>
        <dsp:cNvSpPr/>
      </dsp:nvSpPr>
      <dsp:spPr>
        <a:xfrm>
          <a:off x="6510900" y="1987756"/>
          <a:ext cx="235625" cy="3396269"/>
        </a:xfrm>
        <a:custGeom>
          <a:avLst/>
          <a:gdLst/>
          <a:ahLst/>
          <a:cxnLst/>
          <a:rect l="0" t="0" r="0" b="0"/>
          <a:pathLst>
            <a:path>
              <a:moveTo>
                <a:pt x="0" y="0"/>
              </a:moveTo>
              <a:lnTo>
                <a:pt x="0" y="3396269"/>
              </a:lnTo>
              <a:lnTo>
                <a:pt x="235625" y="3396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65D385-8DED-4F9F-B40E-E6158280FE3B}">
      <dsp:nvSpPr>
        <dsp:cNvPr id="0" name=""/>
        <dsp:cNvSpPr/>
      </dsp:nvSpPr>
      <dsp:spPr>
        <a:xfrm>
          <a:off x="6510900" y="1987756"/>
          <a:ext cx="235625" cy="2465245"/>
        </a:xfrm>
        <a:custGeom>
          <a:avLst/>
          <a:gdLst/>
          <a:ahLst/>
          <a:cxnLst/>
          <a:rect l="0" t="0" r="0" b="0"/>
          <a:pathLst>
            <a:path>
              <a:moveTo>
                <a:pt x="0" y="0"/>
              </a:moveTo>
              <a:lnTo>
                <a:pt x="0" y="2465245"/>
              </a:lnTo>
              <a:lnTo>
                <a:pt x="235625" y="24652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8C6742-43C7-47CE-9BD4-AC9A433CD1E8}">
      <dsp:nvSpPr>
        <dsp:cNvPr id="0" name=""/>
        <dsp:cNvSpPr/>
      </dsp:nvSpPr>
      <dsp:spPr>
        <a:xfrm>
          <a:off x="6510900" y="1987756"/>
          <a:ext cx="235625" cy="1534222"/>
        </a:xfrm>
        <a:custGeom>
          <a:avLst/>
          <a:gdLst/>
          <a:ahLst/>
          <a:cxnLst/>
          <a:rect l="0" t="0" r="0" b="0"/>
          <a:pathLst>
            <a:path>
              <a:moveTo>
                <a:pt x="0" y="0"/>
              </a:moveTo>
              <a:lnTo>
                <a:pt x="0" y="1534222"/>
              </a:lnTo>
              <a:lnTo>
                <a:pt x="235625" y="15342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63747A-BE5D-4D18-8ED5-8EDEF7A07E52}">
      <dsp:nvSpPr>
        <dsp:cNvPr id="0" name=""/>
        <dsp:cNvSpPr/>
      </dsp:nvSpPr>
      <dsp:spPr>
        <a:xfrm>
          <a:off x="6510900" y="1987756"/>
          <a:ext cx="235625" cy="603198"/>
        </a:xfrm>
        <a:custGeom>
          <a:avLst/>
          <a:gdLst/>
          <a:ahLst/>
          <a:cxnLst/>
          <a:rect l="0" t="0" r="0" b="0"/>
          <a:pathLst>
            <a:path>
              <a:moveTo>
                <a:pt x="0" y="0"/>
              </a:moveTo>
              <a:lnTo>
                <a:pt x="0" y="603198"/>
              </a:lnTo>
              <a:lnTo>
                <a:pt x="235625" y="60319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1550F0-ECBA-4E83-98B5-BAC138111481}">
      <dsp:nvSpPr>
        <dsp:cNvPr id="0" name=""/>
        <dsp:cNvSpPr/>
      </dsp:nvSpPr>
      <dsp:spPr>
        <a:xfrm>
          <a:off x="6467061" y="1056732"/>
          <a:ext cx="672172" cy="275373"/>
        </a:xfrm>
        <a:custGeom>
          <a:avLst/>
          <a:gdLst/>
          <a:ahLst/>
          <a:cxnLst/>
          <a:rect l="0" t="0" r="0" b="0"/>
          <a:pathLst>
            <a:path>
              <a:moveTo>
                <a:pt x="0" y="0"/>
              </a:moveTo>
              <a:lnTo>
                <a:pt x="0" y="137686"/>
              </a:lnTo>
              <a:lnTo>
                <a:pt x="672172" y="137686"/>
              </a:lnTo>
              <a:lnTo>
                <a:pt x="672172" y="2753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A74ED7-53A0-40F1-9B9C-6F7B0B63F9F2}">
      <dsp:nvSpPr>
        <dsp:cNvPr id="0" name=""/>
        <dsp:cNvSpPr/>
      </dsp:nvSpPr>
      <dsp:spPr>
        <a:xfrm>
          <a:off x="4898273" y="1987756"/>
          <a:ext cx="196695" cy="4327293"/>
        </a:xfrm>
        <a:custGeom>
          <a:avLst/>
          <a:gdLst/>
          <a:ahLst/>
          <a:cxnLst/>
          <a:rect l="0" t="0" r="0" b="0"/>
          <a:pathLst>
            <a:path>
              <a:moveTo>
                <a:pt x="0" y="0"/>
              </a:moveTo>
              <a:lnTo>
                <a:pt x="0" y="4327293"/>
              </a:lnTo>
              <a:lnTo>
                <a:pt x="196695" y="43272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3280FC-4F2B-4C64-938D-FF2AC6BFC992}">
      <dsp:nvSpPr>
        <dsp:cNvPr id="0" name=""/>
        <dsp:cNvSpPr/>
      </dsp:nvSpPr>
      <dsp:spPr>
        <a:xfrm>
          <a:off x="4898273" y="1987756"/>
          <a:ext cx="196695" cy="3396269"/>
        </a:xfrm>
        <a:custGeom>
          <a:avLst/>
          <a:gdLst/>
          <a:ahLst/>
          <a:cxnLst/>
          <a:rect l="0" t="0" r="0" b="0"/>
          <a:pathLst>
            <a:path>
              <a:moveTo>
                <a:pt x="0" y="0"/>
              </a:moveTo>
              <a:lnTo>
                <a:pt x="0" y="3396269"/>
              </a:lnTo>
              <a:lnTo>
                <a:pt x="196695" y="3396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8D0450-6F5C-4406-A1F1-FCDD63267971}">
      <dsp:nvSpPr>
        <dsp:cNvPr id="0" name=""/>
        <dsp:cNvSpPr/>
      </dsp:nvSpPr>
      <dsp:spPr>
        <a:xfrm>
          <a:off x="4898273" y="1987756"/>
          <a:ext cx="196695" cy="2465245"/>
        </a:xfrm>
        <a:custGeom>
          <a:avLst/>
          <a:gdLst/>
          <a:ahLst/>
          <a:cxnLst/>
          <a:rect l="0" t="0" r="0" b="0"/>
          <a:pathLst>
            <a:path>
              <a:moveTo>
                <a:pt x="0" y="0"/>
              </a:moveTo>
              <a:lnTo>
                <a:pt x="0" y="2465245"/>
              </a:lnTo>
              <a:lnTo>
                <a:pt x="196695" y="24652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6C8EC2-CAA8-430A-A10A-7D728D3747B8}">
      <dsp:nvSpPr>
        <dsp:cNvPr id="0" name=""/>
        <dsp:cNvSpPr/>
      </dsp:nvSpPr>
      <dsp:spPr>
        <a:xfrm>
          <a:off x="4898273" y="1987756"/>
          <a:ext cx="196695" cy="1534222"/>
        </a:xfrm>
        <a:custGeom>
          <a:avLst/>
          <a:gdLst/>
          <a:ahLst/>
          <a:cxnLst/>
          <a:rect l="0" t="0" r="0" b="0"/>
          <a:pathLst>
            <a:path>
              <a:moveTo>
                <a:pt x="0" y="0"/>
              </a:moveTo>
              <a:lnTo>
                <a:pt x="0" y="1534222"/>
              </a:lnTo>
              <a:lnTo>
                <a:pt x="196695" y="15342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3FAD2C-C9D8-4081-B134-98643EBF1EEF}">
      <dsp:nvSpPr>
        <dsp:cNvPr id="0" name=""/>
        <dsp:cNvSpPr/>
      </dsp:nvSpPr>
      <dsp:spPr>
        <a:xfrm>
          <a:off x="4898273" y="1987756"/>
          <a:ext cx="196695" cy="603198"/>
        </a:xfrm>
        <a:custGeom>
          <a:avLst/>
          <a:gdLst/>
          <a:ahLst/>
          <a:cxnLst/>
          <a:rect l="0" t="0" r="0" b="0"/>
          <a:pathLst>
            <a:path>
              <a:moveTo>
                <a:pt x="0" y="0"/>
              </a:moveTo>
              <a:lnTo>
                <a:pt x="0" y="603198"/>
              </a:lnTo>
              <a:lnTo>
                <a:pt x="196695" y="60319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08E50CD-B594-4932-9ECB-7E1ED1F3B14A}">
      <dsp:nvSpPr>
        <dsp:cNvPr id="0" name=""/>
        <dsp:cNvSpPr/>
      </dsp:nvSpPr>
      <dsp:spPr>
        <a:xfrm>
          <a:off x="5422793" y="1056732"/>
          <a:ext cx="1044267" cy="275373"/>
        </a:xfrm>
        <a:custGeom>
          <a:avLst/>
          <a:gdLst/>
          <a:ahLst/>
          <a:cxnLst/>
          <a:rect l="0" t="0" r="0" b="0"/>
          <a:pathLst>
            <a:path>
              <a:moveTo>
                <a:pt x="1044267" y="0"/>
              </a:moveTo>
              <a:lnTo>
                <a:pt x="1044267" y="137686"/>
              </a:lnTo>
              <a:lnTo>
                <a:pt x="0" y="137686"/>
              </a:lnTo>
              <a:lnTo>
                <a:pt x="0" y="2753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5F694A-6AAE-4020-A968-1B5097BE1E0C}">
      <dsp:nvSpPr>
        <dsp:cNvPr id="0" name=""/>
        <dsp:cNvSpPr/>
      </dsp:nvSpPr>
      <dsp:spPr>
        <a:xfrm>
          <a:off x="3311599" y="1987756"/>
          <a:ext cx="196695" cy="4327293"/>
        </a:xfrm>
        <a:custGeom>
          <a:avLst/>
          <a:gdLst/>
          <a:ahLst/>
          <a:cxnLst/>
          <a:rect l="0" t="0" r="0" b="0"/>
          <a:pathLst>
            <a:path>
              <a:moveTo>
                <a:pt x="0" y="0"/>
              </a:moveTo>
              <a:lnTo>
                <a:pt x="0" y="4327293"/>
              </a:lnTo>
              <a:lnTo>
                <a:pt x="196695" y="43272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38A5FE-17CC-47FD-8C3B-BDFEADBE5476}">
      <dsp:nvSpPr>
        <dsp:cNvPr id="0" name=""/>
        <dsp:cNvSpPr/>
      </dsp:nvSpPr>
      <dsp:spPr>
        <a:xfrm>
          <a:off x="3311599" y="1987756"/>
          <a:ext cx="196695" cy="3396269"/>
        </a:xfrm>
        <a:custGeom>
          <a:avLst/>
          <a:gdLst/>
          <a:ahLst/>
          <a:cxnLst/>
          <a:rect l="0" t="0" r="0" b="0"/>
          <a:pathLst>
            <a:path>
              <a:moveTo>
                <a:pt x="0" y="0"/>
              </a:moveTo>
              <a:lnTo>
                <a:pt x="0" y="3396269"/>
              </a:lnTo>
              <a:lnTo>
                <a:pt x="196695" y="3396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7719F7-D410-469C-9AD1-FCADCE82144D}">
      <dsp:nvSpPr>
        <dsp:cNvPr id="0" name=""/>
        <dsp:cNvSpPr/>
      </dsp:nvSpPr>
      <dsp:spPr>
        <a:xfrm>
          <a:off x="3311599" y="1987756"/>
          <a:ext cx="196695" cy="2465245"/>
        </a:xfrm>
        <a:custGeom>
          <a:avLst/>
          <a:gdLst/>
          <a:ahLst/>
          <a:cxnLst/>
          <a:rect l="0" t="0" r="0" b="0"/>
          <a:pathLst>
            <a:path>
              <a:moveTo>
                <a:pt x="0" y="0"/>
              </a:moveTo>
              <a:lnTo>
                <a:pt x="0" y="2465245"/>
              </a:lnTo>
              <a:lnTo>
                <a:pt x="196695" y="24652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321F9C-47C9-4674-A883-61D05FABC84A}">
      <dsp:nvSpPr>
        <dsp:cNvPr id="0" name=""/>
        <dsp:cNvSpPr/>
      </dsp:nvSpPr>
      <dsp:spPr>
        <a:xfrm>
          <a:off x="3311599" y="1987756"/>
          <a:ext cx="196695" cy="1534222"/>
        </a:xfrm>
        <a:custGeom>
          <a:avLst/>
          <a:gdLst/>
          <a:ahLst/>
          <a:cxnLst/>
          <a:rect l="0" t="0" r="0" b="0"/>
          <a:pathLst>
            <a:path>
              <a:moveTo>
                <a:pt x="0" y="0"/>
              </a:moveTo>
              <a:lnTo>
                <a:pt x="0" y="1534222"/>
              </a:lnTo>
              <a:lnTo>
                <a:pt x="196695" y="15342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9118D0-C708-4516-9DBE-A7D8D4A3D2ED}">
      <dsp:nvSpPr>
        <dsp:cNvPr id="0" name=""/>
        <dsp:cNvSpPr/>
      </dsp:nvSpPr>
      <dsp:spPr>
        <a:xfrm>
          <a:off x="3311599" y="1987756"/>
          <a:ext cx="196695" cy="603198"/>
        </a:xfrm>
        <a:custGeom>
          <a:avLst/>
          <a:gdLst/>
          <a:ahLst/>
          <a:cxnLst/>
          <a:rect l="0" t="0" r="0" b="0"/>
          <a:pathLst>
            <a:path>
              <a:moveTo>
                <a:pt x="0" y="0"/>
              </a:moveTo>
              <a:lnTo>
                <a:pt x="0" y="603198"/>
              </a:lnTo>
              <a:lnTo>
                <a:pt x="196695" y="60319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714579-13E3-4A8D-91BC-BA877185B65D}">
      <dsp:nvSpPr>
        <dsp:cNvPr id="0" name=""/>
        <dsp:cNvSpPr/>
      </dsp:nvSpPr>
      <dsp:spPr>
        <a:xfrm>
          <a:off x="3836119" y="1056732"/>
          <a:ext cx="2630941" cy="275373"/>
        </a:xfrm>
        <a:custGeom>
          <a:avLst/>
          <a:gdLst/>
          <a:ahLst/>
          <a:cxnLst/>
          <a:rect l="0" t="0" r="0" b="0"/>
          <a:pathLst>
            <a:path>
              <a:moveTo>
                <a:pt x="2630941" y="0"/>
              </a:moveTo>
              <a:lnTo>
                <a:pt x="2630941" y="137686"/>
              </a:lnTo>
              <a:lnTo>
                <a:pt x="0" y="137686"/>
              </a:lnTo>
              <a:lnTo>
                <a:pt x="0" y="2753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AFDB8C-4CD3-4E40-956C-BA310AAF76FC}">
      <dsp:nvSpPr>
        <dsp:cNvPr id="0" name=""/>
        <dsp:cNvSpPr/>
      </dsp:nvSpPr>
      <dsp:spPr>
        <a:xfrm>
          <a:off x="1724924" y="1987756"/>
          <a:ext cx="196695" cy="4327293"/>
        </a:xfrm>
        <a:custGeom>
          <a:avLst/>
          <a:gdLst/>
          <a:ahLst/>
          <a:cxnLst/>
          <a:rect l="0" t="0" r="0" b="0"/>
          <a:pathLst>
            <a:path>
              <a:moveTo>
                <a:pt x="0" y="0"/>
              </a:moveTo>
              <a:lnTo>
                <a:pt x="0" y="4327293"/>
              </a:lnTo>
              <a:lnTo>
                <a:pt x="196695" y="43272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06FE72-C974-4E8F-9B53-B833CB27B917}">
      <dsp:nvSpPr>
        <dsp:cNvPr id="0" name=""/>
        <dsp:cNvSpPr/>
      </dsp:nvSpPr>
      <dsp:spPr>
        <a:xfrm>
          <a:off x="1724924" y="1987756"/>
          <a:ext cx="196695" cy="3396269"/>
        </a:xfrm>
        <a:custGeom>
          <a:avLst/>
          <a:gdLst/>
          <a:ahLst/>
          <a:cxnLst/>
          <a:rect l="0" t="0" r="0" b="0"/>
          <a:pathLst>
            <a:path>
              <a:moveTo>
                <a:pt x="0" y="0"/>
              </a:moveTo>
              <a:lnTo>
                <a:pt x="0" y="3396269"/>
              </a:lnTo>
              <a:lnTo>
                <a:pt x="196695" y="3396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E8E187-BF86-4BD3-9205-BD0BF3FA1F04}">
      <dsp:nvSpPr>
        <dsp:cNvPr id="0" name=""/>
        <dsp:cNvSpPr/>
      </dsp:nvSpPr>
      <dsp:spPr>
        <a:xfrm>
          <a:off x="1724924" y="1987756"/>
          <a:ext cx="196695" cy="2465245"/>
        </a:xfrm>
        <a:custGeom>
          <a:avLst/>
          <a:gdLst/>
          <a:ahLst/>
          <a:cxnLst/>
          <a:rect l="0" t="0" r="0" b="0"/>
          <a:pathLst>
            <a:path>
              <a:moveTo>
                <a:pt x="0" y="0"/>
              </a:moveTo>
              <a:lnTo>
                <a:pt x="0" y="2465245"/>
              </a:lnTo>
              <a:lnTo>
                <a:pt x="196695" y="24652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22DA83-8210-43B0-80A3-B868334F52BF}">
      <dsp:nvSpPr>
        <dsp:cNvPr id="0" name=""/>
        <dsp:cNvSpPr/>
      </dsp:nvSpPr>
      <dsp:spPr>
        <a:xfrm>
          <a:off x="1724924" y="1987756"/>
          <a:ext cx="196695" cy="1534222"/>
        </a:xfrm>
        <a:custGeom>
          <a:avLst/>
          <a:gdLst/>
          <a:ahLst/>
          <a:cxnLst/>
          <a:rect l="0" t="0" r="0" b="0"/>
          <a:pathLst>
            <a:path>
              <a:moveTo>
                <a:pt x="0" y="0"/>
              </a:moveTo>
              <a:lnTo>
                <a:pt x="0" y="1534222"/>
              </a:lnTo>
              <a:lnTo>
                <a:pt x="196695" y="15342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E7BA97-AD82-4B00-AF3A-7C303BCAF243}">
      <dsp:nvSpPr>
        <dsp:cNvPr id="0" name=""/>
        <dsp:cNvSpPr/>
      </dsp:nvSpPr>
      <dsp:spPr>
        <a:xfrm>
          <a:off x="1724924" y="1987756"/>
          <a:ext cx="196695" cy="603198"/>
        </a:xfrm>
        <a:custGeom>
          <a:avLst/>
          <a:gdLst/>
          <a:ahLst/>
          <a:cxnLst/>
          <a:rect l="0" t="0" r="0" b="0"/>
          <a:pathLst>
            <a:path>
              <a:moveTo>
                <a:pt x="0" y="0"/>
              </a:moveTo>
              <a:lnTo>
                <a:pt x="0" y="603198"/>
              </a:lnTo>
              <a:lnTo>
                <a:pt x="196695" y="60319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3F1117-AC87-4D9B-B401-E9E301C313BF}">
      <dsp:nvSpPr>
        <dsp:cNvPr id="0" name=""/>
        <dsp:cNvSpPr/>
      </dsp:nvSpPr>
      <dsp:spPr>
        <a:xfrm>
          <a:off x="2249445" y="1056732"/>
          <a:ext cx="4217616" cy="275373"/>
        </a:xfrm>
        <a:custGeom>
          <a:avLst/>
          <a:gdLst/>
          <a:ahLst/>
          <a:cxnLst/>
          <a:rect l="0" t="0" r="0" b="0"/>
          <a:pathLst>
            <a:path>
              <a:moveTo>
                <a:pt x="4217616" y="0"/>
              </a:moveTo>
              <a:lnTo>
                <a:pt x="4217616" y="137686"/>
              </a:lnTo>
              <a:lnTo>
                <a:pt x="0" y="137686"/>
              </a:lnTo>
              <a:lnTo>
                <a:pt x="0" y="2753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940EC3-D73C-458F-8154-F8E93204585A}">
      <dsp:nvSpPr>
        <dsp:cNvPr id="0" name=""/>
        <dsp:cNvSpPr/>
      </dsp:nvSpPr>
      <dsp:spPr>
        <a:xfrm>
          <a:off x="138250" y="1987756"/>
          <a:ext cx="196695" cy="4327293"/>
        </a:xfrm>
        <a:custGeom>
          <a:avLst/>
          <a:gdLst/>
          <a:ahLst/>
          <a:cxnLst/>
          <a:rect l="0" t="0" r="0" b="0"/>
          <a:pathLst>
            <a:path>
              <a:moveTo>
                <a:pt x="0" y="0"/>
              </a:moveTo>
              <a:lnTo>
                <a:pt x="0" y="4327293"/>
              </a:lnTo>
              <a:lnTo>
                <a:pt x="196695" y="43272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360D9D-30B3-4C27-9777-9B4054DEF233}">
      <dsp:nvSpPr>
        <dsp:cNvPr id="0" name=""/>
        <dsp:cNvSpPr/>
      </dsp:nvSpPr>
      <dsp:spPr>
        <a:xfrm>
          <a:off x="138250" y="1987756"/>
          <a:ext cx="196695" cy="3396269"/>
        </a:xfrm>
        <a:custGeom>
          <a:avLst/>
          <a:gdLst/>
          <a:ahLst/>
          <a:cxnLst/>
          <a:rect l="0" t="0" r="0" b="0"/>
          <a:pathLst>
            <a:path>
              <a:moveTo>
                <a:pt x="0" y="0"/>
              </a:moveTo>
              <a:lnTo>
                <a:pt x="0" y="3396269"/>
              </a:lnTo>
              <a:lnTo>
                <a:pt x="196695" y="33962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111A27-C693-4C34-89CB-37E02944910F}">
      <dsp:nvSpPr>
        <dsp:cNvPr id="0" name=""/>
        <dsp:cNvSpPr/>
      </dsp:nvSpPr>
      <dsp:spPr>
        <a:xfrm>
          <a:off x="138250" y="1987756"/>
          <a:ext cx="196695" cy="2465245"/>
        </a:xfrm>
        <a:custGeom>
          <a:avLst/>
          <a:gdLst/>
          <a:ahLst/>
          <a:cxnLst/>
          <a:rect l="0" t="0" r="0" b="0"/>
          <a:pathLst>
            <a:path>
              <a:moveTo>
                <a:pt x="0" y="0"/>
              </a:moveTo>
              <a:lnTo>
                <a:pt x="0" y="2465245"/>
              </a:lnTo>
              <a:lnTo>
                <a:pt x="196695" y="24652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CCD61C-44E6-4A85-B733-670E93B0BD6B}">
      <dsp:nvSpPr>
        <dsp:cNvPr id="0" name=""/>
        <dsp:cNvSpPr/>
      </dsp:nvSpPr>
      <dsp:spPr>
        <a:xfrm>
          <a:off x="138250" y="1987756"/>
          <a:ext cx="196695" cy="1534222"/>
        </a:xfrm>
        <a:custGeom>
          <a:avLst/>
          <a:gdLst/>
          <a:ahLst/>
          <a:cxnLst/>
          <a:rect l="0" t="0" r="0" b="0"/>
          <a:pathLst>
            <a:path>
              <a:moveTo>
                <a:pt x="0" y="0"/>
              </a:moveTo>
              <a:lnTo>
                <a:pt x="0" y="1534222"/>
              </a:lnTo>
              <a:lnTo>
                <a:pt x="196695" y="15342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AD1865-22AB-4D74-B2C3-05C5D435B85E}">
      <dsp:nvSpPr>
        <dsp:cNvPr id="0" name=""/>
        <dsp:cNvSpPr/>
      </dsp:nvSpPr>
      <dsp:spPr>
        <a:xfrm>
          <a:off x="138250" y="1987756"/>
          <a:ext cx="196695" cy="603198"/>
        </a:xfrm>
        <a:custGeom>
          <a:avLst/>
          <a:gdLst/>
          <a:ahLst/>
          <a:cxnLst/>
          <a:rect l="0" t="0" r="0" b="0"/>
          <a:pathLst>
            <a:path>
              <a:moveTo>
                <a:pt x="0" y="0"/>
              </a:moveTo>
              <a:lnTo>
                <a:pt x="0" y="603198"/>
              </a:lnTo>
              <a:lnTo>
                <a:pt x="196695" y="60319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1C8542-226F-4A25-BEEA-85F3628475FF}">
      <dsp:nvSpPr>
        <dsp:cNvPr id="0" name=""/>
        <dsp:cNvSpPr/>
      </dsp:nvSpPr>
      <dsp:spPr>
        <a:xfrm>
          <a:off x="662771" y="1056732"/>
          <a:ext cx="5804290" cy="275373"/>
        </a:xfrm>
        <a:custGeom>
          <a:avLst/>
          <a:gdLst/>
          <a:ahLst/>
          <a:cxnLst/>
          <a:rect l="0" t="0" r="0" b="0"/>
          <a:pathLst>
            <a:path>
              <a:moveTo>
                <a:pt x="5804290" y="0"/>
              </a:moveTo>
              <a:lnTo>
                <a:pt x="5804290" y="137686"/>
              </a:lnTo>
              <a:lnTo>
                <a:pt x="0" y="137686"/>
              </a:lnTo>
              <a:lnTo>
                <a:pt x="0" y="2753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4DF25-0A3A-456A-96B8-E9C9794D3FE1}">
      <dsp:nvSpPr>
        <dsp:cNvPr id="0" name=""/>
        <dsp:cNvSpPr/>
      </dsp:nvSpPr>
      <dsp:spPr>
        <a:xfrm>
          <a:off x="2330759" y="401082"/>
          <a:ext cx="8272604" cy="6556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a:t>Impact of Online and Offline Education on Student Performance and Engagement</a:t>
          </a:r>
        </a:p>
      </dsp:txBody>
      <dsp:txXfrm>
        <a:off x="2362765" y="433088"/>
        <a:ext cx="8208592" cy="591638"/>
      </dsp:txXfrm>
    </dsp:sp>
    <dsp:sp modelId="{1B0D4884-6680-481A-AD23-541ED3CB4EB9}">
      <dsp:nvSpPr>
        <dsp:cNvPr id="0" name=""/>
        <dsp:cNvSpPr/>
      </dsp:nvSpPr>
      <dsp:spPr>
        <a:xfrm>
          <a:off x="7120" y="1332105"/>
          <a:ext cx="1311301" cy="6556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Planning and Initiation</a:t>
          </a:r>
        </a:p>
      </dsp:txBody>
      <dsp:txXfrm>
        <a:off x="199156" y="1428123"/>
        <a:ext cx="927229" cy="463614"/>
      </dsp:txXfrm>
    </dsp:sp>
    <dsp:sp modelId="{DE0AC6A7-8CD2-4232-A149-D7C9C0E52682}">
      <dsp:nvSpPr>
        <dsp:cNvPr id="0" name=""/>
        <dsp:cNvSpPr/>
      </dsp:nvSpPr>
      <dsp:spPr>
        <a:xfrm>
          <a:off x="334945" y="2263129"/>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Define project scope and objectives</a:t>
          </a:r>
        </a:p>
      </dsp:txBody>
      <dsp:txXfrm>
        <a:off x="334945" y="2263129"/>
        <a:ext cx="1311301" cy="655650"/>
      </dsp:txXfrm>
    </dsp:sp>
    <dsp:sp modelId="{8BB0B4CA-D559-46EC-A72E-000F4117677A}">
      <dsp:nvSpPr>
        <dsp:cNvPr id="0" name=""/>
        <dsp:cNvSpPr/>
      </dsp:nvSpPr>
      <dsp:spPr>
        <a:xfrm>
          <a:off x="334945" y="3194153"/>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Identify stakeholders</a:t>
          </a:r>
        </a:p>
      </dsp:txBody>
      <dsp:txXfrm>
        <a:off x="334945" y="3194153"/>
        <a:ext cx="1311301" cy="655650"/>
      </dsp:txXfrm>
    </dsp:sp>
    <dsp:sp modelId="{0CB1CADB-846A-4518-89F9-0CF5FEFB53B5}">
      <dsp:nvSpPr>
        <dsp:cNvPr id="0" name=""/>
        <dsp:cNvSpPr/>
      </dsp:nvSpPr>
      <dsp:spPr>
        <a:xfrm>
          <a:off x="334945" y="4125176"/>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Create initial schedule and budget estimates</a:t>
          </a:r>
        </a:p>
      </dsp:txBody>
      <dsp:txXfrm>
        <a:off x="334945" y="4125176"/>
        <a:ext cx="1311301" cy="655650"/>
      </dsp:txXfrm>
    </dsp:sp>
    <dsp:sp modelId="{472CEE55-E35F-49FC-B57C-9FE2338D021D}">
      <dsp:nvSpPr>
        <dsp:cNvPr id="0" name=""/>
        <dsp:cNvSpPr/>
      </dsp:nvSpPr>
      <dsp:spPr>
        <a:xfrm>
          <a:off x="334945" y="5056200"/>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Conduct risk analysis and mitigation planning</a:t>
          </a:r>
        </a:p>
      </dsp:txBody>
      <dsp:txXfrm>
        <a:off x="334945" y="5056200"/>
        <a:ext cx="1311301" cy="655650"/>
      </dsp:txXfrm>
    </dsp:sp>
    <dsp:sp modelId="{5F93B30A-A311-4DFC-9620-D97F290C406C}">
      <dsp:nvSpPr>
        <dsp:cNvPr id="0" name=""/>
        <dsp:cNvSpPr/>
      </dsp:nvSpPr>
      <dsp:spPr>
        <a:xfrm>
          <a:off x="334945" y="5987224"/>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Secure necessary resources (tool, software, personnel)</a:t>
          </a:r>
        </a:p>
      </dsp:txBody>
      <dsp:txXfrm>
        <a:off x="334945" y="5987224"/>
        <a:ext cx="1311301" cy="655650"/>
      </dsp:txXfrm>
    </dsp:sp>
    <dsp:sp modelId="{D28FF8E2-E43D-4572-B97B-F39C7FCC14A2}">
      <dsp:nvSpPr>
        <dsp:cNvPr id="0" name=""/>
        <dsp:cNvSpPr/>
      </dsp:nvSpPr>
      <dsp:spPr>
        <a:xfrm>
          <a:off x="1593794" y="1332105"/>
          <a:ext cx="1311301" cy="6556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Requirements Analysis</a:t>
          </a:r>
        </a:p>
      </dsp:txBody>
      <dsp:txXfrm>
        <a:off x="1785830" y="1428123"/>
        <a:ext cx="927229" cy="463614"/>
      </dsp:txXfrm>
    </dsp:sp>
    <dsp:sp modelId="{36AF843F-8FE9-4DF3-844A-24D0A5D656AF}">
      <dsp:nvSpPr>
        <dsp:cNvPr id="0" name=""/>
        <dsp:cNvSpPr/>
      </dsp:nvSpPr>
      <dsp:spPr>
        <a:xfrm>
          <a:off x="1921620" y="2263129"/>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Conduct stakeholder interviews</a:t>
          </a:r>
        </a:p>
      </dsp:txBody>
      <dsp:txXfrm>
        <a:off x="1921620" y="2263129"/>
        <a:ext cx="1311301" cy="655650"/>
      </dsp:txXfrm>
    </dsp:sp>
    <dsp:sp modelId="{CCA54901-34D1-4E12-A228-D671426EDDCF}">
      <dsp:nvSpPr>
        <dsp:cNvPr id="0" name=""/>
        <dsp:cNvSpPr/>
      </dsp:nvSpPr>
      <dsp:spPr>
        <a:xfrm>
          <a:off x="1921620" y="3194153"/>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Define data requirements</a:t>
          </a:r>
        </a:p>
      </dsp:txBody>
      <dsp:txXfrm>
        <a:off x="1921620" y="3194153"/>
        <a:ext cx="1311301" cy="655650"/>
      </dsp:txXfrm>
    </dsp:sp>
    <dsp:sp modelId="{0B444E69-F3DB-4AE5-9E13-6C8038D2EC81}">
      <dsp:nvSpPr>
        <dsp:cNvPr id="0" name=""/>
        <dsp:cNvSpPr/>
      </dsp:nvSpPr>
      <dsp:spPr>
        <a:xfrm>
          <a:off x="1921620" y="4125176"/>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Develop a data collection strategy</a:t>
          </a:r>
        </a:p>
      </dsp:txBody>
      <dsp:txXfrm>
        <a:off x="1921620" y="4125176"/>
        <a:ext cx="1311301" cy="655650"/>
      </dsp:txXfrm>
    </dsp:sp>
    <dsp:sp modelId="{66623C35-EC9F-43C7-95F7-AF331FB7ACD5}">
      <dsp:nvSpPr>
        <dsp:cNvPr id="0" name=""/>
        <dsp:cNvSpPr/>
      </dsp:nvSpPr>
      <dsp:spPr>
        <a:xfrm>
          <a:off x="1921620" y="5056200"/>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Create a project requirements document</a:t>
          </a:r>
        </a:p>
      </dsp:txBody>
      <dsp:txXfrm>
        <a:off x="1921620" y="5056200"/>
        <a:ext cx="1311301" cy="655650"/>
      </dsp:txXfrm>
    </dsp:sp>
    <dsp:sp modelId="{A329E97D-DFBA-496E-8848-A8E8865F17C1}">
      <dsp:nvSpPr>
        <dsp:cNvPr id="0" name=""/>
        <dsp:cNvSpPr/>
      </dsp:nvSpPr>
      <dsp:spPr>
        <a:xfrm>
          <a:off x="1921620" y="5987224"/>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Validate requrements with stakeholders</a:t>
          </a:r>
        </a:p>
      </dsp:txBody>
      <dsp:txXfrm>
        <a:off x="1921620" y="5987224"/>
        <a:ext cx="1311301" cy="655650"/>
      </dsp:txXfrm>
    </dsp:sp>
    <dsp:sp modelId="{5E5ECEFB-FCA1-46C7-9188-7948BD3BDF83}">
      <dsp:nvSpPr>
        <dsp:cNvPr id="0" name=""/>
        <dsp:cNvSpPr/>
      </dsp:nvSpPr>
      <dsp:spPr>
        <a:xfrm>
          <a:off x="3180468" y="1332105"/>
          <a:ext cx="1311301" cy="6556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Data Gathering and Preprocessing</a:t>
          </a:r>
        </a:p>
      </dsp:txBody>
      <dsp:txXfrm>
        <a:off x="3372504" y="1428123"/>
        <a:ext cx="927229" cy="463614"/>
      </dsp:txXfrm>
    </dsp:sp>
    <dsp:sp modelId="{305A5079-42DE-44A3-BC84-16FFCB68ACCF}">
      <dsp:nvSpPr>
        <dsp:cNvPr id="0" name=""/>
        <dsp:cNvSpPr/>
      </dsp:nvSpPr>
      <dsp:spPr>
        <a:xfrm>
          <a:off x="3508294" y="2263129"/>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Design survey forms</a:t>
          </a:r>
        </a:p>
      </dsp:txBody>
      <dsp:txXfrm>
        <a:off x="3508294" y="2263129"/>
        <a:ext cx="1311301" cy="655650"/>
      </dsp:txXfrm>
    </dsp:sp>
    <dsp:sp modelId="{6E0E370F-4C65-41D5-9304-A8F0E6D07645}">
      <dsp:nvSpPr>
        <dsp:cNvPr id="0" name=""/>
        <dsp:cNvSpPr/>
      </dsp:nvSpPr>
      <dsp:spPr>
        <a:xfrm>
          <a:off x="3508294" y="3194153"/>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Conduct pilot data collection</a:t>
          </a:r>
        </a:p>
      </dsp:txBody>
      <dsp:txXfrm>
        <a:off x="3508294" y="3194153"/>
        <a:ext cx="1311301" cy="655650"/>
      </dsp:txXfrm>
    </dsp:sp>
    <dsp:sp modelId="{7F7F4AFC-5B7B-43DC-AD4F-CB238E0A959C}">
      <dsp:nvSpPr>
        <dsp:cNvPr id="0" name=""/>
        <dsp:cNvSpPr/>
      </dsp:nvSpPr>
      <dsp:spPr>
        <a:xfrm>
          <a:off x="3508294" y="4125176"/>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Full-scale data collection</a:t>
          </a:r>
        </a:p>
      </dsp:txBody>
      <dsp:txXfrm>
        <a:off x="3508294" y="4125176"/>
        <a:ext cx="1311301" cy="655650"/>
      </dsp:txXfrm>
    </dsp:sp>
    <dsp:sp modelId="{439D2D87-C3A8-49A8-B516-9060768388F9}">
      <dsp:nvSpPr>
        <dsp:cNvPr id="0" name=""/>
        <dsp:cNvSpPr/>
      </dsp:nvSpPr>
      <dsp:spPr>
        <a:xfrm>
          <a:off x="3508294" y="5056200"/>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Handle missing data and inconsistencies</a:t>
          </a:r>
        </a:p>
      </dsp:txBody>
      <dsp:txXfrm>
        <a:off x="3508294" y="5056200"/>
        <a:ext cx="1311301" cy="655650"/>
      </dsp:txXfrm>
    </dsp:sp>
    <dsp:sp modelId="{8F47EEF5-3FFA-418B-B983-9466C5045982}">
      <dsp:nvSpPr>
        <dsp:cNvPr id="0" name=""/>
        <dsp:cNvSpPr/>
      </dsp:nvSpPr>
      <dsp:spPr>
        <a:xfrm>
          <a:off x="3508294" y="5987224"/>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Perform data cleaning and formatting</a:t>
          </a:r>
        </a:p>
      </dsp:txBody>
      <dsp:txXfrm>
        <a:off x="3508294" y="5987224"/>
        <a:ext cx="1311301" cy="655650"/>
      </dsp:txXfrm>
    </dsp:sp>
    <dsp:sp modelId="{5B359D0E-FA39-4895-98D1-3582632393D8}">
      <dsp:nvSpPr>
        <dsp:cNvPr id="0" name=""/>
        <dsp:cNvSpPr/>
      </dsp:nvSpPr>
      <dsp:spPr>
        <a:xfrm>
          <a:off x="4767143" y="1332105"/>
          <a:ext cx="1311301" cy="6556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Data Exploration and Visualization</a:t>
          </a:r>
        </a:p>
      </dsp:txBody>
      <dsp:txXfrm>
        <a:off x="4959179" y="1428123"/>
        <a:ext cx="927229" cy="463614"/>
      </dsp:txXfrm>
    </dsp:sp>
    <dsp:sp modelId="{55EB6E42-F22F-4BF3-9DF7-FDD24BE58FA5}">
      <dsp:nvSpPr>
        <dsp:cNvPr id="0" name=""/>
        <dsp:cNvSpPr/>
      </dsp:nvSpPr>
      <dsp:spPr>
        <a:xfrm>
          <a:off x="5094968" y="2263129"/>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Conduct exploratory data analysis (EDA)</a:t>
          </a:r>
        </a:p>
      </dsp:txBody>
      <dsp:txXfrm>
        <a:off x="5094968" y="2263129"/>
        <a:ext cx="1311301" cy="655650"/>
      </dsp:txXfrm>
    </dsp:sp>
    <dsp:sp modelId="{9B42150B-C54F-4105-85AB-9741DB85B5A2}">
      <dsp:nvSpPr>
        <dsp:cNvPr id="0" name=""/>
        <dsp:cNvSpPr/>
      </dsp:nvSpPr>
      <dsp:spPr>
        <a:xfrm>
          <a:off x="5094968" y="3194153"/>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Generate summary statistics</a:t>
          </a:r>
        </a:p>
      </dsp:txBody>
      <dsp:txXfrm>
        <a:off x="5094968" y="3194153"/>
        <a:ext cx="1311301" cy="655650"/>
      </dsp:txXfrm>
    </dsp:sp>
    <dsp:sp modelId="{26573100-E022-4341-ACC1-F6CABBC6363C}">
      <dsp:nvSpPr>
        <dsp:cNvPr id="0" name=""/>
        <dsp:cNvSpPr/>
      </dsp:nvSpPr>
      <dsp:spPr>
        <a:xfrm>
          <a:off x="5094968" y="4125176"/>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Create visualizations for key matrics</a:t>
          </a:r>
        </a:p>
      </dsp:txBody>
      <dsp:txXfrm>
        <a:off x="5094968" y="4125176"/>
        <a:ext cx="1311301" cy="655650"/>
      </dsp:txXfrm>
    </dsp:sp>
    <dsp:sp modelId="{89C67004-4AA4-4E0D-B3E5-C2C18698B4F7}">
      <dsp:nvSpPr>
        <dsp:cNvPr id="0" name=""/>
        <dsp:cNvSpPr/>
      </dsp:nvSpPr>
      <dsp:spPr>
        <a:xfrm>
          <a:off x="5094968" y="5056200"/>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Identify patterns and trends</a:t>
          </a:r>
        </a:p>
      </dsp:txBody>
      <dsp:txXfrm>
        <a:off x="5094968" y="5056200"/>
        <a:ext cx="1311301" cy="655650"/>
      </dsp:txXfrm>
    </dsp:sp>
    <dsp:sp modelId="{388AC780-2278-4EF9-BB13-401C508924AE}">
      <dsp:nvSpPr>
        <dsp:cNvPr id="0" name=""/>
        <dsp:cNvSpPr/>
      </dsp:nvSpPr>
      <dsp:spPr>
        <a:xfrm>
          <a:off x="5094968" y="5987224"/>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Document insights and outliers</a:t>
          </a:r>
        </a:p>
      </dsp:txBody>
      <dsp:txXfrm>
        <a:off x="5094968" y="5987224"/>
        <a:ext cx="1311301" cy="655650"/>
      </dsp:txXfrm>
    </dsp:sp>
    <dsp:sp modelId="{1EBC2A17-5F34-4226-84B7-C6A7A7A5C865}">
      <dsp:nvSpPr>
        <dsp:cNvPr id="0" name=""/>
        <dsp:cNvSpPr/>
      </dsp:nvSpPr>
      <dsp:spPr>
        <a:xfrm>
          <a:off x="6353817" y="1332105"/>
          <a:ext cx="1570833" cy="6556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Implementation</a:t>
          </a:r>
        </a:p>
      </dsp:txBody>
      <dsp:txXfrm>
        <a:off x="6583860" y="1428123"/>
        <a:ext cx="1110747" cy="463614"/>
      </dsp:txXfrm>
    </dsp:sp>
    <dsp:sp modelId="{627C5EAC-3961-4CE1-A486-E9FA96C5B4CC}">
      <dsp:nvSpPr>
        <dsp:cNvPr id="0" name=""/>
        <dsp:cNvSpPr/>
      </dsp:nvSpPr>
      <dsp:spPr>
        <a:xfrm>
          <a:off x="6746525" y="2263129"/>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Develop predictive models or analytics tools</a:t>
          </a:r>
        </a:p>
      </dsp:txBody>
      <dsp:txXfrm>
        <a:off x="6746525" y="2263129"/>
        <a:ext cx="1311301" cy="655650"/>
      </dsp:txXfrm>
    </dsp:sp>
    <dsp:sp modelId="{13639E6F-0BE7-4BF6-BE83-64D55D693950}">
      <dsp:nvSpPr>
        <dsp:cNvPr id="0" name=""/>
        <dsp:cNvSpPr/>
      </dsp:nvSpPr>
      <dsp:spPr>
        <a:xfrm>
          <a:off x="6746525" y="3194153"/>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Test models with subsets of data </a:t>
          </a:r>
        </a:p>
      </dsp:txBody>
      <dsp:txXfrm>
        <a:off x="6746525" y="3194153"/>
        <a:ext cx="1311301" cy="655650"/>
      </dsp:txXfrm>
    </dsp:sp>
    <dsp:sp modelId="{B7C3EF2C-0828-41ED-9EA7-A6F238EEE90C}">
      <dsp:nvSpPr>
        <dsp:cNvPr id="0" name=""/>
        <dsp:cNvSpPr/>
      </dsp:nvSpPr>
      <dsp:spPr>
        <a:xfrm>
          <a:off x="6746525" y="4125176"/>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Refine models based on performance</a:t>
          </a:r>
        </a:p>
      </dsp:txBody>
      <dsp:txXfrm>
        <a:off x="6746525" y="4125176"/>
        <a:ext cx="1311301" cy="655650"/>
      </dsp:txXfrm>
    </dsp:sp>
    <dsp:sp modelId="{3F489F6C-495A-4515-B9B1-D1A72888E36A}">
      <dsp:nvSpPr>
        <dsp:cNvPr id="0" name=""/>
        <dsp:cNvSpPr/>
      </dsp:nvSpPr>
      <dsp:spPr>
        <a:xfrm>
          <a:off x="6746525" y="5056200"/>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Deploy tools for stakeholder use</a:t>
          </a:r>
        </a:p>
      </dsp:txBody>
      <dsp:txXfrm>
        <a:off x="6746525" y="5056200"/>
        <a:ext cx="1311301" cy="655650"/>
      </dsp:txXfrm>
    </dsp:sp>
    <dsp:sp modelId="{BAB97969-862A-4F23-B73B-81729C4AEF25}">
      <dsp:nvSpPr>
        <dsp:cNvPr id="0" name=""/>
        <dsp:cNvSpPr/>
      </dsp:nvSpPr>
      <dsp:spPr>
        <a:xfrm>
          <a:off x="8200024" y="1332105"/>
          <a:ext cx="1311301" cy="6556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Monitoring and Maintenance</a:t>
          </a:r>
        </a:p>
      </dsp:txBody>
      <dsp:txXfrm>
        <a:off x="8392060" y="1428123"/>
        <a:ext cx="927229" cy="463614"/>
      </dsp:txXfrm>
    </dsp:sp>
    <dsp:sp modelId="{DDFBEE76-C88D-45DF-A3A1-D1313B141474}">
      <dsp:nvSpPr>
        <dsp:cNvPr id="0" name=""/>
        <dsp:cNvSpPr/>
      </dsp:nvSpPr>
      <dsp:spPr>
        <a:xfrm>
          <a:off x="8527849" y="2263129"/>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Track projet progress against milestones</a:t>
          </a:r>
        </a:p>
      </dsp:txBody>
      <dsp:txXfrm>
        <a:off x="8527849" y="2263129"/>
        <a:ext cx="1311301" cy="655650"/>
      </dsp:txXfrm>
    </dsp:sp>
    <dsp:sp modelId="{56CF1A79-B330-4B5F-8C3A-FDD99C288F75}">
      <dsp:nvSpPr>
        <dsp:cNvPr id="0" name=""/>
        <dsp:cNvSpPr/>
      </dsp:nvSpPr>
      <dsp:spPr>
        <a:xfrm>
          <a:off x="8527849" y="3194153"/>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Update stakeholders on developments</a:t>
          </a:r>
        </a:p>
      </dsp:txBody>
      <dsp:txXfrm>
        <a:off x="8527849" y="3194153"/>
        <a:ext cx="1311301" cy="655650"/>
      </dsp:txXfrm>
    </dsp:sp>
    <dsp:sp modelId="{C40EB3F3-60ED-4711-863C-142753575938}">
      <dsp:nvSpPr>
        <dsp:cNvPr id="0" name=""/>
        <dsp:cNvSpPr/>
      </dsp:nvSpPr>
      <dsp:spPr>
        <a:xfrm>
          <a:off x="8527849" y="4125176"/>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Adjust plans based on unforeseen issues</a:t>
          </a:r>
        </a:p>
      </dsp:txBody>
      <dsp:txXfrm>
        <a:off x="8527849" y="4125176"/>
        <a:ext cx="1311301" cy="655650"/>
      </dsp:txXfrm>
    </dsp:sp>
    <dsp:sp modelId="{56FF44AE-BAE5-4BC9-ADA7-7A2F10013588}">
      <dsp:nvSpPr>
        <dsp:cNvPr id="0" name=""/>
        <dsp:cNvSpPr/>
      </dsp:nvSpPr>
      <dsp:spPr>
        <a:xfrm>
          <a:off x="8527849" y="5056200"/>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Ensure data and models remain valid during project</a:t>
          </a:r>
        </a:p>
      </dsp:txBody>
      <dsp:txXfrm>
        <a:off x="8527849" y="5056200"/>
        <a:ext cx="1311301" cy="655650"/>
      </dsp:txXfrm>
    </dsp:sp>
    <dsp:sp modelId="{A82AD788-6E26-4EF3-9C3F-3E2089CDC5F2}">
      <dsp:nvSpPr>
        <dsp:cNvPr id="0" name=""/>
        <dsp:cNvSpPr/>
      </dsp:nvSpPr>
      <dsp:spPr>
        <a:xfrm>
          <a:off x="9786698" y="1332105"/>
          <a:ext cx="1553629" cy="6556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Report Generation and Documentation</a:t>
          </a:r>
        </a:p>
      </dsp:txBody>
      <dsp:txXfrm>
        <a:off x="10014222" y="1428123"/>
        <a:ext cx="1098581" cy="463614"/>
      </dsp:txXfrm>
    </dsp:sp>
    <dsp:sp modelId="{2723E74D-2BF9-4BC4-BAAB-DB15D23F2658}">
      <dsp:nvSpPr>
        <dsp:cNvPr id="0" name=""/>
        <dsp:cNvSpPr/>
      </dsp:nvSpPr>
      <dsp:spPr>
        <a:xfrm>
          <a:off x="10175105" y="2263129"/>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Draft findings and conclusions</a:t>
          </a:r>
        </a:p>
      </dsp:txBody>
      <dsp:txXfrm>
        <a:off x="10175105" y="2263129"/>
        <a:ext cx="1311301" cy="655650"/>
      </dsp:txXfrm>
    </dsp:sp>
    <dsp:sp modelId="{AD87F1AA-0BF0-48AD-B453-5CD03F5D987C}">
      <dsp:nvSpPr>
        <dsp:cNvPr id="0" name=""/>
        <dsp:cNvSpPr/>
      </dsp:nvSpPr>
      <dsp:spPr>
        <a:xfrm>
          <a:off x="10175105" y="3194153"/>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Prepare presentation materials</a:t>
          </a:r>
        </a:p>
      </dsp:txBody>
      <dsp:txXfrm>
        <a:off x="10175105" y="3194153"/>
        <a:ext cx="1311301" cy="655650"/>
      </dsp:txXfrm>
    </dsp:sp>
    <dsp:sp modelId="{8496F576-BB4B-4ED5-AE79-6258B6B10272}">
      <dsp:nvSpPr>
        <dsp:cNvPr id="0" name=""/>
        <dsp:cNvSpPr/>
      </dsp:nvSpPr>
      <dsp:spPr>
        <a:xfrm>
          <a:off x="10175105" y="4125176"/>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Develop actionable recommendations</a:t>
          </a:r>
        </a:p>
      </dsp:txBody>
      <dsp:txXfrm>
        <a:off x="10175105" y="4125176"/>
        <a:ext cx="1311301" cy="655650"/>
      </dsp:txXfrm>
    </dsp:sp>
    <dsp:sp modelId="{822D2345-2F5E-44E0-A857-814E4D3FBF57}">
      <dsp:nvSpPr>
        <dsp:cNvPr id="0" name=""/>
        <dsp:cNvSpPr/>
      </dsp:nvSpPr>
      <dsp:spPr>
        <a:xfrm>
          <a:off x="10175105" y="5056200"/>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Submit the final report to stakeholders</a:t>
          </a:r>
        </a:p>
      </dsp:txBody>
      <dsp:txXfrm>
        <a:off x="10175105" y="5056200"/>
        <a:ext cx="1311301" cy="655650"/>
      </dsp:txXfrm>
    </dsp:sp>
    <dsp:sp modelId="{10DD82DB-C7CF-45AC-9DD2-F3D704D570DF}">
      <dsp:nvSpPr>
        <dsp:cNvPr id="0" name=""/>
        <dsp:cNvSpPr/>
      </dsp:nvSpPr>
      <dsp:spPr>
        <a:xfrm>
          <a:off x="10175105" y="5987224"/>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Archive all project files</a:t>
          </a:r>
        </a:p>
      </dsp:txBody>
      <dsp:txXfrm>
        <a:off x="10175105" y="5987224"/>
        <a:ext cx="1311301" cy="655650"/>
      </dsp:txXfrm>
    </dsp:sp>
    <dsp:sp modelId="{0DEB0B43-AD7F-43F1-B70F-6D0C0F4FF482}">
      <dsp:nvSpPr>
        <dsp:cNvPr id="0" name=""/>
        <dsp:cNvSpPr/>
      </dsp:nvSpPr>
      <dsp:spPr>
        <a:xfrm>
          <a:off x="11615701" y="1332105"/>
          <a:ext cx="1311301" cy="6556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Project Closure</a:t>
          </a:r>
        </a:p>
      </dsp:txBody>
      <dsp:txXfrm>
        <a:off x="11807737" y="1428123"/>
        <a:ext cx="927229" cy="463614"/>
      </dsp:txXfrm>
    </dsp:sp>
    <dsp:sp modelId="{287EAB0E-6123-40AF-85EF-7A8F73322BF1}">
      <dsp:nvSpPr>
        <dsp:cNvPr id="0" name=""/>
        <dsp:cNvSpPr/>
      </dsp:nvSpPr>
      <dsp:spPr>
        <a:xfrm>
          <a:off x="11943526" y="2263129"/>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Conduct a post-project review</a:t>
          </a:r>
        </a:p>
      </dsp:txBody>
      <dsp:txXfrm>
        <a:off x="11943526" y="2263129"/>
        <a:ext cx="1311301" cy="655650"/>
      </dsp:txXfrm>
    </dsp:sp>
    <dsp:sp modelId="{A3E593D6-D59A-42A3-97BA-C32A959919C0}">
      <dsp:nvSpPr>
        <dsp:cNvPr id="0" name=""/>
        <dsp:cNvSpPr/>
      </dsp:nvSpPr>
      <dsp:spPr>
        <a:xfrm>
          <a:off x="11943526" y="3194153"/>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Document lessons learned</a:t>
          </a:r>
        </a:p>
      </dsp:txBody>
      <dsp:txXfrm>
        <a:off x="11943526" y="3194153"/>
        <a:ext cx="1311301" cy="655650"/>
      </dsp:txXfrm>
    </dsp:sp>
    <dsp:sp modelId="{B5829038-12AF-4301-95DE-25CBC4A486AC}">
      <dsp:nvSpPr>
        <dsp:cNvPr id="0" name=""/>
        <dsp:cNvSpPr/>
      </dsp:nvSpPr>
      <dsp:spPr>
        <a:xfrm>
          <a:off x="11943526" y="4125176"/>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Celebrate team contributions</a:t>
          </a:r>
        </a:p>
      </dsp:txBody>
      <dsp:txXfrm>
        <a:off x="11943526" y="4125176"/>
        <a:ext cx="1311301" cy="655650"/>
      </dsp:txXfrm>
    </dsp:sp>
    <dsp:sp modelId="{8F237AE1-A302-4154-9A93-737A50151ED0}">
      <dsp:nvSpPr>
        <dsp:cNvPr id="0" name=""/>
        <dsp:cNvSpPr/>
      </dsp:nvSpPr>
      <dsp:spPr>
        <a:xfrm>
          <a:off x="11943526" y="5056200"/>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 Release project resources</a:t>
          </a:r>
        </a:p>
      </dsp:txBody>
      <dsp:txXfrm>
        <a:off x="11943526" y="5056200"/>
        <a:ext cx="1311301" cy="655650"/>
      </dsp:txXfrm>
    </dsp:sp>
    <dsp:sp modelId="{D81A75F5-ACC8-4C53-839B-EA7447BEA65F}">
      <dsp:nvSpPr>
        <dsp:cNvPr id="0" name=""/>
        <dsp:cNvSpPr/>
      </dsp:nvSpPr>
      <dsp:spPr>
        <a:xfrm>
          <a:off x="11943526" y="5987224"/>
          <a:ext cx="1311301" cy="655650"/>
        </a:xfrm>
        <a:prstGeom prst="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Submit final documents and presentations</a:t>
          </a:r>
        </a:p>
      </dsp:txBody>
      <dsp:txXfrm>
        <a:off x="11943526" y="5987224"/>
        <a:ext cx="1311301" cy="655650"/>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2908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143C6-18DC-D5EE-8380-5C5A4514C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9976B-D300-63AD-CD02-E73A4A87CA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A59EF-53EF-5319-7A6A-5B275F5857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6BD06F-21CB-EDFD-D6F0-408963FC8DD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93744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0A2F8-DAFF-AD2D-6CD6-281EC489B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D25F9-0D9C-F91A-D4A2-A51F7228C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F29BE-CAA1-BDD2-47C1-A819BD152D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BDBB6E-0BF4-84F3-66DA-45B15D74586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57982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261D9-8F6A-225A-4D83-0620DA28D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E2FC2-3818-BBE1-EBFF-AC357010DE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B7E41-B396-8813-2E54-831A6FCC57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A317AB-5DF9-6EB8-DB8C-0BDB1386176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01687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2FA92-2F5B-AFBB-AC92-CEE6E9E21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CE3D3-0718-79BE-0037-82E66FCDBA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974BD-FAD6-C4B9-D2BC-E560C87FD5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0FDF9A-E7C2-AB14-B15A-EBA091D4767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561847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37F25-34A8-942D-B954-385CCCDDC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C860D-1AB7-DAC8-1C54-DE09F2DE2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218DA-5C9C-360E-1BD0-E2C6688109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7899C0-F651-C5FA-813D-6A7CBC729B5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218535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1814A-578E-87B3-3C79-EA3EBC6E7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4F3A5-7AC4-55AE-6328-0527C054F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AD9858-01B7-4AB1-317E-5294509A7A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8CF8C2-EBBA-45C9-F93A-C5811ADBA93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57980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703AF-D257-2C2D-A966-EA9D48104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CC437-C9FA-F958-36D4-53E9A07F2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6BE44-E513-F70C-50B6-B32C21501B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E97782-A4D0-EA8F-C79A-94E72714A12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6404312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3C6D5-9733-FF2B-66EF-F30DDCB7B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315C3-0EBF-4C1B-5376-C4F874C26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2F9B0-FAC5-263F-A285-6B4AC535CA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0056DD-7D62-87C1-6858-754282D5AAE6}"/>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21327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F5601-5DC5-C436-7A7C-FCD62CDA7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20175-76C1-1759-1F28-EA94554BB5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B06F3-5B12-5692-EBE2-8C9537603A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649940-C570-C3A4-EC1A-6FDC3CA2FC1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42686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E1641-8C30-017F-3361-EC848A579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48788-5401-8062-60CB-A3731289E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B3BFEE-F547-9725-7B68-21E58E3B3F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08F21F-DCA0-FE19-44D6-9469C4208959}"/>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217572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37E2E-B211-C6BF-4F82-93FDE05A2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189E8E-349C-2396-1824-50321B19A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B60FE-7A13-364B-82B9-2F90B99C69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574E62-81C6-7EFB-CDE1-920282691BC3}"/>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2864801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3CE48-DF59-0CD4-7659-819B29A01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382AF-6505-4FA4-7F0F-C000BAB5E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B2D54-2CE8-46FB-93E3-05D29E3B80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DA4057-F713-9E7D-7ABF-9D89C8A36918}"/>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5575008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3DBCE-A64E-C79F-09C2-AABB768CA4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0E28C6-2922-7101-16C7-D2D0358487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BB7D7E-42A2-DC9B-48C9-717CEF507FB8}"/>
              </a:ext>
            </a:extLst>
          </p:cNvPr>
          <p:cNvSpPr>
            <a:spLocks noGrp="1"/>
          </p:cNvSpPr>
          <p:nvPr>
            <p:ph type="dt" sz="half" idx="10"/>
          </p:nvPr>
        </p:nvSpPr>
        <p:spPr/>
        <p:txBody>
          <a:bodyPr/>
          <a:lstStyle/>
          <a:p>
            <a:fld id="{991B8F60-E971-41A5-8D71-49E51229FAAC}" type="datetimeFigureOut">
              <a:rPr lang="en-IN" smtClean="0"/>
              <a:t>03-12-2024</a:t>
            </a:fld>
            <a:endParaRPr lang="en-IN"/>
          </a:p>
        </p:txBody>
      </p:sp>
      <p:sp>
        <p:nvSpPr>
          <p:cNvPr id="5" name="Footer Placeholder 4">
            <a:extLst>
              <a:ext uri="{FF2B5EF4-FFF2-40B4-BE49-F238E27FC236}">
                <a16:creationId xmlns:a16="http://schemas.microsoft.com/office/drawing/2014/main" id="{AA84E0BC-50DF-A3F8-2952-92D54095A5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78016D-776A-3B83-30EF-0F14B99DCA16}"/>
              </a:ext>
            </a:extLst>
          </p:cNvPr>
          <p:cNvSpPr>
            <a:spLocks noGrp="1"/>
          </p:cNvSpPr>
          <p:nvPr>
            <p:ph type="sldNum" sz="quarter" idx="12"/>
          </p:nvPr>
        </p:nvSpPr>
        <p:spPr/>
        <p:txBody>
          <a:bodyPr/>
          <a:lstStyle/>
          <a:p>
            <a:fld id="{2152FC28-5492-478C-B820-A150DE33C797}" type="slidenum">
              <a:rPr lang="en-IN" smtClean="0"/>
              <a:t>‹#›</a:t>
            </a:fld>
            <a:endParaRPr lang="en-IN"/>
          </a:p>
        </p:txBody>
      </p:sp>
    </p:spTree>
    <p:extLst>
      <p:ext uri="{BB962C8B-B14F-4D97-AF65-F5344CB8AC3E}">
        <p14:creationId xmlns:p14="http://schemas.microsoft.com/office/powerpoint/2010/main" val="8451262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E15C4-80D0-D2C7-E32E-FB1D24267B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F85648-C16F-4C68-E489-50644A1CD5AE}"/>
              </a:ext>
            </a:extLst>
          </p:cNvPr>
          <p:cNvSpPr>
            <a:spLocks noGrp="1"/>
          </p:cNvSpPr>
          <p:nvPr>
            <p:ph type="dt" sz="half" idx="10"/>
          </p:nvPr>
        </p:nvSpPr>
        <p:spPr/>
        <p:txBody>
          <a:bodyPr/>
          <a:lstStyle/>
          <a:p>
            <a:fld id="{991B8F60-E971-41A5-8D71-49E51229FAAC}" type="datetimeFigureOut">
              <a:rPr lang="en-IN" smtClean="0"/>
              <a:t>03-12-2024</a:t>
            </a:fld>
            <a:endParaRPr lang="en-IN"/>
          </a:p>
        </p:txBody>
      </p:sp>
      <p:sp>
        <p:nvSpPr>
          <p:cNvPr id="4" name="Footer Placeholder 3">
            <a:extLst>
              <a:ext uri="{FF2B5EF4-FFF2-40B4-BE49-F238E27FC236}">
                <a16:creationId xmlns:a16="http://schemas.microsoft.com/office/drawing/2014/main" id="{C8C0AF1A-DD7C-A4EC-7C03-7F218E694F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9783F1-7CE1-DD27-0ABF-FB9B335F2185}"/>
              </a:ext>
            </a:extLst>
          </p:cNvPr>
          <p:cNvSpPr>
            <a:spLocks noGrp="1"/>
          </p:cNvSpPr>
          <p:nvPr>
            <p:ph type="sldNum" sz="quarter" idx="12"/>
          </p:nvPr>
        </p:nvSpPr>
        <p:spPr/>
        <p:txBody>
          <a:bodyPr/>
          <a:lstStyle/>
          <a:p>
            <a:fld id="{2152FC28-5492-478C-B820-A150DE33C797}" type="slidenum">
              <a:rPr lang="en-IN" smtClean="0"/>
              <a:t>‹#›</a:t>
            </a:fld>
            <a:endParaRPr lang="en-IN"/>
          </a:p>
        </p:txBody>
      </p:sp>
    </p:spTree>
    <p:extLst>
      <p:ext uri="{BB962C8B-B14F-4D97-AF65-F5344CB8AC3E}">
        <p14:creationId xmlns:p14="http://schemas.microsoft.com/office/powerpoint/2010/main" val="357629286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6.xml"/><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2.xml"/><Relationship Id="rId5"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69700" y="973510"/>
            <a:ext cx="7777401" cy="3368040"/>
          </a:xfrm>
          <a:prstGeom prst="rect">
            <a:avLst/>
          </a:prstGeom>
          <a:noFill/>
          <a:ln/>
        </p:spPr>
        <p:txBody>
          <a:bodyPr wrap="square" lIns="0" tIns="0" rIns="0" bIns="0" rtlCol="0" anchor="t"/>
          <a:lstStyle/>
          <a:p>
            <a:pPr marL="0" indent="0">
              <a:lnSpc>
                <a:spcPts val="6600"/>
              </a:lnSpc>
              <a:buNone/>
            </a:pPr>
            <a:r>
              <a:rPr lang="en-US" sz="5300" dirty="0">
                <a:solidFill>
                  <a:srgbClr val="403CCF"/>
                </a:solidFill>
                <a:latin typeface="Libre Baskerville" pitchFamily="34" charset="0"/>
                <a:ea typeface="Libre Baskerville" pitchFamily="34" charset="-122"/>
                <a:cs typeface="Libre Baskerville" pitchFamily="34" charset="-120"/>
              </a:rPr>
              <a:t>Impact of Online and Offline Education on Student Performance and Engagement</a:t>
            </a:r>
            <a:endParaRPr lang="en-US" sz="5300" dirty="0"/>
          </a:p>
        </p:txBody>
      </p:sp>
      <p:sp>
        <p:nvSpPr>
          <p:cNvPr id="4" name="Text 1"/>
          <p:cNvSpPr/>
          <p:nvPr/>
        </p:nvSpPr>
        <p:spPr>
          <a:xfrm>
            <a:off x="6169700" y="4577765"/>
            <a:ext cx="7777401" cy="1249680"/>
          </a:xfrm>
          <a:prstGeom prst="rect">
            <a:avLst/>
          </a:prstGeom>
          <a:noFill/>
          <a:ln/>
        </p:spPr>
        <p:txBody>
          <a:bodyPr wrap="square" lIns="0" tIns="0" rIns="0" bIns="0" rtlCol="0" anchor="t"/>
          <a:lstStyle/>
          <a:p>
            <a:pPr marL="0" indent="0">
              <a:lnSpc>
                <a:spcPts val="2450"/>
              </a:lnSpc>
              <a:buNone/>
            </a:pPr>
            <a:r>
              <a:rPr lang="en-US" sz="1500" dirty="0">
                <a:solidFill>
                  <a:srgbClr val="49495A"/>
                </a:solidFill>
                <a:latin typeface="Open Sans" pitchFamily="34" charset="0"/>
                <a:ea typeface="Open Sans" pitchFamily="34" charset="-122"/>
                <a:cs typeface="Open Sans" pitchFamily="34" charset="-120"/>
              </a:rPr>
              <a:t>This project explores the effects of online and offline education on student outcomes. We'll analyze performance metrics, engagement levels, and learning experiences across both modalities. Our findings will inform future educational strategies and resource allocation.</a:t>
            </a:r>
            <a:endParaRPr lang="en-US" sz="1500" dirty="0"/>
          </a:p>
        </p:txBody>
      </p:sp>
      <p:grpSp>
        <p:nvGrpSpPr>
          <p:cNvPr id="5" name="Group 4">
            <a:extLst>
              <a:ext uri="{FF2B5EF4-FFF2-40B4-BE49-F238E27FC236}">
                <a16:creationId xmlns:a16="http://schemas.microsoft.com/office/drawing/2014/main" id="{35621E77-B0DE-E0C9-28A8-C775670D6855}"/>
              </a:ext>
            </a:extLst>
          </p:cNvPr>
          <p:cNvGrpSpPr/>
          <p:nvPr/>
        </p:nvGrpSpPr>
        <p:grpSpPr>
          <a:xfrm>
            <a:off x="6438550" y="6063660"/>
            <a:ext cx="7239699" cy="1905881"/>
            <a:chOff x="864037" y="5505093"/>
            <a:chExt cx="12902327" cy="2406474"/>
          </a:xfrm>
        </p:grpSpPr>
        <p:sp>
          <p:nvSpPr>
            <p:cNvPr id="6" name="Text 1">
              <a:extLst>
                <a:ext uri="{FF2B5EF4-FFF2-40B4-BE49-F238E27FC236}">
                  <a16:creationId xmlns:a16="http://schemas.microsoft.com/office/drawing/2014/main" id="{9B01842A-40BB-7736-4097-5FBB93DF7F45}"/>
                </a:ext>
              </a:extLst>
            </p:cNvPr>
            <p:cNvSpPr/>
            <p:nvPr/>
          </p:nvSpPr>
          <p:spPr>
            <a:xfrm>
              <a:off x="864037" y="5505093"/>
              <a:ext cx="12902327" cy="493752"/>
            </a:xfrm>
            <a:prstGeom prst="rect">
              <a:avLst/>
            </a:prstGeom>
            <a:noFill/>
            <a:ln/>
          </p:spPr>
          <p:txBody>
            <a:bodyPr wrap="none" lIns="0" tIns="0" rIns="0" bIns="0" rtlCol="0" anchor="t"/>
            <a:lstStyle/>
            <a:p>
              <a:pPr marL="0" indent="0" algn="ctr">
                <a:lnSpc>
                  <a:spcPts val="3850"/>
                </a:lnSpc>
                <a:buNone/>
              </a:pPr>
              <a:r>
                <a:rPr lang="en-US" sz="2400" kern="0" spc="-39" dirty="0">
                  <a:solidFill>
                    <a:srgbClr val="272525"/>
                  </a:solidFill>
                  <a:latin typeface="Inter" pitchFamily="34" charset="0"/>
                  <a:ea typeface="Inter" pitchFamily="34" charset="-122"/>
                  <a:cs typeface="Inter" pitchFamily="34" charset="-120"/>
                </a:rPr>
                <a:t>Group 3</a:t>
              </a:r>
              <a:endParaRPr lang="en-US" sz="2400" dirty="0"/>
            </a:p>
          </p:txBody>
        </p:sp>
        <p:sp>
          <p:nvSpPr>
            <p:cNvPr id="7" name="Text 2">
              <a:extLst>
                <a:ext uri="{FF2B5EF4-FFF2-40B4-BE49-F238E27FC236}">
                  <a16:creationId xmlns:a16="http://schemas.microsoft.com/office/drawing/2014/main" id="{6AA85F0A-B50C-9011-AD46-EAC74A84F568}"/>
                </a:ext>
              </a:extLst>
            </p:cNvPr>
            <p:cNvSpPr/>
            <p:nvPr/>
          </p:nvSpPr>
          <p:spPr>
            <a:xfrm>
              <a:off x="864037" y="6276499"/>
              <a:ext cx="12902327" cy="395049"/>
            </a:xfrm>
            <a:prstGeom prst="rect">
              <a:avLst/>
            </a:prstGeom>
            <a:noFill/>
            <a:ln/>
          </p:spPr>
          <p:txBody>
            <a:bodyPr wrap="none" lIns="0" tIns="0" rIns="0" bIns="0" rtlCol="0" anchor="t"/>
            <a:lstStyle/>
            <a:p>
              <a:pPr marL="0" indent="0" algn="ctr">
                <a:lnSpc>
                  <a:spcPts val="3100"/>
                </a:lnSpc>
                <a:buNone/>
              </a:pPr>
              <a:r>
                <a:rPr lang="en-US" sz="1900" i="1" kern="0" spc="-39" dirty="0">
                  <a:solidFill>
                    <a:srgbClr val="272525"/>
                  </a:solidFill>
                  <a:latin typeface="Inter" pitchFamily="34" charset="0"/>
                  <a:ea typeface="Inter" pitchFamily="34" charset="-122"/>
                  <a:cs typeface="Inter" pitchFamily="34" charset="-120"/>
                </a:rPr>
                <a:t>Made by:</a:t>
              </a:r>
              <a:endParaRPr lang="en-US" sz="1900" dirty="0"/>
            </a:p>
          </p:txBody>
        </p:sp>
        <p:sp>
          <p:nvSpPr>
            <p:cNvPr id="8" name="Text 3">
              <a:extLst>
                <a:ext uri="{FF2B5EF4-FFF2-40B4-BE49-F238E27FC236}">
                  <a16:creationId xmlns:a16="http://schemas.microsoft.com/office/drawing/2014/main" id="{930F1836-6F0A-1BB2-BC31-BF21E0357A1A}"/>
                </a:ext>
              </a:extLst>
            </p:cNvPr>
            <p:cNvSpPr/>
            <p:nvPr/>
          </p:nvSpPr>
          <p:spPr>
            <a:xfrm>
              <a:off x="864037" y="6949201"/>
              <a:ext cx="12902327" cy="402669"/>
            </a:xfrm>
            <a:prstGeom prst="rect">
              <a:avLst/>
            </a:prstGeom>
            <a:noFill/>
            <a:ln/>
          </p:spPr>
          <p:txBody>
            <a:bodyPr wrap="none" lIns="0" tIns="0" rIns="0" bIns="0" rtlCol="0" anchor="t"/>
            <a:lstStyle/>
            <a:p>
              <a:pPr marL="0" indent="0" algn="ctr">
                <a:lnSpc>
                  <a:spcPts val="3100"/>
                </a:lnSpc>
                <a:buNone/>
              </a:pPr>
              <a:r>
                <a:rPr lang="en-US" sz="1600" kern="0" spc="-39" dirty="0">
                  <a:solidFill>
                    <a:srgbClr val="000000"/>
                  </a:solidFill>
                  <a:latin typeface="Inter" pitchFamily="34" charset="0"/>
                  <a:ea typeface="Inter" pitchFamily="34" charset="-122"/>
                  <a:cs typeface="Inter" pitchFamily="34" charset="-120"/>
                </a:rPr>
                <a:t>🐦</a:t>
              </a:r>
              <a:r>
                <a:rPr lang="en-US" sz="1600" kern="0" spc="-39" dirty="0">
                  <a:solidFill>
                    <a:srgbClr val="272525"/>
                  </a:solidFill>
                  <a:latin typeface="Inter" pitchFamily="34" charset="0"/>
                  <a:ea typeface="Inter" pitchFamily="34" charset="-122"/>
                  <a:cs typeface="Inter" pitchFamily="34" charset="-120"/>
                </a:rPr>
                <a:t> @Devansh Sharma | </a:t>
              </a:r>
              <a:r>
                <a:rPr lang="en-US" sz="1600" kern="0" spc="-39" dirty="0">
                  <a:solidFill>
                    <a:srgbClr val="000000"/>
                  </a:solidFill>
                  <a:latin typeface="Inter" pitchFamily="34" charset="0"/>
                  <a:ea typeface="Inter" pitchFamily="34" charset="-122"/>
                  <a:cs typeface="Inter" pitchFamily="34" charset="-120"/>
                </a:rPr>
                <a:t>🐦</a:t>
              </a:r>
              <a:r>
                <a:rPr lang="en-US" sz="1600" kern="0" spc="-39" dirty="0">
                  <a:solidFill>
                    <a:srgbClr val="272525"/>
                  </a:solidFill>
                  <a:latin typeface="Inter" pitchFamily="34" charset="0"/>
                  <a:ea typeface="Inter" pitchFamily="34" charset="-122"/>
                  <a:cs typeface="Inter" pitchFamily="34" charset="-120"/>
                </a:rPr>
                <a:t> @Gaurav Sunil Kumar Singh| </a:t>
              </a:r>
              <a:r>
                <a:rPr lang="en-US" sz="1600" kern="0" spc="-39" dirty="0">
                  <a:solidFill>
                    <a:srgbClr val="000000"/>
                  </a:solidFill>
                  <a:latin typeface="Inter" pitchFamily="34" charset="0"/>
                  <a:ea typeface="Inter" pitchFamily="34" charset="-122"/>
                  <a:cs typeface="Inter" pitchFamily="34" charset="-120"/>
                </a:rPr>
                <a:t>🐦</a:t>
              </a:r>
              <a:r>
                <a:rPr lang="en-US" sz="1600" kern="0" spc="-39" dirty="0">
                  <a:solidFill>
                    <a:srgbClr val="272525"/>
                  </a:solidFill>
                  <a:latin typeface="Inter" pitchFamily="34" charset="0"/>
                  <a:ea typeface="Inter" pitchFamily="34" charset="-122"/>
                  <a:cs typeface="Inter" pitchFamily="34" charset="-120"/>
                </a:rPr>
                <a:t> @Ramandeep Singh</a:t>
              </a:r>
              <a:endParaRPr lang="en-US" sz="1600" dirty="0"/>
            </a:p>
          </p:txBody>
        </p:sp>
        <p:sp>
          <p:nvSpPr>
            <p:cNvPr id="9" name="Text 3">
              <a:extLst>
                <a:ext uri="{FF2B5EF4-FFF2-40B4-BE49-F238E27FC236}">
                  <a16:creationId xmlns:a16="http://schemas.microsoft.com/office/drawing/2014/main" id="{A41A439F-D7AD-1C7E-3AE7-2812811C2754}"/>
                </a:ext>
              </a:extLst>
            </p:cNvPr>
            <p:cNvSpPr/>
            <p:nvPr/>
          </p:nvSpPr>
          <p:spPr>
            <a:xfrm>
              <a:off x="864037" y="7508898"/>
              <a:ext cx="12902327" cy="402669"/>
            </a:xfrm>
            <a:prstGeom prst="rect">
              <a:avLst/>
            </a:prstGeom>
            <a:noFill/>
            <a:ln/>
          </p:spPr>
          <p:txBody>
            <a:bodyPr wrap="none" lIns="0" tIns="0" rIns="0" bIns="0" rtlCol="0" anchor="t"/>
            <a:lstStyle/>
            <a:p>
              <a:pPr marL="0" indent="0" algn="ctr">
                <a:lnSpc>
                  <a:spcPts val="3100"/>
                </a:lnSpc>
                <a:buNone/>
              </a:pPr>
              <a:r>
                <a:rPr lang="en-US" sz="1600" kern="0" spc="-39" dirty="0">
                  <a:solidFill>
                    <a:srgbClr val="000000"/>
                  </a:solidFill>
                  <a:latin typeface="Inter" pitchFamily="34" charset="0"/>
                  <a:ea typeface="Inter" pitchFamily="34" charset="-122"/>
                  <a:cs typeface="Inter" pitchFamily="34" charset="-120"/>
                </a:rPr>
                <a:t>🐦</a:t>
              </a:r>
              <a:r>
                <a:rPr lang="en-US" sz="1600" kern="0" spc="-39" dirty="0">
                  <a:solidFill>
                    <a:srgbClr val="272525"/>
                  </a:solidFill>
                  <a:latin typeface="Inter" pitchFamily="34" charset="0"/>
                  <a:ea typeface="Inter" pitchFamily="34" charset="-122"/>
                  <a:cs typeface="Inter" pitchFamily="34" charset="-120"/>
                </a:rPr>
                <a:t> @Keying Wang| </a:t>
              </a:r>
              <a:r>
                <a:rPr lang="en-US" sz="1600" kern="0" spc="-39" dirty="0">
                  <a:solidFill>
                    <a:srgbClr val="000000"/>
                  </a:solidFill>
                  <a:latin typeface="Inter" pitchFamily="34" charset="0"/>
                  <a:ea typeface="Inter" pitchFamily="34" charset="-122"/>
                  <a:cs typeface="Inter" pitchFamily="34" charset="-120"/>
                </a:rPr>
                <a:t>🐦</a:t>
              </a:r>
              <a:r>
                <a:rPr lang="en-US" sz="1600" kern="0" spc="-39" dirty="0">
                  <a:solidFill>
                    <a:srgbClr val="272525"/>
                  </a:solidFill>
                  <a:latin typeface="Inter" pitchFamily="34" charset="0"/>
                  <a:ea typeface="Inter" pitchFamily="34" charset="-122"/>
                  <a:cs typeface="Inter" pitchFamily="34" charset="-120"/>
                </a:rPr>
                <a:t> @Tran Bao Diem Phuong</a:t>
              </a:r>
              <a:endParaRPr lang="en-US" sz="16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256020" y="606504"/>
            <a:ext cx="5554266" cy="687110"/>
          </a:xfrm>
          <a:prstGeom prst="rect">
            <a:avLst/>
          </a:prstGeom>
          <a:noFill/>
          <a:ln/>
        </p:spPr>
        <p:txBody>
          <a:bodyPr wrap="none" lIns="0" tIns="0" rIns="0" bIns="0" rtlCol="0" anchor="t"/>
          <a:lstStyle/>
          <a:p>
            <a:pPr marL="0" indent="0">
              <a:lnSpc>
                <a:spcPts val="5400"/>
              </a:lnSpc>
              <a:buNone/>
            </a:pPr>
            <a:r>
              <a:rPr lang="en-US" sz="4300" dirty="0">
                <a:solidFill>
                  <a:srgbClr val="403CCF"/>
                </a:solidFill>
                <a:latin typeface="Libre Baskerville" pitchFamily="34" charset="0"/>
                <a:ea typeface="Libre Baskerville" pitchFamily="34" charset="-122"/>
                <a:cs typeface="Libre Baskerville" pitchFamily="34" charset="-120"/>
              </a:rPr>
              <a:t>Project Background</a:t>
            </a:r>
            <a:endParaRPr lang="en-US" sz="4300" dirty="0"/>
          </a:p>
        </p:txBody>
      </p:sp>
      <p:sp>
        <p:nvSpPr>
          <p:cNvPr id="4" name="Shape 1"/>
          <p:cNvSpPr/>
          <p:nvPr/>
        </p:nvSpPr>
        <p:spPr>
          <a:xfrm>
            <a:off x="6570583" y="1623417"/>
            <a:ext cx="30480" cy="5999559"/>
          </a:xfrm>
          <a:prstGeom prst="roundRect">
            <a:avLst>
              <a:gd name="adj" fmla="val 108221"/>
            </a:avLst>
          </a:prstGeom>
          <a:solidFill>
            <a:srgbClr val="D0CED9"/>
          </a:solidFill>
          <a:ln/>
        </p:spPr>
        <p:txBody>
          <a:bodyPr/>
          <a:lstStyle/>
          <a:p>
            <a:endParaRPr lang="en-CA"/>
          </a:p>
        </p:txBody>
      </p:sp>
      <p:sp>
        <p:nvSpPr>
          <p:cNvPr id="5" name="Shape 2"/>
          <p:cNvSpPr/>
          <p:nvPr/>
        </p:nvSpPr>
        <p:spPr>
          <a:xfrm>
            <a:off x="6802695" y="2102763"/>
            <a:ext cx="769620" cy="30480"/>
          </a:xfrm>
          <a:prstGeom prst="roundRect">
            <a:avLst>
              <a:gd name="adj" fmla="val 108221"/>
            </a:avLst>
          </a:prstGeom>
          <a:solidFill>
            <a:srgbClr val="D0CED9"/>
          </a:solidFill>
          <a:ln/>
        </p:spPr>
        <p:txBody>
          <a:bodyPr/>
          <a:lstStyle/>
          <a:p>
            <a:endParaRPr lang="en-CA"/>
          </a:p>
        </p:txBody>
      </p:sp>
      <p:sp>
        <p:nvSpPr>
          <p:cNvPr id="6" name="Shape 3"/>
          <p:cNvSpPr/>
          <p:nvPr/>
        </p:nvSpPr>
        <p:spPr>
          <a:xfrm>
            <a:off x="6338471" y="1870710"/>
            <a:ext cx="494705" cy="494705"/>
          </a:xfrm>
          <a:prstGeom prst="roundRect">
            <a:avLst>
              <a:gd name="adj" fmla="val 6668"/>
            </a:avLst>
          </a:prstGeom>
          <a:solidFill>
            <a:srgbClr val="EAE8F3"/>
          </a:solidFill>
          <a:ln/>
        </p:spPr>
        <p:txBody>
          <a:bodyPr/>
          <a:lstStyle/>
          <a:p>
            <a:endParaRPr lang="en-CA"/>
          </a:p>
        </p:txBody>
      </p:sp>
      <p:sp>
        <p:nvSpPr>
          <p:cNvPr id="7" name="Text 4"/>
          <p:cNvSpPr/>
          <p:nvPr/>
        </p:nvSpPr>
        <p:spPr>
          <a:xfrm>
            <a:off x="6512302" y="1953101"/>
            <a:ext cx="147042" cy="329803"/>
          </a:xfrm>
          <a:prstGeom prst="rect">
            <a:avLst/>
          </a:prstGeom>
          <a:noFill/>
          <a:ln/>
        </p:spPr>
        <p:txBody>
          <a:bodyPr wrap="none" lIns="0" tIns="0" rIns="0" bIns="0" rtlCol="0" anchor="t"/>
          <a:lstStyle/>
          <a:p>
            <a:pPr marL="0" indent="0" algn="ctr">
              <a:lnSpc>
                <a:spcPts val="2550"/>
              </a:lnSpc>
              <a:buNone/>
            </a:pPr>
            <a:r>
              <a:rPr lang="en-US" sz="2550" dirty="0">
                <a:solidFill>
                  <a:srgbClr val="49495A"/>
                </a:solidFill>
                <a:latin typeface="Libre Baskerville" pitchFamily="34" charset="0"/>
                <a:ea typeface="Libre Baskerville" pitchFamily="34" charset="-122"/>
                <a:cs typeface="Libre Baskerville" pitchFamily="34" charset="-120"/>
              </a:rPr>
              <a:t>1</a:t>
            </a:r>
            <a:endParaRPr lang="en-US" sz="2550" dirty="0"/>
          </a:p>
        </p:txBody>
      </p:sp>
      <p:sp>
        <p:nvSpPr>
          <p:cNvPr id="8" name="Text 5"/>
          <p:cNvSpPr/>
          <p:nvPr/>
        </p:nvSpPr>
        <p:spPr>
          <a:xfrm>
            <a:off x="7795260" y="1843207"/>
            <a:ext cx="3144322" cy="343614"/>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Traditional Classroom</a:t>
            </a:r>
            <a:endParaRPr lang="en-US" sz="2150" dirty="0"/>
          </a:p>
        </p:txBody>
      </p:sp>
      <p:sp>
        <p:nvSpPr>
          <p:cNvPr id="9" name="Text 6"/>
          <p:cNvSpPr/>
          <p:nvPr/>
        </p:nvSpPr>
        <p:spPr>
          <a:xfrm>
            <a:off x="7795260" y="2318742"/>
            <a:ext cx="6065520" cy="1055489"/>
          </a:xfrm>
          <a:prstGeom prst="rect">
            <a:avLst/>
          </a:prstGeom>
          <a:noFill/>
          <a:ln/>
        </p:spPr>
        <p:txBody>
          <a:bodyPr wrap="square" lIns="0" tIns="0" rIns="0" bIns="0" rtlCol="0" anchor="t"/>
          <a:lstStyle/>
          <a:p>
            <a:pPr marL="0" indent="0" algn="l">
              <a:lnSpc>
                <a:spcPts val="2750"/>
              </a:lnSpc>
              <a:buNone/>
            </a:pPr>
            <a:r>
              <a:rPr lang="en-US" sz="1700" dirty="0">
                <a:solidFill>
                  <a:srgbClr val="49495A"/>
                </a:solidFill>
                <a:latin typeface="Open Sans" pitchFamily="34" charset="0"/>
                <a:ea typeface="Open Sans" pitchFamily="34" charset="-122"/>
                <a:cs typeface="Open Sans" pitchFamily="34" charset="-120"/>
              </a:rPr>
              <a:t>Face-to-face instruction has been the standard for centuries, fostering direct interaction and hands-on learning.</a:t>
            </a:r>
            <a:endParaRPr lang="en-US" sz="1700" dirty="0"/>
          </a:p>
        </p:txBody>
      </p:sp>
      <p:sp>
        <p:nvSpPr>
          <p:cNvPr id="10" name="Shape 7"/>
          <p:cNvSpPr/>
          <p:nvPr/>
        </p:nvSpPr>
        <p:spPr>
          <a:xfrm>
            <a:off x="6802695" y="4293156"/>
            <a:ext cx="769620" cy="30480"/>
          </a:xfrm>
          <a:prstGeom prst="roundRect">
            <a:avLst>
              <a:gd name="adj" fmla="val 108221"/>
            </a:avLst>
          </a:prstGeom>
          <a:solidFill>
            <a:srgbClr val="D0CED9"/>
          </a:solidFill>
          <a:ln/>
        </p:spPr>
        <p:txBody>
          <a:bodyPr/>
          <a:lstStyle/>
          <a:p>
            <a:endParaRPr lang="en-CA"/>
          </a:p>
        </p:txBody>
      </p:sp>
      <p:sp>
        <p:nvSpPr>
          <p:cNvPr id="11" name="Shape 8"/>
          <p:cNvSpPr/>
          <p:nvPr/>
        </p:nvSpPr>
        <p:spPr>
          <a:xfrm>
            <a:off x="6338471" y="4061103"/>
            <a:ext cx="494705" cy="494705"/>
          </a:xfrm>
          <a:prstGeom prst="roundRect">
            <a:avLst>
              <a:gd name="adj" fmla="val 6668"/>
            </a:avLst>
          </a:prstGeom>
          <a:solidFill>
            <a:srgbClr val="EAE8F3"/>
          </a:solidFill>
          <a:ln/>
        </p:spPr>
        <p:txBody>
          <a:bodyPr/>
          <a:lstStyle/>
          <a:p>
            <a:endParaRPr lang="en-CA"/>
          </a:p>
        </p:txBody>
      </p:sp>
      <p:sp>
        <p:nvSpPr>
          <p:cNvPr id="12" name="Text 9"/>
          <p:cNvSpPr/>
          <p:nvPr/>
        </p:nvSpPr>
        <p:spPr>
          <a:xfrm>
            <a:off x="6484203" y="4143494"/>
            <a:ext cx="203121" cy="329803"/>
          </a:xfrm>
          <a:prstGeom prst="rect">
            <a:avLst/>
          </a:prstGeom>
          <a:noFill/>
          <a:ln/>
        </p:spPr>
        <p:txBody>
          <a:bodyPr wrap="none" lIns="0" tIns="0" rIns="0" bIns="0" rtlCol="0" anchor="t"/>
          <a:lstStyle/>
          <a:p>
            <a:pPr marL="0" indent="0" algn="ctr">
              <a:lnSpc>
                <a:spcPts val="2550"/>
              </a:lnSpc>
              <a:buNone/>
            </a:pPr>
            <a:r>
              <a:rPr lang="en-US" sz="2550" dirty="0">
                <a:solidFill>
                  <a:srgbClr val="49495A"/>
                </a:solidFill>
                <a:latin typeface="Libre Baskerville" pitchFamily="34" charset="0"/>
                <a:ea typeface="Libre Baskerville" pitchFamily="34" charset="-122"/>
                <a:cs typeface="Libre Baskerville" pitchFamily="34" charset="-120"/>
              </a:rPr>
              <a:t>2</a:t>
            </a:r>
            <a:endParaRPr lang="en-US" sz="2550" dirty="0"/>
          </a:p>
        </p:txBody>
      </p:sp>
      <p:sp>
        <p:nvSpPr>
          <p:cNvPr id="13" name="Text 10"/>
          <p:cNvSpPr/>
          <p:nvPr/>
        </p:nvSpPr>
        <p:spPr>
          <a:xfrm>
            <a:off x="7795260" y="4033599"/>
            <a:ext cx="4009073" cy="343614"/>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Online Learning Emergence</a:t>
            </a:r>
            <a:endParaRPr lang="en-US" sz="2150" dirty="0"/>
          </a:p>
        </p:txBody>
      </p:sp>
      <p:sp>
        <p:nvSpPr>
          <p:cNvPr id="14" name="Text 11"/>
          <p:cNvSpPr/>
          <p:nvPr/>
        </p:nvSpPr>
        <p:spPr>
          <a:xfrm>
            <a:off x="7795260" y="4509135"/>
            <a:ext cx="6065520" cy="1055489"/>
          </a:xfrm>
          <a:prstGeom prst="rect">
            <a:avLst/>
          </a:prstGeom>
          <a:noFill/>
          <a:ln/>
        </p:spPr>
        <p:txBody>
          <a:bodyPr wrap="square" lIns="0" tIns="0" rIns="0" bIns="0" rtlCol="0" anchor="t"/>
          <a:lstStyle/>
          <a:p>
            <a:pPr marL="0" indent="0" algn="l">
              <a:lnSpc>
                <a:spcPts val="2750"/>
              </a:lnSpc>
              <a:buNone/>
            </a:pPr>
            <a:r>
              <a:rPr lang="en-US" sz="1700" dirty="0">
                <a:solidFill>
                  <a:srgbClr val="49495A"/>
                </a:solidFill>
                <a:latin typeface="Open Sans" pitchFamily="34" charset="0"/>
                <a:ea typeface="Open Sans" pitchFamily="34" charset="-122"/>
                <a:cs typeface="Open Sans" pitchFamily="34" charset="-120"/>
              </a:rPr>
              <a:t>The rise of internet technologies introduced online education, offering flexibility and broader access to knowledge.</a:t>
            </a:r>
            <a:endParaRPr lang="en-US" sz="1700" dirty="0"/>
          </a:p>
        </p:txBody>
      </p:sp>
      <p:sp>
        <p:nvSpPr>
          <p:cNvPr id="15" name="Shape 12"/>
          <p:cNvSpPr/>
          <p:nvPr/>
        </p:nvSpPr>
        <p:spPr>
          <a:xfrm>
            <a:off x="6802695" y="6483548"/>
            <a:ext cx="769620" cy="30480"/>
          </a:xfrm>
          <a:prstGeom prst="roundRect">
            <a:avLst>
              <a:gd name="adj" fmla="val 108221"/>
            </a:avLst>
          </a:prstGeom>
          <a:solidFill>
            <a:srgbClr val="D0CED9"/>
          </a:solidFill>
          <a:ln/>
        </p:spPr>
        <p:txBody>
          <a:bodyPr/>
          <a:lstStyle/>
          <a:p>
            <a:endParaRPr lang="en-CA"/>
          </a:p>
        </p:txBody>
      </p:sp>
      <p:sp>
        <p:nvSpPr>
          <p:cNvPr id="16" name="Shape 13"/>
          <p:cNvSpPr/>
          <p:nvPr/>
        </p:nvSpPr>
        <p:spPr>
          <a:xfrm>
            <a:off x="6338471" y="6251496"/>
            <a:ext cx="494705" cy="494705"/>
          </a:xfrm>
          <a:prstGeom prst="roundRect">
            <a:avLst>
              <a:gd name="adj" fmla="val 6668"/>
            </a:avLst>
          </a:prstGeom>
          <a:solidFill>
            <a:srgbClr val="EAE8F3"/>
          </a:solidFill>
          <a:ln/>
        </p:spPr>
        <p:txBody>
          <a:bodyPr/>
          <a:lstStyle/>
          <a:p>
            <a:endParaRPr lang="en-CA"/>
          </a:p>
        </p:txBody>
      </p:sp>
      <p:sp>
        <p:nvSpPr>
          <p:cNvPr id="17" name="Text 14"/>
          <p:cNvSpPr/>
          <p:nvPr/>
        </p:nvSpPr>
        <p:spPr>
          <a:xfrm>
            <a:off x="6484203" y="6333887"/>
            <a:ext cx="203121" cy="329803"/>
          </a:xfrm>
          <a:prstGeom prst="rect">
            <a:avLst/>
          </a:prstGeom>
          <a:noFill/>
          <a:ln/>
        </p:spPr>
        <p:txBody>
          <a:bodyPr wrap="none" lIns="0" tIns="0" rIns="0" bIns="0" rtlCol="0" anchor="t"/>
          <a:lstStyle/>
          <a:p>
            <a:pPr marL="0" indent="0" algn="ctr">
              <a:lnSpc>
                <a:spcPts val="2550"/>
              </a:lnSpc>
              <a:buNone/>
            </a:pPr>
            <a:r>
              <a:rPr lang="en-US" sz="2550" dirty="0">
                <a:solidFill>
                  <a:srgbClr val="49495A"/>
                </a:solidFill>
                <a:latin typeface="Libre Baskerville" pitchFamily="34" charset="0"/>
                <a:ea typeface="Libre Baskerville" pitchFamily="34" charset="-122"/>
                <a:cs typeface="Libre Baskerville" pitchFamily="34" charset="-120"/>
              </a:rPr>
              <a:t>3</a:t>
            </a:r>
            <a:endParaRPr lang="en-US" sz="2550" dirty="0"/>
          </a:p>
        </p:txBody>
      </p:sp>
      <p:sp>
        <p:nvSpPr>
          <p:cNvPr id="18" name="Text 15"/>
          <p:cNvSpPr/>
          <p:nvPr/>
        </p:nvSpPr>
        <p:spPr>
          <a:xfrm>
            <a:off x="7795260" y="6223992"/>
            <a:ext cx="2748796" cy="343614"/>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Hybrid Models</a:t>
            </a:r>
            <a:endParaRPr lang="en-US" sz="2150" dirty="0"/>
          </a:p>
        </p:txBody>
      </p:sp>
      <p:sp>
        <p:nvSpPr>
          <p:cNvPr id="19" name="Text 16"/>
          <p:cNvSpPr/>
          <p:nvPr/>
        </p:nvSpPr>
        <p:spPr>
          <a:xfrm>
            <a:off x="7795260" y="6699528"/>
            <a:ext cx="6065520" cy="703659"/>
          </a:xfrm>
          <a:prstGeom prst="rect">
            <a:avLst/>
          </a:prstGeom>
          <a:noFill/>
          <a:ln/>
        </p:spPr>
        <p:txBody>
          <a:bodyPr wrap="square" lIns="0" tIns="0" rIns="0" bIns="0" rtlCol="0" anchor="t"/>
          <a:lstStyle/>
          <a:p>
            <a:pPr marL="0" indent="0" algn="l">
              <a:lnSpc>
                <a:spcPts val="2750"/>
              </a:lnSpc>
              <a:buNone/>
            </a:pPr>
            <a:r>
              <a:rPr lang="en-US" sz="1700" dirty="0">
                <a:solidFill>
                  <a:srgbClr val="49495A"/>
                </a:solidFill>
                <a:latin typeface="Open Sans" pitchFamily="34" charset="0"/>
                <a:ea typeface="Open Sans" pitchFamily="34" charset="-122"/>
                <a:cs typeface="Open Sans" pitchFamily="34" charset="-120"/>
              </a:rPr>
              <a:t>Recent years have seen a blend of online and offline approaches, aiming to combine the best of both worlds.</a:t>
            </a:r>
            <a:endParaRPr lang="en-US" sz="1700" dirty="0"/>
          </a:p>
        </p:txBody>
      </p:sp>
      <p:sp>
        <p:nvSpPr>
          <p:cNvPr id="21" name="TextBox 20">
            <a:extLst>
              <a:ext uri="{FF2B5EF4-FFF2-40B4-BE49-F238E27FC236}">
                <a16:creationId xmlns:a16="http://schemas.microsoft.com/office/drawing/2014/main" id="{9D7F181F-9F84-9A63-0272-3F0C26FF55CA}"/>
              </a:ext>
            </a:extLst>
          </p:cNvPr>
          <p:cNvSpPr txBox="1"/>
          <p:nvPr/>
        </p:nvSpPr>
        <p:spPr>
          <a:xfrm>
            <a:off x="769620" y="1536302"/>
            <a:ext cx="4899281" cy="5574668"/>
          </a:xfrm>
          <a:prstGeom prst="rect">
            <a:avLst/>
          </a:prstGeom>
          <a:noFill/>
        </p:spPr>
        <p:txBody>
          <a:bodyPr wrap="square">
            <a:spAutoFit/>
          </a:bodyPr>
          <a:lstStyle/>
          <a:p>
            <a:pPr marL="0" indent="0">
              <a:lnSpc>
                <a:spcPct val="150000"/>
              </a:lnSpc>
              <a:buNone/>
            </a:pPr>
            <a:r>
              <a:rPr lang="en-US" sz="2400" dirty="0">
                <a:solidFill>
                  <a:srgbClr val="49495A"/>
                </a:solidFill>
                <a:latin typeface="Open Sans" pitchFamily="34" charset="0"/>
                <a:ea typeface="Open Sans" pitchFamily="34" charset="-122"/>
                <a:cs typeface="Open Sans" pitchFamily="34" charset="-120"/>
              </a:rPr>
              <a:t>This project explores the effects of online and offline education on student outcomes. We'll analyze performance metrics, engagement levels, and learning experiences across both modalities. Our findings will inform future educational strategies and resource allocation.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358509"/>
            <a:ext cx="9030295" cy="708779"/>
          </a:xfrm>
          <a:prstGeom prst="rect">
            <a:avLst/>
          </a:prstGeom>
          <a:noFill/>
          <a:ln/>
        </p:spPr>
        <p:txBody>
          <a:bodyPr wrap="none" lIns="0" tIns="0" rIns="0" bIns="0" rtlCol="0" anchor="t"/>
          <a:lstStyle/>
          <a:p>
            <a:pPr marL="0" indent="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Project Management Approach</a:t>
            </a:r>
            <a:endParaRPr lang="en-US" sz="4450" dirty="0"/>
          </a:p>
        </p:txBody>
      </p:sp>
      <p:sp>
        <p:nvSpPr>
          <p:cNvPr id="3" name="Text 1"/>
          <p:cNvSpPr/>
          <p:nvPr/>
        </p:nvSpPr>
        <p:spPr>
          <a:xfrm>
            <a:off x="793790" y="3634264"/>
            <a:ext cx="3018473" cy="354330"/>
          </a:xfrm>
          <a:prstGeom prst="rect">
            <a:avLst/>
          </a:prstGeom>
          <a:noFill/>
          <a:ln/>
        </p:spPr>
        <p:txBody>
          <a:bodyPr wrap="none" lIns="0" tIns="0" rIns="0" bIns="0" rtlCol="0" anchor="t"/>
          <a:lstStyle/>
          <a:p>
            <a:pPr marL="0" indent="0">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Traditional Waterfall</a:t>
            </a:r>
            <a:endParaRPr lang="en-US" sz="2200" dirty="0"/>
          </a:p>
        </p:txBody>
      </p:sp>
      <p:sp>
        <p:nvSpPr>
          <p:cNvPr id="4" name="Text 2"/>
          <p:cNvSpPr/>
          <p:nvPr/>
        </p:nvSpPr>
        <p:spPr>
          <a:xfrm>
            <a:off x="793790" y="4215408"/>
            <a:ext cx="3978116" cy="1088708"/>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Used for overall project structure and milestone planning. Ensures clear progression through project phases.</a:t>
            </a:r>
            <a:endParaRPr lang="en-US" sz="1750" dirty="0"/>
          </a:p>
        </p:txBody>
      </p:sp>
      <p:sp>
        <p:nvSpPr>
          <p:cNvPr id="5" name="Text 3"/>
          <p:cNvSpPr/>
          <p:nvPr/>
        </p:nvSpPr>
        <p:spPr>
          <a:xfrm>
            <a:off x="5332928" y="363426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Agile Sprints</a:t>
            </a:r>
            <a:endParaRPr lang="en-US" sz="2200" dirty="0"/>
          </a:p>
        </p:txBody>
      </p:sp>
      <p:sp>
        <p:nvSpPr>
          <p:cNvPr id="6" name="Text 4"/>
          <p:cNvSpPr/>
          <p:nvPr/>
        </p:nvSpPr>
        <p:spPr>
          <a:xfrm>
            <a:off x="5332928" y="4215408"/>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Implemented within phases for flexibility. Allows for iterative development of research tools and analysis methods.</a:t>
            </a:r>
            <a:endParaRPr lang="en-US" sz="1750" dirty="0"/>
          </a:p>
        </p:txBody>
      </p:sp>
      <p:sp>
        <p:nvSpPr>
          <p:cNvPr id="7" name="Text 5"/>
          <p:cNvSpPr/>
          <p:nvPr/>
        </p:nvSpPr>
        <p:spPr>
          <a:xfrm>
            <a:off x="9872067" y="363426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Hybrid Benefits</a:t>
            </a:r>
            <a:endParaRPr lang="en-US" sz="2200" dirty="0"/>
          </a:p>
        </p:txBody>
      </p:sp>
      <p:sp>
        <p:nvSpPr>
          <p:cNvPr id="8" name="Text 6"/>
          <p:cNvSpPr/>
          <p:nvPr/>
        </p:nvSpPr>
        <p:spPr>
          <a:xfrm>
            <a:off x="9872067" y="4215408"/>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Combines structure with adaptability. Facilitates responsiveness to emerging insights while maintaining project timeline.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8641" y="793433"/>
            <a:ext cx="5587841" cy="698421"/>
          </a:xfrm>
          <a:prstGeom prst="rect">
            <a:avLst/>
          </a:prstGeom>
          <a:noFill/>
          <a:ln/>
        </p:spPr>
        <p:txBody>
          <a:bodyPr wrap="none" lIns="0" tIns="0" rIns="0" bIns="0" rtlCol="0" anchor="t"/>
          <a:lstStyle/>
          <a:p>
            <a:pPr marL="0" indent="0">
              <a:lnSpc>
                <a:spcPts val="5450"/>
              </a:lnSpc>
              <a:buNone/>
            </a:pPr>
            <a:r>
              <a:rPr lang="en-US" sz="4350" dirty="0">
                <a:solidFill>
                  <a:srgbClr val="403CCF"/>
                </a:solidFill>
                <a:latin typeface="Libre Baskerville" pitchFamily="34" charset="0"/>
                <a:ea typeface="Libre Baskerville" pitchFamily="34" charset="-122"/>
                <a:cs typeface="Libre Baskerville" pitchFamily="34" charset="-120"/>
              </a:rPr>
              <a:t>Project Objectives</a:t>
            </a:r>
            <a:endParaRPr lang="en-US" sz="4350" dirty="0"/>
          </a:p>
        </p:txBody>
      </p:sp>
      <p:sp>
        <p:nvSpPr>
          <p:cNvPr id="4" name="Shape 1"/>
          <p:cNvSpPr/>
          <p:nvPr/>
        </p:nvSpPr>
        <p:spPr>
          <a:xfrm>
            <a:off x="6268641" y="2078355"/>
            <a:ext cx="502801" cy="502801"/>
          </a:xfrm>
          <a:prstGeom prst="roundRect">
            <a:avLst>
              <a:gd name="adj" fmla="val 6668"/>
            </a:avLst>
          </a:prstGeom>
          <a:solidFill>
            <a:srgbClr val="EAE8F3"/>
          </a:solidFill>
          <a:ln/>
        </p:spPr>
        <p:txBody>
          <a:bodyPr/>
          <a:lstStyle/>
          <a:p>
            <a:endParaRPr lang="en-CA"/>
          </a:p>
        </p:txBody>
      </p:sp>
      <p:sp>
        <p:nvSpPr>
          <p:cNvPr id="5" name="Text 2"/>
          <p:cNvSpPr/>
          <p:nvPr/>
        </p:nvSpPr>
        <p:spPr>
          <a:xfrm>
            <a:off x="6445210" y="2162056"/>
            <a:ext cx="149543" cy="335280"/>
          </a:xfrm>
          <a:prstGeom prst="rect">
            <a:avLst/>
          </a:prstGeom>
          <a:noFill/>
          <a:ln/>
        </p:spPr>
        <p:txBody>
          <a:bodyPr wrap="none" lIns="0" tIns="0" rIns="0" bIns="0" rtlCol="0" anchor="t"/>
          <a:lstStyle/>
          <a:p>
            <a:pPr marL="0" indent="0" algn="ctr">
              <a:lnSpc>
                <a:spcPts val="2600"/>
              </a:lnSpc>
              <a:buNone/>
            </a:pPr>
            <a:r>
              <a:rPr lang="en-US" sz="2600" dirty="0">
                <a:solidFill>
                  <a:srgbClr val="49495A"/>
                </a:solidFill>
                <a:latin typeface="Libre Baskerville" pitchFamily="34" charset="0"/>
                <a:ea typeface="Libre Baskerville" pitchFamily="34" charset="-122"/>
                <a:cs typeface="Libre Baskerville" pitchFamily="34" charset="-120"/>
              </a:rPr>
              <a:t>1</a:t>
            </a:r>
            <a:endParaRPr lang="en-US" sz="2600" dirty="0"/>
          </a:p>
        </p:txBody>
      </p:sp>
      <p:sp>
        <p:nvSpPr>
          <p:cNvPr id="6" name="Text 3"/>
          <p:cNvSpPr/>
          <p:nvPr/>
        </p:nvSpPr>
        <p:spPr>
          <a:xfrm>
            <a:off x="6994922" y="2078355"/>
            <a:ext cx="2951798" cy="698421"/>
          </a:xfrm>
          <a:prstGeom prst="rect">
            <a:avLst/>
          </a:prstGeom>
          <a:noFill/>
          <a:ln/>
        </p:spPr>
        <p:txBody>
          <a:bodyPr wrap="square" lIns="0" tIns="0" rIns="0" bIns="0" rtlCol="0" anchor="t"/>
          <a:lstStyle/>
          <a:p>
            <a:pPr marL="0" indent="0">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Compare Performance</a:t>
            </a:r>
            <a:endParaRPr lang="en-US" sz="2150" dirty="0"/>
          </a:p>
        </p:txBody>
      </p:sp>
      <p:sp>
        <p:nvSpPr>
          <p:cNvPr id="7" name="Text 4"/>
          <p:cNvSpPr/>
          <p:nvPr/>
        </p:nvSpPr>
        <p:spPr>
          <a:xfrm>
            <a:off x="6994922" y="2910840"/>
            <a:ext cx="2951798" cy="1787723"/>
          </a:xfrm>
          <a:prstGeom prst="rect">
            <a:avLst/>
          </a:prstGeom>
          <a:noFill/>
          <a:ln/>
        </p:spPr>
        <p:txBody>
          <a:bodyPr wrap="square" lIns="0" tIns="0" rIns="0" bIns="0" rtlCol="0" anchor="t"/>
          <a:lstStyle/>
          <a:p>
            <a:pPr marL="0" indent="0">
              <a:lnSpc>
                <a:spcPts val="2800"/>
              </a:lnSpc>
              <a:buNone/>
            </a:pPr>
            <a:r>
              <a:rPr lang="en-US" sz="1750" dirty="0">
                <a:solidFill>
                  <a:srgbClr val="49495A"/>
                </a:solidFill>
                <a:latin typeface="Open Sans" pitchFamily="34" charset="0"/>
                <a:ea typeface="Open Sans" pitchFamily="34" charset="-122"/>
                <a:cs typeface="Open Sans" pitchFamily="34" charset="-120"/>
              </a:rPr>
              <a:t>Analyze student achievement in online vs. offline settings across various subjects and grade levels.</a:t>
            </a:r>
            <a:endParaRPr lang="en-US" sz="1750" dirty="0"/>
          </a:p>
        </p:txBody>
      </p:sp>
      <p:sp>
        <p:nvSpPr>
          <p:cNvPr id="8" name="Shape 5"/>
          <p:cNvSpPr/>
          <p:nvPr/>
        </p:nvSpPr>
        <p:spPr>
          <a:xfrm>
            <a:off x="10170200" y="2078355"/>
            <a:ext cx="502801" cy="502801"/>
          </a:xfrm>
          <a:prstGeom prst="roundRect">
            <a:avLst>
              <a:gd name="adj" fmla="val 6668"/>
            </a:avLst>
          </a:prstGeom>
          <a:solidFill>
            <a:srgbClr val="EAE8F3"/>
          </a:solidFill>
          <a:ln/>
        </p:spPr>
        <p:txBody>
          <a:bodyPr/>
          <a:lstStyle/>
          <a:p>
            <a:endParaRPr lang="en-CA"/>
          </a:p>
        </p:txBody>
      </p:sp>
      <p:sp>
        <p:nvSpPr>
          <p:cNvPr id="9" name="Text 6"/>
          <p:cNvSpPr/>
          <p:nvPr/>
        </p:nvSpPr>
        <p:spPr>
          <a:xfrm>
            <a:off x="10318313" y="2162056"/>
            <a:ext cx="206573" cy="335280"/>
          </a:xfrm>
          <a:prstGeom prst="rect">
            <a:avLst/>
          </a:prstGeom>
          <a:noFill/>
          <a:ln/>
        </p:spPr>
        <p:txBody>
          <a:bodyPr wrap="none" lIns="0" tIns="0" rIns="0" bIns="0" rtlCol="0" anchor="t"/>
          <a:lstStyle/>
          <a:p>
            <a:pPr marL="0" indent="0" algn="ctr">
              <a:lnSpc>
                <a:spcPts val="2600"/>
              </a:lnSpc>
              <a:buNone/>
            </a:pPr>
            <a:r>
              <a:rPr lang="en-US" sz="2600" dirty="0">
                <a:solidFill>
                  <a:srgbClr val="49495A"/>
                </a:solidFill>
                <a:latin typeface="Libre Baskerville" pitchFamily="34" charset="0"/>
                <a:ea typeface="Libre Baskerville" pitchFamily="34" charset="-122"/>
                <a:cs typeface="Libre Baskerville" pitchFamily="34" charset="-120"/>
              </a:rPr>
              <a:t>2</a:t>
            </a:r>
            <a:endParaRPr lang="en-US" sz="2600" dirty="0"/>
          </a:p>
        </p:txBody>
      </p:sp>
      <p:sp>
        <p:nvSpPr>
          <p:cNvPr id="10" name="Text 7"/>
          <p:cNvSpPr/>
          <p:nvPr/>
        </p:nvSpPr>
        <p:spPr>
          <a:xfrm>
            <a:off x="10896481" y="2078355"/>
            <a:ext cx="2951798" cy="698421"/>
          </a:xfrm>
          <a:prstGeom prst="rect">
            <a:avLst/>
          </a:prstGeom>
          <a:noFill/>
          <a:ln/>
        </p:spPr>
        <p:txBody>
          <a:bodyPr wrap="square" lIns="0" tIns="0" rIns="0" bIns="0" rtlCol="0" anchor="t"/>
          <a:lstStyle/>
          <a:p>
            <a:pPr marL="0" indent="0">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Measure Engagement</a:t>
            </a:r>
            <a:endParaRPr lang="en-US" sz="2150" dirty="0"/>
          </a:p>
        </p:txBody>
      </p:sp>
      <p:sp>
        <p:nvSpPr>
          <p:cNvPr id="11" name="Text 8"/>
          <p:cNvSpPr/>
          <p:nvPr/>
        </p:nvSpPr>
        <p:spPr>
          <a:xfrm>
            <a:off x="10896481" y="2910840"/>
            <a:ext cx="2951798" cy="1430179"/>
          </a:xfrm>
          <a:prstGeom prst="rect">
            <a:avLst/>
          </a:prstGeom>
          <a:noFill/>
          <a:ln/>
        </p:spPr>
        <p:txBody>
          <a:bodyPr wrap="square" lIns="0" tIns="0" rIns="0" bIns="0" rtlCol="0" anchor="t"/>
          <a:lstStyle/>
          <a:p>
            <a:pPr marL="0" indent="0">
              <a:lnSpc>
                <a:spcPts val="2800"/>
              </a:lnSpc>
              <a:buNone/>
            </a:pPr>
            <a:r>
              <a:rPr lang="en-US" sz="1750" dirty="0">
                <a:solidFill>
                  <a:srgbClr val="49495A"/>
                </a:solidFill>
                <a:latin typeface="Open Sans" pitchFamily="34" charset="0"/>
                <a:ea typeface="Open Sans" pitchFamily="34" charset="-122"/>
                <a:cs typeface="Open Sans" pitchFamily="34" charset="-120"/>
              </a:rPr>
              <a:t>Evaluate student participation, interaction, and motivation in both learning environments.</a:t>
            </a:r>
            <a:endParaRPr lang="en-US" sz="1750" dirty="0"/>
          </a:p>
        </p:txBody>
      </p:sp>
      <p:sp>
        <p:nvSpPr>
          <p:cNvPr id="12" name="Shape 9"/>
          <p:cNvSpPr/>
          <p:nvPr/>
        </p:nvSpPr>
        <p:spPr>
          <a:xfrm>
            <a:off x="6268641" y="5173385"/>
            <a:ext cx="502801" cy="502801"/>
          </a:xfrm>
          <a:prstGeom prst="roundRect">
            <a:avLst>
              <a:gd name="adj" fmla="val 6668"/>
            </a:avLst>
          </a:prstGeom>
          <a:solidFill>
            <a:srgbClr val="EAE8F3"/>
          </a:solidFill>
          <a:ln/>
        </p:spPr>
        <p:txBody>
          <a:bodyPr/>
          <a:lstStyle/>
          <a:p>
            <a:endParaRPr lang="en-CA"/>
          </a:p>
        </p:txBody>
      </p:sp>
      <p:sp>
        <p:nvSpPr>
          <p:cNvPr id="13" name="Text 10"/>
          <p:cNvSpPr/>
          <p:nvPr/>
        </p:nvSpPr>
        <p:spPr>
          <a:xfrm>
            <a:off x="6416754" y="5257086"/>
            <a:ext cx="206573" cy="335280"/>
          </a:xfrm>
          <a:prstGeom prst="rect">
            <a:avLst/>
          </a:prstGeom>
          <a:noFill/>
          <a:ln/>
        </p:spPr>
        <p:txBody>
          <a:bodyPr wrap="none" lIns="0" tIns="0" rIns="0" bIns="0" rtlCol="0" anchor="t"/>
          <a:lstStyle/>
          <a:p>
            <a:pPr marL="0" indent="0" algn="ctr">
              <a:lnSpc>
                <a:spcPts val="2600"/>
              </a:lnSpc>
              <a:buNone/>
            </a:pPr>
            <a:r>
              <a:rPr lang="en-US" sz="2600" dirty="0">
                <a:solidFill>
                  <a:srgbClr val="49495A"/>
                </a:solidFill>
                <a:latin typeface="Libre Baskerville" pitchFamily="34" charset="0"/>
                <a:ea typeface="Libre Baskerville" pitchFamily="34" charset="-122"/>
                <a:cs typeface="Libre Baskerville" pitchFamily="34" charset="-120"/>
              </a:rPr>
              <a:t>3</a:t>
            </a:r>
            <a:endParaRPr lang="en-US" sz="2600" dirty="0"/>
          </a:p>
        </p:txBody>
      </p:sp>
      <p:sp>
        <p:nvSpPr>
          <p:cNvPr id="14" name="Text 11"/>
          <p:cNvSpPr/>
          <p:nvPr/>
        </p:nvSpPr>
        <p:spPr>
          <a:xfrm>
            <a:off x="6994922" y="5173385"/>
            <a:ext cx="2951798" cy="698421"/>
          </a:xfrm>
          <a:prstGeom prst="rect">
            <a:avLst/>
          </a:prstGeom>
          <a:noFill/>
          <a:ln/>
        </p:spPr>
        <p:txBody>
          <a:bodyPr wrap="square" lIns="0" tIns="0" rIns="0" bIns="0" rtlCol="0" anchor="t"/>
          <a:lstStyle/>
          <a:p>
            <a:pPr marL="0" indent="0">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Identify Best Practices</a:t>
            </a:r>
            <a:endParaRPr lang="en-US" sz="2150" dirty="0"/>
          </a:p>
        </p:txBody>
      </p:sp>
      <p:sp>
        <p:nvSpPr>
          <p:cNvPr id="15" name="Text 12"/>
          <p:cNvSpPr/>
          <p:nvPr/>
        </p:nvSpPr>
        <p:spPr>
          <a:xfrm>
            <a:off x="6994922" y="6005870"/>
            <a:ext cx="2951798" cy="1430179"/>
          </a:xfrm>
          <a:prstGeom prst="rect">
            <a:avLst/>
          </a:prstGeom>
          <a:noFill/>
          <a:ln/>
        </p:spPr>
        <p:txBody>
          <a:bodyPr wrap="square" lIns="0" tIns="0" rIns="0" bIns="0" rtlCol="0" anchor="t"/>
          <a:lstStyle/>
          <a:p>
            <a:pPr marL="0" indent="0">
              <a:lnSpc>
                <a:spcPts val="2800"/>
              </a:lnSpc>
              <a:buNone/>
            </a:pPr>
            <a:r>
              <a:rPr lang="en-US" sz="1750" dirty="0">
                <a:solidFill>
                  <a:srgbClr val="49495A"/>
                </a:solidFill>
                <a:latin typeface="Open Sans" pitchFamily="34" charset="0"/>
                <a:ea typeface="Open Sans" pitchFamily="34" charset="-122"/>
                <a:cs typeface="Open Sans" pitchFamily="34" charset="-120"/>
              </a:rPr>
              <a:t>Determine effective strategies for each modality to enhance overall educational outcomes.</a:t>
            </a:r>
            <a:endParaRPr lang="en-US" sz="1750" dirty="0"/>
          </a:p>
        </p:txBody>
      </p:sp>
      <p:sp>
        <p:nvSpPr>
          <p:cNvPr id="16" name="Shape 13"/>
          <p:cNvSpPr/>
          <p:nvPr/>
        </p:nvSpPr>
        <p:spPr>
          <a:xfrm>
            <a:off x="10170200" y="5173385"/>
            <a:ext cx="502801" cy="502801"/>
          </a:xfrm>
          <a:prstGeom prst="roundRect">
            <a:avLst>
              <a:gd name="adj" fmla="val 6668"/>
            </a:avLst>
          </a:prstGeom>
          <a:solidFill>
            <a:srgbClr val="EAE8F3"/>
          </a:solidFill>
          <a:ln/>
        </p:spPr>
        <p:txBody>
          <a:bodyPr/>
          <a:lstStyle/>
          <a:p>
            <a:endParaRPr lang="en-CA"/>
          </a:p>
        </p:txBody>
      </p:sp>
      <p:sp>
        <p:nvSpPr>
          <p:cNvPr id="17" name="Text 14"/>
          <p:cNvSpPr/>
          <p:nvPr/>
        </p:nvSpPr>
        <p:spPr>
          <a:xfrm>
            <a:off x="10323552" y="5257086"/>
            <a:ext cx="196096" cy="335280"/>
          </a:xfrm>
          <a:prstGeom prst="rect">
            <a:avLst/>
          </a:prstGeom>
          <a:noFill/>
          <a:ln/>
        </p:spPr>
        <p:txBody>
          <a:bodyPr wrap="none" lIns="0" tIns="0" rIns="0" bIns="0" rtlCol="0" anchor="t"/>
          <a:lstStyle/>
          <a:p>
            <a:pPr marL="0" indent="0" algn="ctr">
              <a:lnSpc>
                <a:spcPts val="2600"/>
              </a:lnSpc>
              <a:buNone/>
            </a:pPr>
            <a:r>
              <a:rPr lang="en-US" sz="2600" dirty="0">
                <a:solidFill>
                  <a:srgbClr val="49495A"/>
                </a:solidFill>
                <a:latin typeface="Libre Baskerville" pitchFamily="34" charset="0"/>
                <a:ea typeface="Libre Baskerville" pitchFamily="34" charset="-122"/>
                <a:cs typeface="Libre Baskerville" pitchFamily="34" charset="-120"/>
              </a:rPr>
              <a:t>4</a:t>
            </a:r>
            <a:endParaRPr lang="en-US" sz="2600" dirty="0"/>
          </a:p>
        </p:txBody>
      </p:sp>
      <p:sp>
        <p:nvSpPr>
          <p:cNvPr id="18" name="Text 15"/>
          <p:cNvSpPr/>
          <p:nvPr/>
        </p:nvSpPr>
        <p:spPr>
          <a:xfrm>
            <a:off x="10896481" y="5173385"/>
            <a:ext cx="2951798" cy="698421"/>
          </a:xfrm>
          <a:prstGeom prst="rect">
            <a:avLst/>
          </a:prstGeom>
          <a:noFill/>
          <a:ln/>
        </p:spPr>
        <p:txBody>
          <a:bodyPr wrap="square" lIns="0" tIns="0" rIns="0" bIns="0" rtlCol="0" anchor="t"/>
          <a:lstStyle/>
          <a:p>
            <a:pPr marL="0" indent="0">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Provide Recommendations</a:t>
            </a:r>
            <a:endParaRPr lang="en-US" sz="2150" dirty="0"/>
          </a:p>
        </p:txBody>
      </p:sp>
      <p:sp>
        <p:nvSpPr>
          <p:cNvPr id="19" name="Text 16"/>
          <p:cNvSpPr/>
          <p:nvPr/>
        </p:nvSpPr>
        <p:spPr>
          <a:xfrm>
            <a:off x="10896481" y="6005870"/>
            <a:ext cx="2951798" cy="1430179"/>
          </a:xfrm>
          <a:prstGeom prst="rect">
            <a:avLst/>
          </a:prstGeom>
          <a:noFill/>
          <a:ln/>
        </p:spPr>
        <p:txBody>
          <a:bodyPr wrap="square" lIns="0" tIns="0" rIns="0" bIns="0" rtlCol="0" anchor="t"/>
          <a:lstStyle/>
          <a:p>
            <a:pPr marL="0" indent="0">
              <a:lnSpc>
                <a:spcPts val="2800"/>
              </a:lnSpc>
              <a:buNone/>
            </a:pPr>
            <a:r>
              <a:rPr lang="en-US" sz="1750" dirty="0">
                <a:solidFill>
                  <a:srgbClr val="49495A"/>
                </a:solidFill>
                <a:latin typeface="Open Sans" pitchFamily="34" charset="0"/>
                <a:ea typeface="Open Sans" pitchFamily="34" charset="-122"/>
                <a:cs typeface="Open Sans" pitchFamily="34" charset="-120"/>
              </a:rPr>
              <a:t>Offer data-driven suggestions for optimizing the balance between online and offline education.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626742"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358137-FBF3-5EC2-9160-26D08D120A6E}"/>
              </a:ext>
            </a:extLst>
          </p:cNvPr>
          <p:cNvSpPr>
            <a:spLocks noGrp="1"/>
          </p:cNvSpPr>
          <p:nvPr>
            <p:ph type="title"/>
          </p:nvPr>
        </p:nvSpPr>
        <p:spPr>
          <a:xfrm>
            <a:off x="1005840" y="668625"/>
            <a:ext cx="12618720" cy="1360199"/>
          </a:xfrm>
        </p:spPr>
        <p:txBody>
          <a:bodyPr>
            <a:normAutofit/>
          </a:bodyPr>
          <a:lstStyle/>
          <a:p>
            <a:r>
              <a:rPr lang="en-IN" sz="6200" b="1" dirty="0"/>
              <a:t>Process Groups</a:t>
            </a:r>
          </a:p>
        </p:txBody>
      </p:sp>
      <p:graphicFrame>
        <p:nvGraphicFramePr>
          <p:cNvPr id="30" name="Content Placeholder 2">
            <a:extLst>
              <a:ext uri="{FF2B5EF4-FFF2-40B4-BE49-F238E27FC236}">
                <a16:creationId xmlns:a16="http://schemas.microsoft.com/office/drawing/2014/main" id="{4818C275-6BBD-DAA5-C5BC-27D2F8BBE51B}"/>
              </a:ext>
            </a:extLst>
          </p:cNvPr>
          <p:cNvGraphicFramePr>
            <a:graphicFrameLocks noGrp="1"/>
          </p:cNvGraphicFramePr>
          <p:nvPr>
            <p:ph idx="1"/>
            <p:extLst>
              <p:ext uri="{D42A27DB-BD31-4B8C-83A1-F6EECF244321}">
                <p14:modId xmlns:p14="http://schemas.microsoft.com/office/powerpoint/2010/main" val="1411625532"/>
              </p:ext>
            </p:extLst>
          </p:nvPr>
        </p:nvGraphicFramePr>
        <p:xfrm>
          <a:off x="1005840" y="2194560"/>
          <a:ext cx="12618720" cy="52230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1145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AF8E0-A6E9-0152-B658-213FCE09C508}"/>
              </a:ext>
            </a:extLst>
          </p:cNvPr>
          <p:cNvSpPr>
            <a:spLocks noGrp="1"/>
          </p:cNvSpPr>
          <p:nvPr>
            <p:ph type="title"/>
          </p:nvPr>
        </p:nvSpPr>
        <p:spPr>
          <a:xfrm>
            <a:off x="1595719" y="1375694"/>
            <a:ext cx="10817217" cy="2882407"/>
          </a:xfrm>
        </p:spPr>
        <p:txBody>
          <a:bodyPr vert="horz" lIns="91440" tIns="45720" rIns="91440" bIns="45720" rtlCol="0" anchor="b">
            <a:normAutofit/>
          </a:bodyPr>
          <a:lstStyle/>
          <a:p>
            <a:pPr algn="l">
              <a:lnSpc>
                <a:spcPct val="90000"/>
              </a:lnSpc>
            </a:pPr>
            <a:r>
              <a:rPr lang="en-US" sz="6000" kern="1200" dirty="0">
                <a:solidFill>
                  <a:schemeClr val="tx1"/>
                </a:solidFill>
                <a:latin typeface="+mj-lt"/>
                <a:ea typeface="+mj-ea"/>
                <a:cs typeface="+mj-cs"/>
              </a:rPr>
              <a:t>PROJECT INITATION</a:t>
            </a:r>
          </a:p>
        </p:txBody>
      </p:sp>
      <p:sp>
        <p:nvSpPr>
          <p:cNvPr id="20" name="Rectangle 1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 y="5249464"/>
            <a:ext cx="14630407" cy="2980133"/>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768786" y="5249464"/>
            <a:ext cx="4861612" cy="298013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255314"/>
            <a:ext cx="14630380" cy="2344714"/>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5257112"/>
            <a:ext cx="14630399" cy="2423332"/>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581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1651630" y="735330"/>
            <a:ext cx="7394496" cy="708779"/>
          </a:xfrm>
          <a:prstGeom prst="rect">
            <a:avLst/>
          </a:prstGeom>
          <a:noFill/>
          <a:ln/>
        </p:spPr>
        <p:txBody>
          <a:bodyPr wrap="none" lIns="0" tIns="0" rIns="0" bIns="0" rtlCol="0" anchor="t"/>
          <a:lstStyle/>
          <a:p>
            <a:pPr marL="0" indent="0">
              <a:lnSpc>
                <a:spcPts val="5550"/>
              </a:lnSpc>
              <a:buNone/>
            </a:pPr>
            <a:r>
              <a:rPr lang="en-US" sz="4450" dirty="0">
                <a:solidFill>
                  <a:srgbClr val="5A58A1"/>
                </a:solidFill>
                <a:latin typeface="Libre Baskerville" pitchFamily="34" charset="0"/>
                <a:ea typeface="Libre Baskerville" pitchFamily="34" charset="-122"/>
                <a:cs typeface="Libre Baskerville" pitchFamily="34" charset="-120"/>
              </a:rPr>
              <a:t>Project Charter Overview</a:t>
            </a:r>
            <a:endParaRPr lang="en-US" sz="4450" dirty="0">
              <a:solidFill>
                <a:srgbClr val="5A58A1"/>
              </a:solidFill>
            </a:endParaRPr>
          </a:p>
        </p:txBody>
      </p:sp>
      <p:sp>
        <p:nvSpPr>
          <p:cNvPr id="4" name="Shape 1"/>
          <p:cNvSpPr/>
          <p:nvPr/>
        </p:nvSpPr>
        <p:spPr>
          <a:xfrm>
            <a:off x="914514" y="2039422"/>
            <a:ext cx="510302" cy="510302"/>
          </a:xfrm>
          <a:prstGeom prst="roundRect">
            <a:avLst>
              <a:gd name="adj" fmla="val 6667"/>
            </a:avLst>
          </a:prstGeom>
          <a:solidFill>
            <a:srgbClr val="EAE8F3"/>
          </a:solidFill>
          <a:ln/>
        </p:spPr>
        <p:txBody>
          <a:bodyPr/>
          <a:lstStyle/>
          <a:p>
            <a:endParaRPr lang="en-CA"/>
          </a:p>
        </p:txBody>
      </p:sp>
      <p:sp>
        <p:nvSpPr>
          <p:cNvPr id="5" name="Text 2"/>
          <p:cNvSpPr/>
          <p:nvPr/>
        </p:nvSpPr>
        <p:spPr>
          <a:xfrm>
            <a:off x="1093703" y="2124432"/>
            <a:ext cx="151805" cy="340281"/>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ea typeface="Libre Baskerville" pitchFamily="34" charset="-122"/>
                <a:cs typeface="Libre Baskerville" pitchFamily="34" charset="-120"/>
              </a:rPr>
              <a:t>1</a:t>
            </a:r>
            <a:endParaRPr lang="en-US" sz="2650" dirty="0"/>
          </a:p>
        </p:txBody>
      </p:sp>
      <p:sp>
        <p:nvSpPr>
          <p:cNvPr id="6" name="Text 3"/>
          <p:cNvSpPr/>
          <p:nvPr/>
        </p:nvSpPr>
        <p:spPr>
          <a:xfrm>
            <a:off x="1651630" y="203942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Project Identification</a:t>
            </a:r>
            <a:endParaRPr lang="en-US" sz="2200" dirty="0"/>
          </a:p>
        </p:txBody>
      </p:sp>
      <p:sp>
        <p:nvSpPr>
          <p:cNvPr id="7" name="Text 4"/>
          <p:cNvSpPr/>
          <p:nvPr/>
        </p:nvSpPr>
        <p:spPr>
          <a:xfrm>
            <a:off x="1651629" y="2529840"/>
            <a:ext cx="3283227" cy="1814513"/>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defines the project's purpose, scope, and goals, clarifying the problem it addresses and its expected outcomes to align stakeholders and guide planning.</a:t>
            </a:r>
            <a:endParaRPr lang="en-US" sz="1750" dirty="0"/>
          </a:p>
        </p:txBody>
      </p:sp>
      <p:sp>
        <p:nvSpPr>
          <p:cNvPr id="8" name="Shape 5"/>
          <p:cNvSpPr/>
          <p:nvPr/>
        </p:nvSpPr>
        <p:spPr>
          <a:xfrm>
            <a:off x="5295743" y="2039422"/>
            <a:ext cx="510302" cy="510302"/>
          </a:xfrm>
          <a:prstGeom prst="roundRect">
            <a:avLst>
              <a:gd name="adj" fmla="val 6667"/>
            </a:avLst>
          </a:prstGeom>
          <a:solidFill>
            <a:srgbClr val="EAE8F3"/>
          </a:solidFill>
          <a:ln/>
        </p:spPr>
        <p:txBody>
          <a:bodyPr/>
          <a:lstStyle/>
          <a:p>
            <a:endParaRPr lang="en-CA"/>
          </a:p>
        </p:txBody>
      </p:sp>
      <p:sp>
        <p:nvSpPr>
          <p:cNvPr id="9" name="Text 6"/>
          <p:cNvSpPr/>
          <p:nvPr/>
        </p:nvSpPr>
        <p:spPr>
          <a:xfrm>
            <a:off x="5446119" y="2124432"/>
            <a:ext cx="209550" cy="340281"/>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ea typeface="Libre Baskerville" pitchFamily="34" charset="-122"/>
                <a:cs typeface="Libre Baskerville" pitchFamily="34" charset="-120"/>
              </a:rPr>
              <a:t>2</a:t>
            </a:r>
            <a:endParaRPr lang="en-US" sz="2650" dirty="0"/>
          </a:p>
        </p:txBody>
      </p:sp>
      <p:sp>
        <p:nvSpPr>
          <p:cNvPr id="10" name="Text 7"/>
          <p:cNvSpPr/>
          <p:nvPr/>
        </p:nvSpPr>
        <p:spPr>
          <a:xfrm>
            <a:off x="6032859" y="203942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Project O</a:t>
            </a:r>
            <a:r>
              <a:rPr lang="en-US" altLang="zh-CN" sz="2200" dirty="0">
                <a:solidFill>
                  <a:srgbClr val="49495A"/>
                </a:solidFill>
                <a:latin typeface="Libre Baskerville" pitchFamily="34" charset="0"/>
                <a:ea typeface="Libre Baskerville" pitchFamily="34" charset="-122"/>
                <a:cs typeface="Libre Baskerville" pitchFamily="34" charset="-120"/>
              </a:rPr>
              <a:t>bjectives</a:t>
            </a:r>
            <a:r>
              <a:rPr lang="en-US" sz="2200" dirty="0">
                <a:solidFill>
                  <a:srgbClr val="49495A"/>
                </a:solidFill>
                <a:latin typeface="Libre Baskerville" pitchFamily="34" charset="0"/>
                <a:ea typeface="Libre Baskerville" pitchFamily="34" charset="-122"/>
                <a:cs typeface="Libre Baskerville" pitchFamily="34" charset="-120"/>
              </a:rPr>
              <a:t> </a:t>
            </a:r>
            <a:endParaRPr lang="en-US" sz="2200" dirty="0"/>
          </a:p>
        </p:txBody>
      </p:sp>
      <p:sp>
        <p:nvSpPr>
          <p:cNvPr id="11" name="Text 8"/>
          <p:cNvSpPr/>
          <p:nvPr/>
        </p:nvSpPr>
        <p:spPr>
          <a:xfrm>
            <a:off x="6032859" y="2529840"/>
            <a:ext cx="3644113" cy="1814513"/>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Project objectives are specific, measurable goals that a project aims to achieve within a defined timeline and scope.</a:t>
            </a:r>
            <a:endParaRPr lang="en-US" sz="1750" dirty="0"/>
          </a:p>
        </p:txBody>
      </p:sp>
      <p:sp>
        <p:nvSpPr>
          <p:cNvPr id="12" name="Shape 9"/>
          <p:cNvSpPr/>
          <p:nvPr/>
        </p:nvSpPr>
        <p:spPr>
          <a:xfrm>
            <a:off x="9966096" y="2019538"/>
            <a:ext cx="510302" cy="510302"/>
          </a:xfrm>
          <a:prstGeom prst="roundRect">
            <a:avLst>
              <a:gd name="adj" fmla="val 6667"/>
            </a:avLst>
          </a:prstGeom>
          <a:solidFill>
            <a:srgbClr val="EAE8F3"/>
          </a:solidFill>
          <a:ln/>
        </p:spPr>
        <p:txBody>
          <a:bodyPr/>
          <a:lstStyle/>
          <a:p>
            <a:endParaRPr lang="en-CA"/>
          </a:p>
        </p:txBody>
      </p:sp>
      <p:sp>
        <p:nvSpPr>
          <p:cNvPr id="13" name="Text 10"/>
          <p:cNvSpPr/>
          <p:nvPr/>
        </p:nvSpPr>
        <p:spPr>
          <a:xfrm>
            <a:off x="10116472" y="2111991"/>
            <a:ext cx="209550" cy="340281"/>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ea typeface="Libre Baskerville" pitchFamily="34" charset="-122"/>
                <a:cs typeface="Libre Baskerville" pitchFamily="34" charset="-120"/>
              </a:rPr>
              <a:t>3</a:t>
            </a:r>
            <a:endParaRPr lang="en-US" sz="2650" dirty="0"/>
          </a:p>
        </p:txBody>
      </p:sp>
      <p:sp>
        <p:nvSpPr>
          <p:cNvPr id="14" name="Text 11"/>
          <p:cNvSpPr/>
          <p:nvPr/>
        </p:nvSpPr>
        <p:spPr>
          <a:xfrm>
            <a:off x="10703212" y="2039422"/>
            <a:ext cx="2927747" cy="708660"/>
          </a:xfrm>
          <a:prstGeom prst="rect">
            <a:avLst/>
          </a:prstGeom>
          <a:noFill/>
          <a:ln/>
        </p:spPr>
        <p:txBody>
          <a:bodyPr wrap="squar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High-Level Requirements</a:t>
            </a:r>
            <a:endParaRPr lang="en-US" sz="2200" dirty="0"/>
          </a:p>
        </p:txBody>
      </p:sp>
      <p:sp>
        <p:nvSpPr>
          <p:cNvPr id="15" name="Text 12"/>
          <p:cNvSpPr/>
          <p:nvPr/>
        </p:nvSpPr>
        <p:spPr>
          <a:xfrm>
            <a:off x="10703212" y="2811350"/>
            <a:ext cx="3303074" cy="1814513"/>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High-Level Requirements define the main features or outcomes a project must deliver.</a:t>
            </a:r>
            <a:endParaRPr lang="en-US" sz="1750" dirty="0"/>
          </a:p>
        </p:txBody>
      </p:sp>
      <p:sp>
        <p:nvSpPr>
          <p:cNvPr id="16" name="Shape 13"/>
          <p:cNvSpPr/>
          <p:nvPr/>
        </p:nvSpPr>
        <p:spPr>
          <a:xfrm>
            <a:off x="914514" y="5107114"/>
            <a:ext cx="510302" cy="510302"/>
          </a:xfrm>
          <a:prstGeom prst="roundRect">
            <a:avLst>
              <a:gd name="adj" fmla="val 6667"/>
            </a:avLst>
          </a:prstGeom>
          <a:solidFill>
            <a:srgbClr val="EAE8F3"/>
          </a:solidFill>
          <a:ln/>
        </p:spPr>
        <p:txBody>
          <a:bodyPr/>
          <a:lstStyle/>
          <a:p>
            <a:endParaRPr lang="en-CA"/>
          </a:p>
        </p:txBody>
      </p:sp>
      <p:sp>
        <p:nvSpPr>
          <p:cNvPr id="17" name="Text 14"/>
          <p:cNvSpPr/>
          <p:nvPr/>
        </p:nvSpPr>
        <p:spPr>
          <a:xfrm>
            <a:off x="1070128" y="5192124"/>
            <a:ext cx="199072" cy="340281"/>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ea typeface="Libre Baskerville" pitchFamily="34" charset="-122"/>
                <a:cs typeface="Libre Baskerville" pitchFamily="34" charset="-120"/>
              </a:rPr>
              <a:t>4</a:t>
            </a:r>
            <a:endParaRPr lang="en-US" sz="2650" dirty="0"/>
          </a:p>
        </p:txBody>
      </p:sp>
      <p:sp>
        <p:nvSpPr>
          <p:cNvPr id="18" name="Text 15"/>
          <p:cNvSpPr/>
          <p:nvPr/>
        </p:nvSpPr>
        <p:spPr>
          <a:xfrm>
            <a:off x="1651630" y="510711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Key Deliverables</a:t>
            </a:r>
            <a:endParaRPr lang="en-US" sz="2200" dirty="0"/>
          </a:p>
        </p:txBody>
      </p:sp>
      <p:sp>
        <p:nvSpPr>
          <p:cNvPr id="19" name="Text 16"/>
          <p:cNvSpPr/>
          <p:nvPr/>
        </p:nvSpPr>
        <p:spPr>
          <a:xfrm>
            <a:off x="1651631" y="5597532"/>
            <a:ext cx="3283226" cy="2177415"/>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the tangible or measurable outcomes produced during a project, such as reports, products, or services.</a:t>
            </a:r>
            <a:endParaRPr lang="en-US" sz="1750" dirty="0"/>
          </a:p>
        </p:txBody>
      </p:sp>
      <p:sp>
        <p:nvSpPr>
          <p:cNvPr id="2" name="Shape 13">
            <a:extLst>
              <a:ext uri="{FF2B5EF4-FFF2-40B4-BE49-F238E27FC236}">
                <a16:creationId xmlns:a16="http://schemas.microsoft.com/office/drawing/2014/main" id="{8EA049DC-6CCE-F420-C2BC-7ADE987FE041}"/>
              </a:ext>
            </a:extLst>
          </p:cNvPr>
          <p:cNvSpPr/>
          <p:nvPr/>
        </p:nvSpPr>
        <p:spPr>
          <a:xfrm>
            <a:off x="5295743" y="5107114"/>
            <a:ext cx="510302" cy="510302"/>
          </a:xfrm>
          <a:prstGeom prst="roundRect">
            <a:avLst>
              <a:gd name="adj" fmla="val 6667"/>
            </a:avLst>
          </a:prstGeom>
          <a:solidFill>
            <a:srgbClr val="EAE8F3"/>
          </a:solidFill>
          <a:ln/>
        </p:spPr>
        <p:txBody>
          <a:bodyPr/>
          <a:lstStyle/>
          <a:p>
            <a:endParaRPr lang="en-CA"/>
          </a:p>
        </p:txBody>
      </p:sp>
      <p:sp>
        <p:nvSpPr>
          <p:cNvPr id="20" name="Text 14">
            <a:extLst>
              <a:ext uri="{FF2B5EF4-FFF2-40B4-BE49-F238E27FC236}">
                <a16:creationId xmlns:a16="http://schemas.microsoft.com/office/drawing/2014/main" id="{8B602B1A-6B0E-6B14-AE68-26EE0D3AE11E}"/>
              </a:ext>
            </a:extLst>
          </p:cNvPr>
          <p:cNvSpPr/>
          <p:nvPr/>
        </p:nvSpPr>
        <p:spPr>
          <a:xfrm>
            <a:off x="5451357" y="5192124"/>
            <a:ext cx="199072" cy="340281"/>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rPr>
              <a:t>5</a:t>
            </a:r>
            <a:endParaRPr lang="en-US" sz="2650" dirty="0"/>
          </a:p>
        </p:txBody>
      </p:sp>
      <p:sp>
        <p:nvSpPr>
          <p:cNvPr id="21" name="Text 15">
            <a:extLst>
              <a:ext uri="{FF2B5EF4-FFF2-40B4-BE49-F238E27FC236}">
                <a16:creationId xmlns:a16="http://schemas.microsoft.com/office/drawing/2014/main" id="{8520BD4C-7DED-B33F-AB29-C642A9D551C3}"/>
              </a:ext>
            </a:extLst>
          </p:cNvPr>
          <p:cNvSpPr/>
          <p:nvPr/>
        </p:nvSpPr>
        <p:spPr>
          <a:xfrm>
            <a:off x="6032859" y="510711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rPr>
              <a:t>Constraints</a:t>
            </a:r>
            <a:endParaRPr lang="en-US" sz="2200" dirty="0"/>
          </a:p>
        </p:txBody>
      </p:sp>
      <p:sp>
        <p:nvSpPr>
          <p:cNvPr id="22" name="Text 16">
            <a:extLst>
              <a:ext uri="{FF2B5EF4-FFF2-40B4-BE49-F238E27FC236}">
                <a16:creationId xmlns:a16="http://schemas.microsoft.com/office/drawing/2014/main" id="{5A036D8F-966B-1F48-3796-746D300B03B5}"/>
              </a:ext>
            </a:extLst>
          </p:cNvPr>
          <p:cNvSpPr/>
          <p:nvPr/>
        </p:nvSpPr>
        <p:spPr>
          <a:xfrm>
            <a:off x="6032859" y="5597532"/>
            <a:ext cx="3644113" cy="2177415"/>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limitations or restrictions that affect a project's scope, schedule, resources, or outcomes.</a:t>
            </a:r>
            <a:endParaRPr lang="en-US" sz="1750" dirty="0"/>
          </a:p>
        </p:txBody>
      </p:sp>
      <p:sp>
        <p:nvSpPr>
          <p:cNvPr id="23" name="Shape 13">
            <a:extLst>
              <a:ext uri="{FF2B5EF4-FFF2-40B4-BE49-F238E27FC236}">
                <a16:creationId xmlns:a16="http://schemas.microsoft.com/office/drawing/2014/main" id="{B4585B3E-4CA6-D9A8-E2EB-9D51BFCAB5F5}"/>
              </a:ext>
            </a:extLst>
          </p:cNvPr>
          <p:cNvSpPr/>
          <p:nvPr/>
        </p:nvSpPr>
        <p:spPr>
          <a:xfrm>
            <a:off x="9966096" y="5107114"/>
            <a:ext cx="510302" cy="510302"/>
          </a:xfrm>
          <a:prstGeom prst="roundRect">
            <a:avLst>
              <a:gd name="adj" fmla="val 6667"/>
            </a:avLst>
          </a:prstGeom>
          <a:solidFill>
            <a:srgbClr val="EAE8F3"/>
          </a:solidFill>
          <a:ln/>
        </p:spPr>
        <p:txBody>
          <a:bodyPr/>
          <a:lstStyle/>
          <a:p>
            <a:endParaRPr lang="en-CA"/>
          </a:p>
        </p:txBody>
      </p:sp>
      <p:sp>
        <p:nvSpPr>
          <p:cNvPr id="24" name="Text 14">
            <a:extLst>
              <a:ext uri="{FF2B5EF4-FFF2-40B4-BE49-F238E27FC236}">
                <a16:creationId xmlns:a16="http://schemas.microsoft.com/office/drawing/2014/main" id="{1144E6C7-144C-E1FB-1FEF-9D7930778041}"/>
              </a:ext>
            </a:extLst>
          </p:cNvPr>
          <p:cNvSpPr/>
          <p:nvPr/>
        </p:nvSpPr>
        <p:spPr>
          <a:xfrm>
            <a:off x="10121710" y="5192124"/>
            <a:ext cx="199072" cy="340281"/>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rPr>
              <a:t>6</a:t>
            </a:r>
            <a:endParaRPr lang="en-US" sz="2650" dirty="0"/>
          </a:p>
        </p:txBody>
      </p:sp>
      <p:sp>
        <p:nvSpPr>
          <p:cNvPr id="25" name="Text 15">
            <a:extLst>
              <a:ext uri="{FF2B5EF4-FFF2-40B4-BE49-F238E27FC236}">
                <a16:creationId xmlns:a16="http://schemas.microsoft.com/office/drawing/2014/main" id="{D15F1E54-B89E-3F2E-DECB-A840EF466C92}"/>
              </a:ext>
            </a:extLst>
          </p:cNvPr>
          <p:cNvSpPr/>
          <p:nvPr/>
        </p:nvSpPr>
        <p:spPr>
          <a:xfrm>
            <a:off x="10703212" y="510711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rPr>
              <a:t>Risks</a:t>
            </a:r>
            <a:endParaRPr lang="en-US" sz="2200" dirty="0"/>
          </a:p>
        </p:txBody>
      </p:sp>
      <p:sp>
        <p:nvSpPr>
          <p:cNvPr id="26" name="Text 16">
            <a:extLst>
              <a:ext uri="{FF2B5EF4-FFF2-40B4-BE49-F238E27FC236}">
                <a16:creationId xmlns:a16="http://schemas.microsoft.com/office/drawing/2014/main" id="{7EB7488A-981A-93FC-29D6-0EEA83E8DBF4}"/>
              </a:ext>
            </a:extLst>
          </p:cNvPr>
          <p:cNvSpPr/>
          <p:nvPr/>
        </p:nvSpPr>
        <p:spPr>
          <a:xfrm>
            <a:off x="10703213" y="5597532"/>
            <a:ext cx="3303074" cy="2177415"/>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Risks are potential events or conditions that could negatively impact a project's objectives.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C6A3C3-2AE2-8909-C2CC-04F7E385AD7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4630398" cy="189114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4627" cy="1890553"/>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4630401" cy="1889173"/>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a:extLst>
              <a:ext uri="{FF2B5EF4-FFF2-40B4-BE49-F238E27FC236}">
                <a16:creationId xmlns:a16="http://schemas.microsoft.com/office/drawing/2014/main" id="{2F3CB668-A476-8289-7E5C-08DC5BE59B81}"/>
              </a:ext>
            </a:extLst>
          </p:cNvPr>
          <p:cNvSpPr/>
          <p:nvPr/>
        </p:nvSpPr>
        <p:spPr>
          <a:xfrm>
            <a:off x="839655" y="297645"/>
            <a:ext cx="8476465" cy="1391040"/>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4800" kern="1200">
                <a:solidFill>
                  <a:srgbClr val="FFFFFF"/>
                </a:solidFill>
                <a:latin typeface="+mj-lt"/>
                <a:ea typeface="+mj-ea"/>
                <a:cs typeface="+mj-cs"/>
              </a:rPr>
              <a:t>High Level Schedule</a:t>
            </a:r>
          </a:p>
        </p:txBody>
      </p:sp>
      <p:sp>
        <p:nvSpPr>
          <p:cNvPr id="4" name="Rectangle 1">
            <a:extLst>
              <a:ext uri="{FF2B5EF4-FFF2-40B4-BE49-F238E27FC236}">
                <a16:creationId xmlns:a16="http://schemas.microsoft.com/office/drawing/2014/main" id="{6AE24E9D-45E9-A5F5-856C-639E7868D04F}"/>
              </a:ext>
            </a:extLst>
          </p:cNvPr>
          <p:cNvSpPr>
            <a:spLocks noChangeArrowheads="1"/>
          </p:cNvSpPr>
          <p:nvPr/>
        </p:nvSpPr>
        <p:spPr bwMode="auto">
          <a:xfrm>
            <a:off x="5826125" y="2927350"/>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graphicFrame>
        <p:nvGraphicFramePr>
          <p:cNvPr id="2" name="Table 1">
            <a:extLst>
              <a:ext uri="{FF2B5EF4-FFF2-40B4-BE49-F238E27FC236}">
                <a16:creationId xmlns:a16="http://schemas.microsoft.com/office/drawing/2014/main" id="{02912021-6F3F-0393-D7D8-34A19C6D3773}"/>
              </a:ext>
            </a:extLst>
          </p:cNvPr>
          <p:cNvGraphicFramePr>
            <a:graphicFrameLocks noGrp="1"/>
          </p:cNvGraphicFramePr>
          <p:nvPr>
            <p:extLst>
              <p:ext uri="{D42A27DB-BD31-4B8C-83A1-F6EECF244321}">
                <p14:modId xmlns:p14="http://schemas.microsoft.com/office/powerpoint/2010/main" val="1262232016"/>
              </p:ext>
            </p:extLst>
          </p:nvPr>
        </p:nvGraphicFramePr>
        <p:xfrm>
          <a:off x="1000252" y="2359551"/>
          <a:ext cx="12629895" cy="5342593"/>
        </p:xfrm>
        <a:graphic>
          <a:graphicData uri="http://schemas.openxmlformats.org/drawingml/2006/table">
            <a:tbl>
              <a:tblPr firstRow="1" bandRow="1"/>
              <a:tblGrid>
                <a:gridCol w="2116813">
                  <a:extLst>
                    <a:ext uri="{9D8B030D-6E8A-4147-A177-3AD203B41FA5}">
                      <a16:colId xmlns:a16="http://schemas.microsoft.com/office/drawing/2014/main" val="1441197316"/>
                    </a:ext>
                  </a:extLst>
                </a:gridCol>
                <a:gridCol w="4897794">
                  <a:extLst>
                    <a:ext uri="{9D8B030D-6E8A-4147-A177-3AD203B41FA5}">
                      <a16:colId xmlns:a16="http://schemas.microsoft.com/office/drawing/2014/main" val="1212639299"/>
                    </a:ext>
                  </a:extLst>
                </a:gridCol>
                <a:gridCol w="5615288">
                  <a:extLst>
                    <a:ext uri="{9D8B030D-6E8A-4147-A177-3AD203B41FA5}">
                      <a16:colId xmlns:a16="http://schemas.microsoft.com/office/drawing/2014/main" val="1898796109"/>
                    </a:ext>
                  </a:extLst>
                </a:gridCol>
              </a:tblGrid>
              <a:tr h="623624">
                <a:tc>
                  <a:txBody>
                    <a:bodyPr/>
                    <a:lstStyle/>
                    <a:p>
                      <a:pPr algn="just" rtl="0" fontAlgn="ctr">
                        <a:spcBef>
                          <a:spcPts val="200"/>
                        </a:spcBef>
                        <a:spcAft>
                          <a:spcPts val="200"/>
                        </a:spcAft>
                      </a:pPr>
                      <a:r>
                        <a:rPr lang="en-CA" sz="2300" b="1" i="0" u="none" strike="noStrike">
                          <a:solidFill>
                            <a:schemeClr val="tx1"/>
                          </a:solidFill>
                          <a:effectLst/>
                          <a:latin typeface="Calibri" panose="020F0502020204030204" pitchFamily="34" charset="0"/>
                        </a:rPr>
                        <a:t>Item</a:t>
                      </a:r>
                      <a:endParaRPr lang="en-CA" sz="3800" b="1">
                        <a:solidFill>
                          <a:schemeClr val="tx1"/>
                        </a:solidFill>
                        <a:effectLst/>
                      </a:endParaRPr>
                    </a:p>
                  </a:txBody>
                  <a:tcPr marL="154031" marR="154031" marT="96437" marB="96437" anchor="ctr">
                    <a:lnL>
                      <a:noFill/>
                    </a:lnL>
                    <a:lnR>
                      <a:noFill/>
                    </a:lnR>
                    <a:lnT>
                      <a:noFill/>
                    </a:lnT>
                    <a:lnB w="19050">
                      <a:solidFill>
                        <a:schemeClr val="accent1"/>
                      </a:solidFill>
                    </a:lnB>
                    <a:noFill/>
                  </a:tcPr>
                </a:tc>
                <a:tc>
                  <a:txBody>
                    <a:bodyPr/>
                    <a:lstStyle/>
                    <a:p>
                      <a:pPr algn="just" rtl="0" fontAlgn="ctr">
                        <a:spcBef>
                          <a:spcPts val="200"/>
                        </a:spcBef>
                        <a:spcAft>
                          <a:spcPts val="200"/>
                        </a:spcAft>
                      </a:pPr>
                      <a:r>
                        <a:rPr lang="en-CA" sz="2300" b="1" i="0" u="none" strike="noStrike">
                          <a:solidFill>
                            <a:schemeClr val="tx1"/>
                          </a:solidFill>
                          <a:effectLst/>
                          <a:latin typeface="Calibri" panose="020F0502020204030204" pitchFamily="34" charset="0"/>
                        </a:rPr>
                        <a:t>Major Events / Milestones</a:t>
                      </a:r>
                      <a:endParaRPr lang="en-CA" sz="3800" b="1">
                        <a:solidFill>
                          <a:schemeClr val="tx1"/>
                        </a:solidFill>
                        <a:effectLst/>
                      </a:endParaRPr>
                    </a:p>
                  </a:txBody>
                  <a:tcPr marL="154031" marR="154031" marT="96437" marB="96437" anchor="ctr">
                    <a:lnL>
                      <a:noFill/>
                    </a:lnL>
                    <a:lnR>
                      <a:noFill/>
                    </a:lnR>
                    <a:lnT>
                      <a:noFill/>
                    </a:lnT>
                    <a:lnB w="19050">
                      <a:solidFill>
                        <a:schemeClr val="accent1"/>
                      </a:solidFill>
                    </a:lnB>
                    <a:noFill/>
                  </a:tcPr>
                </a:tc>
                <a:tc>
                  <a:txBody>
                    <a:bodyPr/>
                    <a:lstStyle/>
                    <a:p>
                      <a:pPr algn="just" rtl="0" fontAlgn="ctr">
                        <a:spcBef>
                          <a:spcPts val="200"/>
                        </a:spcBef>
                        <a:spcAft>
                          <a:spcPts val="200"/>
                        </a:spcAft>
                      </a:pPr>
                      <a:r>
                        <a:rPr lang="en-CA" sz="2300" b="1" i="0" u="none" strike="noStrike">
                          <a:solidFill>
                            <a:schemeClr val="tx1"/>
                          </a:solidFill>
                          <a:effectLst/>
                          <a:latin typeface="Calibri" panose="020F0502020204030204" pitchFamily="34" charset="0"/>
                        </a:rPr>
                        <a:t>Dates </a:t>
                      </a:r>
                      <a:endParaRPr lang="en-CA" sz="3800" b="1">
                        <a:solidFill>
                          <a:schemeClr val="tx1"/>
                        </a:solidFill>
                        <a:effectLst/>
                      </a:endParaRPr>
                    </a:p>
                  </a:txBody>
                  <a:tcPr marL="154031" marR="154031" marT="96437" marB="96437" anchor="ctr">
                    <a:lnL>
                      <a:noFill/>
                    </a:lnL>
                    <a:lnR>
                      <a:noFill/>
                    </a:lnR>
                    <a:lnT>
                      <a:noFill/>
                    </a:lnT>
                    <a:lnB w="19050">
                      <a:solidFill>
                        <a:schemeClr val="accent1"/>
                      </a:solidFill>
                    </a:lnB>
                    <a:noFill/>
                  </a:tcPr>
                </a:tc>
                <a:extLst>
                  <a:ext uri="{0D108BD9-81ED-4DB2-BD59-A6C34878D82A}">
                    <a16:rowId xmlns:a16="http://schemas.microsoft.com/office/drawing/2014/main" val="3005215137"/>
                  </a:ext>
                </a:extLst>
              </a:tr>
              <a:tr h="623624">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1.1</a:t>
                      </a:r>
                      <a:endParaRPr lang="en-CA" sz="3800">
                        <a:solidFill>
                          <a:schemeClr val="tx1"/>
                        </a:solidFill>
                        <a:effectLst/>
                      </a:endParaRPr>
                    </a:p>
                  </a:txBody>
                  <a:tcPr marL="154031" marR="154031" marT="96437" marB="96437" anchor="ctr">
                    <a:lnL>
                      <a:noFill/>
                    </a:lnL>
                    <a:lnR>
                      <a:noFill/>
                    </a:lnR>
                    <a:lnT w="19050">
                      <a:solidFill>
                        <a:schemeClr val="accent1"/>
                      </a:solidFill>
                    </a:lnT>
                    <a:lnB w="3175">
                      <a:solidFill>
                        <a:schemeClr val="tx1"/>
                      </a:solidFill>
                    </a:lnB>
                    <a:noFill/>
                  </a:tcPr>
                </a:tc>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Project Initiation and Planning</a:t>
                      </a:r>
                      <a:endParaRPr lang="en-CA" sz="3800">
                        <a:solidFill>
                          <a:schemeClr val="tx1"/>
                        </a:solidFill>
                        <a:effectLst/>
                      </a:endParaRPr>
                    </a:p>
                  </a:txBody>
                  <a:tcPr marL="154031" marR="154031" marT="96437" marB="96437" anchor="ctr">
                    <a:lnL>
                      <a:noFill/>
                    </a:lnL>
                    <a:lnR>
                      <a:noFill/>
                    </a:lnR>
                    <a:lnT w="19050">
                      <a:solidFill>
                        <a:schemeClr val="accent1"/>
                      </a:solidFill>
                    </a:lnT>
                    <a:lnB w="3175">
                      <a:solidFill>
                        <a:schemeClr val="tx1"/>
                      </a:solidFill>
                    </a:lnB>
                    <a:noFill/>
                  </a:tcPr>
                </a:tc>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September 13</a:t>
                      </a:r>
                      <a:r>
                        <a:rPr lang="en-CA" sz="2300" b="0" i="0" u="none" strike="noStrike" baseline="30000">
                          <a:solidFill>
                            <a:schemeClr val="tx1"/>
                          </a:solidFill>
                          <a:effectLst/>
                          <a:latin typeface="Calibri" panose="020F0502020204030204" pitchFamily="34" charset="0"/>
                        </a:rPr>
                        <a:t>th</a:t>
                      </a:r>
                      <a:r>
                        <a:rPr lang="en-CA" sz="2300" b="0" i="0" u="none" strike="noStrike">
                          <a:solidFill>
                            <a:schemeClr val="tx1"/>
                          </a:solidFill>
                          <a:effectLst/>
                          <a:latin typeface="Calibri" panose="020F0502020204030204" pitchFamily="34" charset="0"/>
                        </a:rPr>
                        <a:t>, 2024</a:t>
                      </a:r>
                      <a:endParaRPr lang="en-CA" sz="3800">
                        <a:solidFill>
                          <a:schemeClr val="tx1"/>
                        </a:solidFill>
                        <a:effectLst/>
                      </a:endParaRPr>
                    </a:p>
                  </a:txBody>
                  <a:tcPr marL="154031" marR="154031" marT="96437" marB="96437" anchor="ctr">
                    <a:lnL>
                      <a:noFill/>
                    </a:lnL>
                    <a:lnR>
                      <a:noFill/>
                    </a:lnR>
                    <a:lnT w="19050">
                      <a:solidFill>
                        <a:schemeClr val="accent1"/>
                      </a:solidFill>
                    </a:lnT>
                    <a:lnB w="3175">
                      <a:solidFill>
                        <a:schemeClr val="tx1"/>
                      </a:solidFill>
                    </a:lnB>
                    <a:noFill/>
                  </a:tcPr>
                </a:tc>
                <a:extLst>
                  <a:ext uri="{0D108BD9-81ED-4DB2-BD59-A6C34878D82A}">
                    <a16:rowId xmlns:a16="http://schemas.microsoft.com/office/drawing/2014/main" val="2678702985"/>
                  </a:ext>
                </a:extLst>
              </a:tr>
              <a:tr h="623624">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1.2</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Survey Design and Distribution</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US" sz="2300" b="0" i="0" u="none" strike="noStrike">
                          <a:solidFill>
                            <a:schemeClr val="tx1"/>
                          </a:solidFill>
                          <a:effectLst/>
                          <a:latin typeface="Calibri" panose="020F0502020204030204" pitchFamily="34" charset="0"/>
                        </a:rPr>
                        <a:t>September 24</a:t>
                      </a:r>
                      <a:r>
                        <a:rPr lang="en-US" sz="2300" b="0" i="0" u="none" strike="noStrike" baseline="30000">
                          <a:solidFill>
                            <a:schemeClr val="tx1"/>
                          </a:solidFill>
                          <a:effectLst/>
                          <a:latin typeface="Calibri" panose="020F0502020204030204" pitchFamily="34" charset="0"/>
                        </a:rPr>
                        <a:t>th</a:t>
                      </a:r>
                      <a:r>
                        <a:rPr lang="en-US" sz="2300" b="0" i="0" u="none" strike="noStrike">
                          <a:solidFill>
                            <a:schemeClr val="tx1"/>
                          </a:solidFill>
                          <a:effectLst/>
                          <a:latin typeface="Calibri" panose="020F0502020204030204" pitchFamily="34" charset="0"/>
                        </a:rPr>
                        <a:t> - September 27</a:t>
                      </a:r>
                      <a:r>
                        <a:rPr lang="en-US" sz="2300" b="0" i="0" u="none" strike="noStrike" baseline="30000">
                          <a:solidFill>
                            <a:schemeClr val="tx1"/>
                          </a:solidFill>
                          <a:effectLst/>
                          <a:latin typeface="Calibri" panose="020F0502020204030204" pitchFamily="34" charset="0"/>
                        </a:rPr>
                        <a:t>th</a:t>
                      </a:r>
                      <a:r>
                        <a:rPr lang="en-US" sz="2300" b="0" i="0" u="none" strike="noStrike">
                          <a:solidFill>
                            <a:schemeClr val="tx1"/>
                          </a:solidFill>
                          <a:effectLst/>
                          <a:latin typeface="Calibri" panose="020F0502020204030204" pitchFamily="34" charset="0"/>
                        </a:rPr>
                        <a:t>, 2024</a:t>
                      </a:r>
                      <a:endParaRPr lang="en-US"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3361790179"/>
                  </a:ext>
                </a:extLst>
              </a:tr>
              <a:tr h="623624">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1.3 </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Data Collection Completion</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October 10</a:t>
                      </a:r>
                      <a:r>
                        <a:rPr lang="en-CA" sz="2300" b="0" i="0" u="none" strike="noStrike" baseline="30000">
                          <a:solidFill>
                            <a:schemeClr val="tx1"/>
                          </a:solidFill>
                          <a:effectLst/>
                          <a:latin typeface="Calibri" panose="020F0502020204030204" pitchFamily="34" charset="0"/>
                        </a:rPr>
                        <a:t>th</a:t>
                      </a:r>
                      <a:r>
                        <a:rPr lang="en-CA" sz="2300" b="0" i="0" u="none" strike="noStrike">
                          <a:solidFill>
                            <a:schemeClr val="tx1"/>
                          </a:solidFill>
                          <a:effectLst/>
                          <a:latin typeface="Calibri" panose="020F0502020204030204" pitchFamily="34" charset="0"/>
                        </a:rPr>
                        <a:t>, 2024</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3678812207"/>
                  </a:ext>
                </a:extLst>
              </a:tr>
              <a:tr h="623624">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1.4</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CA" sz="2300" b="0" i="0" u="none" strike="noStrike" dirty="0">
                          <a:solidFill>
                            <a:schemeClr val="tx1"/>
                          </a:solidFill>
                          <a:effectLst/>
                          <a:latin typeface="Calibri" panose="020F0502020204030204" pitchFamily="34" charset="0"/>
                        </a:rPr>
                        <a:t>Data Cleaning and Integration</a:t>
                      </a:r>
                      <a:endParaRPr lang="en-CA" sz="3800" dirty="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US" sz="2300" b="0" i="0" u="none" strike="noStrike">
                          <a:solidFill>
                            <a:schemeClr val="tx1"/>
                          </a:solidFill>
                          <a:effectLst/>
                          <a:latin typeface="Calibri" panose="020F0502020204030204" pitchFamily="34" charset="0"/>
                        </a:rPr>
                        <a:t>October 11</a:t>
                      </a:r>
                      <a:r>
                        <a:rPr lang="en-US" sz="2300" b="0" i="0" u="none" strike="noStrike" baseline="30000">
                          <a:solidFill>
                            <a:schemeClr val="tx1"/>
                          </a:solidFill>
                          <a:effectLst/>
                          <a:latin typeface="Calibri" panose="020F0502020204030204" pitchFamily="34" charset="0"/>
                        </a:rPr>
                        <a:t>th</a:t>
                      </a:r>
                      <a:r>
                        <a:rPr lang="en-US" sz="2300" b="0" i="0" u="none" strike="noStrike">
                          <a:solidFill>
                            <a:schemeClr val="tx1"/>
                          </a:solidFill>
                          <a:effectLst/>
                          <a:latin typeface="Calibri" panose="020F0502020204030204" pitchFamily="34" charset="0"/>
                        </a:rPr>
                        <a:t> - October 13</a:t>
                      </a:r>
                      <a:r>
                        <a:rPr lang="en-US" sz="2300" b="0" i="0" u="none" strike="noStrike" baseline="30000">
                          <a:solidFill>
                            <a:schemeClr val="tx1"/>
                          </a:solidFill>
                          <a:effectLst/>
                          <a:latin typeface="Calibri" panose="020F0502020204030204" pitchFamily="34" charset="0"/>
                        </a:rPr>
                        <a:t>th</a:t>
                      </a:r>
                      <a:r>
                        <a:rPr lang="en-US" sz="2300" b="0" i="0" u="none" strike="noStrike">
                          <a:solidFill>
                            <a:schemeClr val="tx1"/>
                          </a:solidFill>
                          <a:effectLst/>
                          <a:latin typeface="Calibri" panose="020F0502020204030204" pitchFamily="34" charset="0"/>
                        </a:rPr>
                        <a:t>, 2024</a:t>
                      </a:r>
                      <a:endParaRPr lang="en-US"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4176896793"/>
                  </a:ext>
                </a:extLst>
              </a:tr>
              <a:tr h="623624">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1.5</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Data Analysis and Visualization</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US" sz="2300" b="0" i="0" u="none" strike="noStrike">
                          <a:solidFill>
                            <a:schemeClr val="tx1"/>
                          </a:solidFill>
                          <a:effectLst/>
                          <a:latin typeface="Calibri" panose="020F0502020204030204" pitchFamily="34" charset="0"/>
                        </a:rPr>
                        <a:t>October 14</a:t>
                      </a:r>
                      <a:r>
                        <a:rPr lang="en-US" sz="2300" b="0" i="0" u="none" strike="noStrike" baseline="30000">
                          <a:solidFill>
                            <a:schemeClr val="tx1"/>
                          </a:solidFill>
                          <a:effectLst/>
                          <a:latin typeface="Calibri" panose="020F0502020204030204" pitchFamily="34" charset="0"/>
                        </a:rPr>
                        <a:t>th</a:t>
                      </a:r>
                      <a:r>
                        <a:rPr lang="en-US" sz="2300" b="0" i="0" u="none" strike="noStrike">
                          <a:solidFill>
                            <a:schemeClr val="tx1"/>
                          </a:solidFill>
                          <a:effectLst/>
                          <a:latin typeface="Calibri" panose="020F0502020204030204" pitchFamily="34" charset="0"/>
                        </a:rPr>
                        <a:t> - October 25</a:t>
                      </a:r>
                      <a:r>
                        <a:rPr lang="en-US" sz="2300" b="0" i="0" u="none" strike="noStrike" baseline="30000">
                          <a:solidFill>
                            <a:schemeClr val="tx1"/>
                          </a:solidFill>
                          <a:effectLst/>
                          <a:latin typeface="Calibri" panose="020F0502020204030204" pitchFamily="34" charset="0"/>
                        </a:rPr>
                        <a:t>th</a:t>
                      </a:r>
                      <a:r>
                        <a:rPr lang="en-US" sz="2300" b="0" i="0" u="none" strike="noStrike">
                          <a:solidFill>
                            <a:schemeClr val="tx1"/>
                          </a:solidFill>
                          <a:effectLst/>
                          <a:latin typeface="Calibri" panose="020F0502020204030204" pitchFamily="34" charset="0"/>
                        </a:rPr>
                        <a:t>, 2024</a:t>
                      </a:r>
                      <a:endParaRPr lang="en-US"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4164872067"/>
                  </a:ext>
                </a:extLst>
              </a:tr>
              <a:tr h="623624">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1.6</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Predictive Modeling and Reporting</a:t>
                      </a:r>
                      <a:endParaRPr lang="en-CA"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tc>
                  <a:txBody>
                    <a:bodyPr/>
                    <a:lstStyle/>
                    <a:p>
                      <a:pPr algn="just" rtl="0" fontAlgn="ctr">
                        <a:spcBef>
                          <a:spcPts val="600"/>
                        </a:spcBef>
                        <a:spcAft>
                          <a:spcPts val="600"/>
                        </a:spcAft>
                      </a:pPr>
                      <a:r>
                        <a:rPr lang="en-US" sz="2300" b="0" i="0" u="none" strike="noStrike">
                          <a:solidFill>
                            <a:schemeClr val="tx1"/>
                          </a:solidFill>
                          <a:effectLst/>
                          <a:latin typeface="Calibri" panose="020F0502020204030204" pitchFamily="34" charset="0"/>
                        </a:rPr>
                        <a:t>October 26</a:t>
                      </a:r>
                      <a:r>
                        <a:rPr lang="en-US" sz="2300" b="0" i="0" u="none" strike="noStrike" baseline="30000">
                          <a:solidFill>
                            <a:schemeClr val="tx1"/>
                          </a:solidFill>
                          <a:effectLst/>
                          <a:latin typeface="Calibri" panose="020F0502020204030204" pitchFamily="34" charset="0"/>
                        </a:rPr>
                        <a:t>th</a:t>
                      </a:r>
                      <a:r>
                        <a:rPr lang="en-US" sz="2300" b="0" i="0" u="none" strike="noStrike">
                          <a:solidFill>
                            <a:schemeClr val="tx1"/>
                          </a:solidFill>
                          <a:effectLst/>
                          <a:latin typeface="Calibri" panose="020F0502020204030204" pitchFamily="34" charset="0"/>
                        </a:rPr>
                        <a:t> - November 5</a:t>
                      </a:r>
                      <a:r>
                        <a:rPr lang="en-US" sz="2300" b="0" i="0" u="none" strike="noStrike" baseline="30000">
                          <a:solidFill>
                            <a:schemeClr val="tx1"/>
                          </a:solidFill>
                          <a:effectLst/>
                          <a:latin typeface="Calibri" panose="020F0502020204030204" pitchFamily="34" charset="0"/>
                        </a:rPr>
                        <a:t>th</a:t>
                      </a:r>
                      <a:r>
                        <a:rPr lang="en-US" sz="2300" b="0" i="0" u="none" strike="noStrike">
                          <a:solidFill>
                            <a:schemeClr val="tx1"/>
                          </a:solidFill>
                          <a:effectLst/>
                          <a:latin typeface="Calibri" panose="020F0502020204030204" pitchFamily="34" charset="0"/>
                        </a:rPr>
                        <a:t>, 2024</a:t>
                      </a:r>
                      <a:endParaRPr lang="en-US" sz="3800">
                        <a:solidFill>
                          <a:schemeClr val="tx1"/>
                        </a:solidFill>
                        <a:effectLst/>
                      </a:endParaRPr>
                    </a:p>
                  </a:txBody>
                  <a:tcPr marL="154031" marR="154031" marT="96437" marB="96437"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797090847"/>
                  </a:ext>
                </a:extLst>
              </a:tr>
              <a:tr h="977225">
                <a:tc>
                  <a:txBody>
                    <a:bodyPr/>
                    <a:lstStyle/>
                    <a:p>
                      <a:pPr algn="just" rtl="0" fontAlgn="ctr">
                        <a:spcBef>
                          <a:spcPts val="600"/>
                        </a:spcBef>
                        <a:spcAft>
                          <a:spcPts val="600"/>
                        </a:spcAft>
                      </a:pPr>
                      <a:r>
                        <a:rPr lang="en-CA" sz="2300" b="0" i="0" u="none" strike="noStrike">
                          <a:solidFill>
                            <a:schemeClr val="tx1"/>
                          </a:solidFill>
                          <a:effectLst/>
                          <a:latin typeface="Calibri" panose="020F0502020204030204" pitchFamily="34" charset="0"/>
                        </a:rPr>
                        <a:t>1.6</a:t>
                      </a:r>
                      <a:endParaRPr lang="en-CA" sz="3800">
                        <a:solidFill>
                          <a:schemeClr val="tx1"/>
                        </a:solidFill>
                        <a:effectLst/>
                      </a:endParaRPr>
                    </a:p>
                  </a:txBody>
                  <a:tcPr marL="154031" marR="154031" marT="96437" marB="96437" anchor="ctr">
                    <a:lnL>
                      <a:noFill/>
                    </a:lnL>
                    <a:lnR>
                      <a:noFill/>
                    </a:lnR>
                    <a:lnT w="3175">
                      <a:solidFill>
                        <a:schemeClr val="tx1"/>
                      </a:solidFill>
                    </a:lnT>
                    <a:lnB w="12700">
                      <a:solidFill>
                        <a:schemeClr val="accent1"/>
                      </a:solidFill>
                    </a:lnB>
                    <a:noFill/>
                  </a:tcPr>
                </a:tc>
                <a:tc>
                  <a:txBody>
                    <a:bodyPr/>
                    <a:lstStyle/>
                    <a:p>
                      <a:pPr algn="just" rtl="0" fontAlgn="ctr">
                        <a:spcBef>
                          <a:spcPts val="600"/>
                        </a:spcBef>
                        <a:spcAft>
                          <a:spcPts val="600"/>
                        </a:spcAft>
                      </a:pPr>
                      <a:r>
                        <a:rPr lang="en-US" sz="2300" b="0" i="0" u="none" strike="noStrike">
                          <a:solidFill>
                            <a:schemeClr val="tx1"/>
                          </a:solidFill>
                          <a:effectLst/>
                          <a:latin typeface="Calibri" panose="020F0502020204030204" pitchFamily="34" charset="0"/>
                        </a:rPr>
                        <a:t>Final Report and Stakeholder Presentation</a:t>
                      </a:r>
                      <a:endParaRPr lang="en-US" sz="3800">
                        <a:solidFill>
                          <a:schemeClr val="tx1"/>
                        </a:solidFill>
                        <a:effectLst/>
                      </a:endParaRPr>
                    </a:p>
                  </a:txBody>
                  <a:tcPr marL="154031" marR="154031" marT="96437" marB="96437" anchor="ctr">
                    <a:lnL>
                      <a:noFill/>
                    </a:lnL>
                    <a:lnR>
                      <a:noFill/>
                    </a:lnR>
                    <a:lnT w="3175">
                      <a:solidFill>
                        <a:schemeClr val="tx1"/>
                      </a:solidFill>
                    </a:lnT>
                    <a:lnB w="12700">
                      <a:solidFill>
                        <a:schemeClr val="accent1"/>
                      </a:solidFill>
                    </a:lnB>
                    <a:noFill/>
                  </a:tcPr>
                </a:tc>
                <a:tc>
                  <a:txBody>
                    <a:bodyPr/>
                    <a:lstStyle/>
                    <a:p>
                      <a:pPr algn="just" rtl="0" fontAlgn="ctr">
                        <a:spcBef>
                          <a:spcPts val="600"/>
                        </a:spcBef>
                        <a:spcAft>
                          <a:spcPts val="600"/>
                        </a:spcAft>
                      </a:pPr>
                      <a:r>
                        <a:rPr lang="en-US" sz="2300" b="0" i="0" u="none" strike="noStrike" dirty="0">
                          <a:solidFill>
                            <a:schemeClr val="tx1"/>
                          </a:solidFill>
                          <a:effectLst/>
                          <a:latin typeface="Calibri" panose="020F0502020204030204" pitchFamily="34" charset="0"/>
                        </a:rPr>
                        <a:t>November 6</a:t>
                      </a:r>
                      <a:r>
                        <a:rPr lang="en-US" sz="2300" b="0" i="0" u="none" strike="noStrike" baseline="30000" dirty="0">
                          <a:solidFill>
                            <a:schemeClr val="tx1"/>
                          </a:solidFill>
                          <a:effectLst/>
                          <a:latin typeface="Calibri" panose="020F0502020204030204" pitchFamily="34" charset="0"/>
                        </a:rPr>
                        <a:t>th</a:t>
                      </a:r>
                      <a:r>
                        <a:rPr lang="en-US" sz="2300" b="0" i="0" u="none" strike="noStrike" dirty="0">
                          <a:solidFill>
                            <a:schemeClr val="tx1"/>
                          </a:solidFill>
                          <a:effectLst/>
                          <a:latin typeface="Calibri" panose="020F0502020204030204" pitchFamily="34" charset="0"/>
                        </a:rPr>
                        <a:t> - November 19</a:t>
                      </a:r>
                      <a:r>
                        <a:rPr lang="en-US" sz="2300" b="0" i="0" u="none" strike="noStrike" baseline="30000" dirty="0">
                          <a:solidFill>
                            <a:schemeClr val="tx1"/>
                          </a:solidFill>
                          <a:effectLst/>
                          <a:latin typeface="Calibri" panose="020F0502020204030204" pitchFamily="34" charset="0"/>
                        </a:rPr>
                        <a:t>th</a:t>
                      </a:r>
                      <a:r>
                        <a:rPr lang="en-US" sz="2300" b="0" i="0" u="none" strike="noStrike" dirty="0">
                          <a:solidFill>
                            <a:schemeClr val="tx1"/>
                          </a:solidFill>
                          <a:effectLst/>
                          <a:latin typeface="Calibri" panose="020F0502020204030204" pitchFamily="34" charset="0"/>
                        </a:rPr>
                        <a:t>, 2024</a:t>
                      </a:r>
                      <a:endParaRPr lang="en-US" sz="3800" dirty="0">
                        <a:solidFill>
                          <a:schemeClr val="tx1"/>
                        </a:solidFill>
                        <a:effectLst/>
                      </a:endParaRPr>
                    </a:p>
                  </a:txBody>
                  <a:tcPr marL="154031" marR="154031" marT="96437" marB="96437" anchor="ctr">
                    <a:lnL>
                      <a:noFill/>
                    </a:lnL>
                    <a:lnR>
                      <a:noFill/>
                    </a:lnR>
                    <a:lnT w="3175">
                      <a:solidFill>
                        <a:schemeClr val="tx1"/>
                      </a:solidFill>
                    </a:lnT>
                    <a:lnB w="12700">
                      <a:solidFill>
                        <a:schemeClr val="accent1"/>
                      </a:solidFill>
                    </a:lnB>
                    <a:noFill/>
                  </a:tcPr>
                </a:tc>
                <a:extLst>
                  <a:ext uri="{0D108BD9-81ED-4DB2-BD59-A6C34878D82A}">
                    <a16:rowId xmlns:a16="http://schemas.microsoft.com/office/drawing/2014/main" val="359282101"/>
                  </a:ext>
                </a:extLst>
              </a:tr>
            </a:tbl>
          </a:graphicData>
        </a:graphic>
      </p:graphicFrame>
    </p:spTree>
    <p:extLst>
      <p:ext uri="{BB962C8B-B14F-4D97-AF65-F5344CB8AC3E}">
        <p14:creationId xmlns:p14="http://schemas.microsoft.com/office/powerpoint/2010/main" val="2100767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33A2A-0677-8EF4-A38E-4192214FC93B}"/>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8523DA4-4137-B27C-42FE-3CCA7B84E44D}"/>
              </a:ext>
            </a:extLst>
          </p:cNvPr>
          <p:cNvSpPr/>
          <p:nvPr/>
        </p:nvSpPr>
        <p:spPr>
          <a:xfrm>
            <a:off x="1132115" y="613169"/>
            <a:ext cx="4575000" cy="708779"/>
          </a:xfrm>
          <a:prstGeom prst="rect">
            <a:avLst/>
          </a:prstGeom>
          <a:noFill/>
          <a:ln/>
        </p:spPr>
        <p:txBody>
          <a:bodyPr wrap="none" lIns="0" tIns="0" rIns="0" bIns="0" rtlCol="0" anchor="t"/>
          <a:lstStyle/>
          <a:p>
            <a:pPr marL="0" indent="0">
              <a:lnSpc>
                <a:spcPts val="5550"/>
              </a:lnSpc>
              <a:buNone/>
            </a:pPr>
            <a:r>
              <a:rPr lang="en-US" sz="4450" dirty="0">
                <a:solidFill>
                  <a:srgbClr val="5A58A1"/>
                </a:solidFill>
                <a:latin typeface="Libre Baskerville" pitchFamily="34" charset="0"/>
                <a:ea typeface="Libre Baskerville" pitchFamily="34" charset="-122"/>
                <a:cs typeface="Libre Baskerville" pitchFamily="34" charset="-120"/>
              </a:rPr>
              <a:t>C</a:t>
            </a:r>
            <a:r>
              <a:rPr lang="en-US" altLang="zh-CN" sz="4450" dirty="0">
                <a:solidFill>
                  <a:srgbClr val="5A58A1"/>
                </a:solidFill>
                <a:latin typeface="Libre Baskerville" pitchFamily="34" charset="0"/>
                <a:ea typeface="Libre Baskerville" pitchFamily="34" charset="-122"/>
                <a:cs typeface="Libre Baskerville" pitchFamily="34" charset="-120"/>
              </a:rPr>
              <a:t>onstraints</a:t>
            </a:r>
            <a:endParaRPr lang="en-US" sz="4450" dirty="0">
              <a:solidFill>
                <a:srgbClr val="5A58A1"/>
              </a:solidFill>
            </a:endParaRPr>
          </a:p>
        </p:txBody>
      </p:sp>
      <p:graphicFrame>
        <p:nvGraphicFramePr>
          <p:cNvPr id="23" name="Table 22">
            <a:extLst>
              <a:ext uri="{FF2B5EF4-FFF2-40B4-BE49-F238E27FC236}">
                <a16:creationId xmlns:a16="http://schemas.microsoft.com/office/drawing/2014/main" id="{2D5C666F-2D5E-C885-A88B-5C4995DECBA4}"/>
              </a:ext>
            </a:extLst>
          </p:cNvPr>
          <p:cNvGraphicFramePr>
            <a:graphicFrameLocks noGrp="1"/>
          </p:cNvGraphicFramePr>
          <p:nvPr>
            <p:extLst>
              <p:ext uri="{D42A27DB-BD31-4B8C-83A1-F6EECF244321}">
                <p14:modId xmlns:p14="http://schemas.microsoft.com/office/powerpoint/2010/main" val="1387245425"/>
              </p:ext>
            </p:extLst>
          </p:nvPr>
        </p:nvGraphicFramePr>
        <p:xfrm>
          <a:off x="1132115" y="1923143"/>
          <a:ext cx="3701143" cy="5068389"/>
        </p:xfrm>
        <a:graphic>
          <a:graphicData uri="http://schemas.openxmlformats.org/drawingml/2006/table">
            <a:tbl>
              <a:tblPr firstRow="1" bandRow="1">
                <a:tableStyleId>{5C22544A-7EE6-4342-B048-85BDC9FD1C3A}</a:tableStyleId>
              </a:tblPr>
              <a:tblGrid>
                <a:gridCol w="3701143">
                  <a:extLst>
                    <a:ext uri="{9D8B030D-6E8A-4147-A177-3AD203B41FA5}">
                      <a16:colId xmlns:a16="http://schemas.microsoft.com/office/drawing/2014/main" val="3253483556"/>
                    </a:ext>
                  </a:extLst>
                </a:gridCol>
              </a:tblGrid>
              <a:tr h="587829">
                <a:tc>
                  <a:txBody>
                    <a:bodyPr/>
                    <a:lstStyle/>
                    <a:p>
                      <a:pPr marL="0" indent="0" algn="ctr">
                        <a:buFont typeface="Arial" panose="020B0604020202020204" pitchFamily="34" charset="0"/>
                        <a:buNone/>
                      </a:pPr>
                      <a:r>
                        <a:rPr lang="en-CA" sz="2400" b="1" i="0" u="none" strike="noStrike" kern="1200" dirty="0">
                          <a:solidFill>
                            <a:schemeClr val="lt1"/>
                          </a:solidFill>
                          <a:effectLst/>
                          <a:latin typeface="+mn-lt"/>
                          <a:ea typeface="+mn-ea"/>
                          <a:cs typeface="+mn-cs"/>
                        </a:rPr>
                        <a:t>Time Constraints</a:t>
                      </a:r>
                      <a:r>
                        <a:rPr lang="en-CA" sz="2400" b="0" i="0" u="none" strike="noStrike" kern="1200" dirty="0">
                          <a:solidFill>
                            <a:schemeClr val="lt1"/>
                          </a:solidFill>
                          <a:effectLst/>
                          <a:latin typeface="+mn-lt"/>
                          <a:ea typeface="+mn-ea"/>
                          <a:cs typeface="+mn-cs"/>
                        </a:rPr>
                        <a:t>:</a:t>
                      </a:r>
                      <a:endParaRPr lang="en-CA" sz="2400" dirty="0"/>
                    </a:p>
                  </a:txBody>
                  <a:tcPr/>
                </a:tc>
                <a:extLst>
                  <a:ext uri="{0D108BD9-81ED-4DB2-BD59-A6C34878D82A}">
                    <a16:rowId xmlns:a16="http://schemas.microsoft.com/office/drawing/2014/main" val="4238381945"/>
                  </a:ext>
                </a:extLst>
              </a:tr>
              <a:tr h="3392715">
                <a:tc>
                  <a:txBody>
                    <a:bodyPr/>
                    <a:lstStyle/>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Project Timeline: Must be completed within a specific period covering survey distribution, data collection, analysis, and reporting.</a:t>
                      </a:r>
                    </a:p>
                    <a:p>
                      <a:pPr marL="0" indent="0" rtl="0" fontAlgn="base">
                        <a:buFont typeface="Arial" panose="020B0604020202020204" pitchFamily="34" charset="0"/>
                        <a:buNone/>
                      </a:pPr>
                      <a:endParaRPr lang="en-US" sz="1800" b="0" i="0" u="none" strike="noStrike" kern="1200" dirty="0">
                        <a:solidFill>
                          <a:schemeClr val="dk1"/>
                        </a:solidFill>
                        <a:effectLst/>
                        <a:latin typeface="+mn-lt"/>
                        <a:ea typeface="+mn-ea"/>
                        <a:cs typeface="+mn-cs"/>
                      </a:endParaRP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Data Collection Period: Requires adequate time to gather a meaningful sample size. Potential delays in response rates could impact deadlines.</a:t>
                      </a:r>
                    </a:p>
                    <a:p>
                      <a:pPr marL="0" indent="0" rtl="0" fontAlgn="base">
                        <a:buFont typeface="Arial" panose="020B0604020202020204" pitchFamily="34" charset="0"/>
                        <a:buNone/>
                      </a:pPr>
                      <a:endParaRPr lang="en-US" sz="1800" b="0" i="0" u="none" strike="noStrike" kern="1200" dirty="0">
                        <a:solidFill>
                          <a:schemeClr val="dk1"/>
                        </a:solidFill>
                        <a:effectLst/>
                        <a:latin typeface="+mn-lt"/>
                        <a:ea typeface="+mn-ea"/>
                        <a:cs typeface="+mn-cs"/>
                      </a:endParaRP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Analysis and Reporting Deadlines: Meeting these milestones is critical as data analysis and reporting are time-intensive.</a:t>
                      </a:r>
                    </a:p>
                    <a:p>
                      <a:pPr marL="285750" indent="-285750">
                        <a:buFont typeface="Arial" panose="020B0604020202020204" pitchFamily="34" charset="0"/>
                        <a:buChar char="•"/>
                      </a:pPr>
                      <a:endParaRPr lang="en-CA" dirty="0"/>
                    </a:p>
                  </a:txBody>
                  <a:tcPr/>
                </a:tc>
                <a:extLst>
                  <a:ext uri="{0D108BD9-81ED-4DB2-BD59-A6C34878D82A}">
                    <a16:rowId xmlns:a16="http://schemas.microsoft.com/office/drawing/2014/main" val="3659861337"/>
                  </a:ext>
                </a:extLst>
              </a:tr>
            </a:tbl>
          </a:graphicData>
        </a:graphic>
      </p:graphicFrame>
      <p:graphicFrame>
        <p:nvGraphicFramePr>
          <p:cNvPr id="24" name="Table 23">
            <a:extLst>
              <a:ext uri="{FF2B5EF4-FFF2-40B4-BE49-F238E27FC236}">
                <a16:creationId xmlns:a16="http://schemas.microsoft.com/office/drawing/2014/main" id="{EBB5264E-C932-20B2-4815-CBF7C5589469}"/>
              </a:ext>
            </a:extLst>
          </p:cNvPr>
          <p:cNvGraphicFramePr>
            <a:graphicFrameLocks noGrp="1"/>
          </p:cNvGraphicFramePr>
          <p:nvPr>
            <p:extLst>
              <p:ext uri="{D42A27DB-BD31-4B8C-83A1-F6EECF244321}">
                <p14:modId xmlns:p14="http://schemas.microsoft.com/office/powerpoint/2010/main" val="811734470"/>
              </p:ext>
            </p:extLst>
          </p:nvPr>
        </p:nvGraphicFramePr>
        <p:xfrm>
          <a:off x="5348518" y="1923143"/>
          <a:ext cx="3316512" cy="5082903"/>
        </p:xfrm>
        <a:graphic>
          <a:graphicData uri="http://schemas.openxmlformats.org/drawingml/2006/table">
            <a:tbl>
              <a:tblPr firstRow="1" bandRow="1">
                <a:tableStyleId>{5C22544A-7EE6-4342-B048-85BDC9FD1C3A}</a:tableStyleId>
              </a:tblPr>
              <a:tblGrid>
                <a:gridCol w="3316512">
                  <a:extLst>
                    <a:ext uri="{9D8B030D-6E8A-4147-A177-3AD203B41FA5}">
                      <a16:colId xmlns:a16="http://schemas.microsoft.com/office/drawing/2014/main" val="3253483556"/>
                    </a:ext>
                  </a:extLst>
                </a:gridCol>
              </a:tblGrid>
              <a:tr h="602343">
                <a:tc>
                  <a:txBody>
                    <a:bodyPr/>
                    <a:lstStyle/>
                    <a:p>
                      <a:pPr marL="0" indent="0" algn="ctr">
                        <a:buFont typeface="Arial" panose="020B0604020202020204" pitchFamily="34" charset="0"/>
                        <a:buNone/>
                      </a:pPr>
                      <a:r>
                        <a:rPr lang="en-CA" sz="2400" b="1" i="0" u="none" strike="noStrike" kern="1200" dirty="0">
                          <a:solidFill>
                            <a:schemeClr val="lt1"/>
                          </a:solidFill>
                          <a:effectLst/>
                          <a:latin typeface="+mn-lt"/>
                          <a:ea typeface="+mn-ea"/>
                          <a:cs typeface="+mn-cs"/>
                        </a:rPr>
                        <a:t>Budget Constraints</a:t>
                      </a:r>
                      <a:endParaRPr lang="en-CA" sz="2400" dirty="0"/>
                    </a:p>
                  </a:txBody>
                  <a:tcPr/>
                </a:tc>
                <a:extLst>
                  <a:ext uri="{0D108BD9-81ED-4DB2-BD59-A6C34878D82A}">
                    <a16:rowId xmlns:a16="http://schemas.microsoft.com/office/drawing/2014/main" val="4238381945"/>
                  </a:ext>
                </a:extLst>
              </a:tr>
              <a:tr h="3815311">
                <a:tc>
                  <a:txBody>
                    <a:bodyPr/>
                    <a:lstStyle/>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Survey and Data Collection Costs: May incur minor costs for survey distribution and participation incentives.</a:t>
                      </a:r>
                    </a:p>
                    <a:p>
                      <a:pPr marL="0" indent="0" rtl="0" fontAlgn="base">
                        <a:buFont typeface="Arial" panose="020B0604020202020204" pitchFamily="34" charset="0"/>
                        <a:buNone/>
                      </a:pPr>
                      <a:endParaRPr lang="en-US" sz="1800" b="0" i="0" u="none" strike="noStrike" kern="1200" dirty="0">
                        <a:solidFill>
                          <a:schemeClr val="dk1"/>
                        </a:solidFill>
                        <a:effectLst/>
                        <a:latin typeface="+mn-lt"/>
                        <a:ea typeface="+mn-ea"/>
                        <a:cs typeface="+mn-cs"/>
                      </a:endParaRP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Software and Tools: Costs for data visualization and statistical tools like Tableau may apply, with open-source options as alternatives.</a:t>
                      </a:r>
                    </a:p>
                    <a:p>
                      <a:pPr marL="0" indent="0" rtl="0" fontAlgn="base">
                        <a:buFont typeface="Arial" panose="020B0604020202020204" pitchFamily="34" charset="0"/>
                        <a:buNone/>
                      </a:pPr>
                      <a:endParaRPr lang="en-US" sz="1800" b="0" i="0" u="none" strike="noStrike" kern="1200" dirty="0">
                        <a:solidFill>
                          <a:schemeClr val="dk1"/>
                        </a:solidFill>
                        <a:effectLst/>
                        <a:latin typeface="+mn-lt"/>
                        <a:ea typeface="+mn-ea"/>
                        <a:cs typeface="+mn-cs"/>
                      </a:endParaRP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Human Resources: Limited budget may restrict team size, potentially leading to increased workloads and delays.</a:t>
                      </a:r>
                    </a:p>
                  </a:txBody>
                  <a:tcPr/>
                </a:tc>
                <a:extLst>
                  <a:ext uri="{0D108BD9-81ED-4DB2-BD59-A6C34878D82A}">
                    <a16:rowId xmlns:a16="http://schemas.microsoft.com/office/drawing/2014/main" val="3659861337"/>
                  </a:ext>
                </a:extLst>
              </a:tr>
            </a:tbl>
          </a:graphicData>
        </a:graphic>
      </p:graphicFrame>
      <p:graphicFrame>
        <p:nvGraphicFramePr>
          <p:cNvPr id="25" name="Table 24">
            <a:extLst>
              <a:ext uri="{FF2B5EF4-FFF2-40B4-BE49-F238E27FC236}">
                <a16:creationId xmlns:a16="http://schemas.microsoft.com/office/drawing/2014/main" id="{FAE48EF5-F4F4-F812-2CE5-C82492C444A0}"/>
              </a:ext>
            </a:extLst>
          </p:cNvPr>
          <p:cNvGraphicFramePr>
            <a:graphicFrameLocks noGrp="1"/>
          </p:cNvGraphicFramePr>
          <p:nvPr>
            <p:extLst>
              <p:ext uri="{D42A27DB-BD31-4B8C-83A1-F6EECF244321}">
                <p14:modId xmlns:p14="http://schemas.microsoft.com/office/powerpoint/2010/main" val="2121538852"/>
              </p:ext>
            </p:extLst>
          </p:nvPr>
        </p:nvGraphicFramePr>
        <p:xfrm>
          <a:off x="9180290" y="1923143"/>
          <a:ext cx="4201884" cy="4808583"/>
        </p:xfrm>
        <a:graphic>
          <a:graphicData uri="http://schemas.openxmlformats.org/drawingml/2006/table">
            <a:tbl>
              <a:tblPr firstRow="1" bandRow="1">
                <a:tableStyleId>{5C22544A-7EE6-4342-B048-85BDC9FD1C3A}</a:tableStyleId>
              </a:tblPr>
              <a:tblGrid>
                <a:gridCol w="4201884">
                  <a:extLst>
                    <a:ext uri="{9D8B030D-6E8A-4147-A177-3AD203B41FA5}">
                      <a16:colId xmlns:a16="http://schemas.microsoft.com/office/drawing/2014/main" val="3253483556"/>
                    </a:ext>
                  </a:extLst>
                </a:gridCol>
              </a:tblGrid>
              <a:tr h="602343">
                <a:tc>
                  <a:txBody>
                    <a:bodyPr/>
                    <a:lstStyle/>
                    <a:p>
                      <a:pPr marL="0" indent="0" algn="ctr">
                        <a:buFont typeface="Arial" panose="020B0604020202020204" pitchFamily="34" charset="0"/>
                        <a:buNone/>
                      </a:pPr>
                      <a:r>
                        <a:rPr lang="en-CA" sz="2400" b="1" i="0" u="none" strike="noStrike" kern="1200" dirty="0">
                          <a:solidFill>
                            <a:schemeClr val="lt1"/>
                          </a:solidFill>
                          <a:effectLst/>
                          <a:latin typeface="+mn-lt"/>
                          <a:ea typeface="+mn-ea"/>
                          <a:cs typeface="+mn-cs"/>
                        </a:rPr>
                        <a:t>Technical Constraints</a:t>
                      </a:r>
                      <a:endParaRPr lang="en-CA" sz="2400" dirty="0"/>
                    </a:p>
                  </a:txBody>
                  <a:tcPr/>
                </a:tc>
                <a:extLst>
                  <a:ext uri="{0D108BD9-81ED-4DB2-BD59-A6C34878D82A}">
                    <a16:rowId xmlns:a16="http://schemas.microsoft.com/office/drawing/2014/main" val="4238381945"/>
                  </a:ext>
                </a:extLst>
              </a:tr>
              <a:tr h="3815311">
                <a:tc>
                  <a:txBody>
                    <a:bodyPr/>
                    <a:lstStyle/>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Data Quality and Accuracy: Ensuring reliable survey design for accurate data.</a:t>
                      </a:r>
                    </a:p>
                    <a:p>
                      <a:pPr marL="0" indent="0" rtl="0" fontAlgn="base">
                        <a:buFont typeface="Arial" panose="020B0604020202020204" pitchFamily="34" charset="0"/>
                        <a:buNone/>
                      </a:pPr>
                      <a:endParaRPr lang="en-US" sz="1800" b="0" i="0" u="none" strike="noStrike" kern="1200" dirty="0">
                        <a:solidFill>
                          <a:schemeClr val="dk1"/>
                        </a:solidFill>
                        <a:effectLst/>
                        <a:latin typeface="+mn-lt"/>
                        <a:ea typeface="+mn-ea"/>
                        <a:cs typeface="+mn-cs"/>
                      </a:endParaRP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Technical Expertise: Project requires skills in data analysis, machine learning, and visualization.</a:t>
                      </a:r>
                    </a:p>
                    <a:p>
                      <a:pPr marL="0" indent="0" rtl="0" fontAlgn="base">
                        <a:buFont typeface="Arial" panose="020B0604020202020204" pitchFamily="34" charset="0"/>
                        <a:buNone/>
                      </a:pPr>
                      <a:endParaRPr lang="en-US" sz="1800" b="0" i="0" u="none" strike="noStrike" kern="1200" dirty="0">
                        <a:solidFill>
                          <a:schemeClr val="dk1"/>
                        </a:solidFill>
                        <a:effectLst/>
                        <a:latin typeface="+mn-lt"/>
                        <a:ea typeface="+mn-ea"/>
                        <a:cs typeface="+mn-cs"/>
                      </a:endParaRP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Access to Tools: Requires tools like Python and Tableau. Licensing or access limitations may impact capabilities.</a:t>
                      </a:r>
                    </a:p>
                    <a:p>
                      <a:pPr marL="0" indent="0" rtl="0" fontAlgn="base">
                        <a:buFont typeface="Arial" panose="020B0604020202020204" pitchFamily="34" charset="0"/>
                        <a:buNone/>
                      </a:pPr>
                      <a:endParaRPr lang="en-US" sz="1800" b="0" i="0" u="none" strike="noStrike" kern="1200" dirty="0">
                        <a:solidFill>
                          <a:schemeClr val="dk1"/>
                        </a:solidFill>
                        <a:effectLst/>
                        <a:latin typeface="+mn-lt"/>
                        <a:ea typeface="+mn-ea"/>
                        <a:cs typeface="+mn-cs"/>
                      </a:endParaRPr>
                    </a:p>
                    <a:p>
                      <a:pPr marL="285750" indent="-285750" rtl="0" fontAlgn="base">
                        <a:buFont typeface="Arial" panose="020B0604020202020204" pitchFamily="34" charset="0"/>
                        <a:buChar char="•"/>
                      </a:pPr>
                      <a:r>
                        <a:rPr lang="en-US" sz="1800" b="0" i="0" u="none" strike="noStrike" kern="1200" dirty="0">
                          <a:solidFill>
                            <a:schemeClr val="dk1"/>
                          </a:solidFill>
                          <a:effectLst/>
                          <a:latin typeface="+mn-lt"/>
                          <a:ea typeface="+mn-ea"/>
                          <a:cs typeface="+mn-cs"/>
                        </a:rPr>
                        <a:t>Privacy and Compliance: Must adhere to privacy regulations (e.g., FERPA, GDPR), which may limit data collection and analysis types.</a:t>
                      </a:r>
                    </a:p>
                  </a:txBody>
                  <a:tcPr/>
                </a:tc>
                <a:extLst>
                  <a:ext uri="{0D108BD9-81ED-4DB2-BD59-A6C34878D82A}">
                    <a16:rowId xmlns:a16="http://schemas.microsoft.com/office/drawing/2014/main" val="3659861337"/>
                  </a:ext>
                </a:extLst>
              </a:tr>
            </a:tbl>
          </a:graphicData>
        </a:graphic>
      </p:graphicFrame>
    </p:spTree>
    <p:extLst>
      <p:ext uri="{BB962C8B-B14F-4D97-AF65-F5344CB8AC3E}">
        <p14:creationId xmlns:p14="http://schemas.microsoft.com/office/powerpoint/2010/main" val="3469864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575FD2-4558-9586-F8AC-07F9A5D15AB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701047" y="1701046"/>
            <a:ext cx="8250982" cy="4848893"/>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90194" y="3192568"/>
            <a:ext cx="5226713" cy="4846324"/>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17058" y="1965702"/>
            <a:ext cx="8229086" cy="429768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96826" y="1441574"/>
            <a:ext cx="5769962" cy="4906399"/>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 0">
            <a:extLst>
              <a:ext uri="{FF2B5EF4-FFF2-40B4-BE49-F238E27FC236}">
                <a16:creationId xmlns:a16="http://schemas.microsoft.com/office/drawing/2014/main" id="{CEAEBF12-7E88-4DA7-9A92-F73B3EE5BE3F}"/>
              </a:ext>
            </a:extLst>
          </p:cNvPr>
          <p:cNvSpPr/>
          <p:nvPr/>
        </p:nvSpPr>
        <p:spPr>
          <a:xfrm>
            <a:off x="792049" y="2630191"/>
            <a:ext cx="3456993" cy="3686287"/>
          </a:xfrm>
          <a:prstGeom prst="rect">
            <a:avLst/>
          </a:prstGeom>
        </p:spPr>
        <p:txBody>
          <a:bodyPr vert="horz" lIns="91440" tIns="45720" rIns="91440" bIns="45720" rtlCol="0" anchor="t">
            <a:normAutofit/>
          </a:bodyPr>
          <a:lstStyle/>
          <a:p>
            <a:pPr marL="0" indent="0">
              <a:lnSpc>
                <a:spcPct val="90000"/>
              </a:lnSpc>
              <a:spcBef>
                <a:spcPct val="0"/>
              </a:spcBef>
              <a:spcAft>
                <a:spcPts val="600"/>
              </a:spcAft>
            </a:pPr>
            <a:r>
              <a:rPr lang="en-US" sz="4800" kern="1200" dirty="0">
                <a:solidFill>
                  <a:srgbClr val="FFFFFF"/>
                </a:solidFill>
                <a:latin typeface="+mj-lt"/>
                <a:ea typeface="+mj-ea"/>
                <a:cs typeface="+mj-cs"/>
              </a:rPr>
              <a:t>Key</a:t>
            </a:r>
          </a:p>
          <a:p>
            <a:pPr marL="0" indent="0">
              <a:lnSpc>
                <a:spcPct val="90000"/>
              </a:lnSpc>
              <a:spcBef>
                <a:spcPct val="0"/>
              </a:spcBef>
              <a:spcAft>
                <a:spcPts val="600"/>
              </a:spcAft>
            </a:pPr>
            <a:r>
              <a:rPr lang="en-US" sz="4800" dirty="0">
                <a:solidFill>
                  <a:srgbClr val="FFFFFF"/>
                </a:solidFill>
                <a:latin typeface="+mj-lt"/>
                <a:ea typeface="+mj-ea"/>
                <a:cs typeface="+mj-cs"/>
              </a:rPr>
              <a:t>Project</a:t>
            </a:r>
          </a:p>
          <a:p>
            <a:pPr marL="0" indent="0">
              <a:lnSpc>
                <a:spcPct val="90000"/>
              </a:lnSpc>
              <a:spcBef>
                <a:spcPct val="0"/>
              </a:spcBef>
              <a:spcAft>
                <a:spcPts val="600"/>
              </a:spcAft>
            </a:pPr>
            <a:r>
              <a:rPr lang="en-US" sz="4800" kern="1200" dirty="0">
                <a:solidFill>
                  <a:srgbClr val="FFFFFF"/>
                </a:solidFill>
                <a:latin typeface="+mj-lt"/>
                <a:ea typeface="+mj-ea"/>
                <a:cs typeface="+mj-cs"/>
              </a:rPr>
              <a:t>Delivery</a:t>
            </a:r>
          </a:p>
        </p:txBody>
      </p:sp>
      <p:sp>
        <p:nvSpPr>
          <p:cNvPr id="19" name="Rectangle 1">
            <a:extLst>
              <a:ext uri="{FF2B5EF4-FFF2-40B4-BE49-F238E27FC236}">
                <a16:creationId xmlns:a16="http://schemas.microsoft.com/office/drawing/2014/main" id="{005B28D1-DE87-F22C-EAB4-1A53141E9D81}"/>
              </a:ext>
            </a:extLst>
          </p:cNvPr>
          <p:cNvSpPr>
            <a:spLocks noChangeArrowheads="1"/>
          </p:cNvSpPr>
          <p:nvPr/>
        </p:nvSpPr>
        <p:spPr bwMode="auto">
          <a:xfrm>
            <a:off x="6572250" y="2190750"/>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graphicFrame>
        <p:nvGraphicFramePr>
          <p:cNvPr id="18" name="Table 17">
            <a:extLst>
              <a:ext uri="{FF2B5EF4-FFF2-40B4-BE49-F238E27FC236}">
                <a16:creationId xmlns:a16="http://schemas.microsoft.com/office/drawing/2014/main" id="{2646F859-FE11-CFAC-C7B5-533CF78F1FA2}"/>
              </a:ext>
            </a:extLst>
          </p:cNvPr>
          <p:cNvGraphicFramePr>
            <a:graphicFrameLocks noGrp="1"/>
          </p:cNvGraphicFramePr>
          <p:nvPr>
            <p:extLst>
              <p:ext uri="{D42A27DB-BD31-4B8C-83A1-F6EECF244321}">
                <p14:modId xmlns:p14="http://schemas.microsoft.com/office/powerpoint/2010/main" val="4084568483"/>
              </p:ext>
            </p:extLst>
          </p:nvPr>
        </p:nvGraphicFramePr>
        <p:xfrm>
          <a:off x="5458042" y="176602"/>
          <a:ext cx="8810639" cy="7897780"/>
        </p:xfrm>
        <a:graphic>
          <a:graphicData uri="http://schemas.openxmlformats.org/drawingml/2006/table">
            <a:tbl>
              <a:tblPr firstRow="1" bandRow="1">
                <a:noFill/>
              </a:tblPr>
              <a:tblGrid>
                <a:gridCol w="3287021">
                  <a:extLst>
                    <a:ext uri="{9D8B030D-6E8A-4147-A177-3AD203B41FA5}">
                      <a16:colId xmlns:a16="http://schemas.microsoft.com/office/drawing/2014/main" val="1511553442"/>
                    </a:ext>
                  </a:extLst>
                </a:gridCol>
                <a:gridCol w="5523618">
                  <a:extLst>
                    <a:ext uri="{9D8B030D-6E8A-4147-A177-3AD203B41FA5}">
                      <a16:colId xmlns:a16="http://schemas.microsoft.com/office/drawing/2014/main" val="809656241"/>
                    </a:ext>
                  </a:extLst>
                </a:gridCol>
              </a:tblGrid>
              <a:tr h="351825">
                <a:tc>
                  <a:txBody>
                    <a:bodyPr/>
                    <a:lstStyle/>
                    <a:p>
                      <a:pPr algn="just" rtl="0" fontAlgn="t">
                        <a:spcBef>
                          <a:spcPts val="600"/>
                        </a:spcBef>
                        <a:spcAft>
                          <a:spcPts val="600"/>
                        </a:spcAft>
                      </a:pPr>
                      <a:r>
                        <a:rPr lang="en-CA" sz="1800" b="1" i="0" u="none" strike="noStrike" dirty="0">
                          <a:solidFill>
                            <a:schemeClr val="tx1">
                              <a:lumMod val="75000"/>
                              <a:lumOff val="25000"/>
                            </a:schemeClr>
                          </a:solidFill>
                          <a:effectLst/>
                          <a:latin typeface="Calibri" panose="020F0502020204030204" pitchFamily="34" charset="0"/>
                        </a:rPr>
                        <a:t>Name</a:t>
                      </a:r>
                      <a:endParaRPr lang="en-CA" sz="1800" b="1" dirty="0">
                        <a:solidFill>
                          <a:schemeClr val="tx1">
                            <a:lumMod val="75000"/>
                            <a:lumOff val="25000"/>
                          </a:schemeClr>
                        </a:solidFill>
                        <a:effectLst/>
                      </a:endParaRPr>
                    </a:p>
                  </a:txBody>
                  <a:tcPr marL="143602" marR="28596" marT="71801" marB="71801">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just" rtl="0" fontAlgn="t">
                        <a:spcBef>
                          <a:spcPts val="600"/>
                        </a:spcBef>
                        <a:spcAft>
                          <a:spcPts val="600"/>
                        </a:spcAft>
                      </a:pPr>
                      <a:r>
                        <a:rPr lang="en-CA" sz="1800" b="1" i="0" u="none" strike="noStrike" dirty="0">
                          <a:solidFill>
                            <a:schemeClr val="tx1">
                              <a:lumMod val="75000"/>
                              <a:lumOff val="25000"/>
                            </a:schemeClr>
                          </a:solidFill>
                          <a:effectLst/>
                          <a:latin typeface="Calibri" panose="020F0502020204030204" pitchFamily="34" charset="0"/>
                        </a:rPr>
                        <a:t>Description</a:t>
                      </a:r>
                      <a:endParaRPr lang="en-CA" sz="1800" b="1" dirty="0">
                        <a:solidFill>
                          <a:schemeClr val="tx1">
                            <a:lumMod val="75000"/>
                            <a:lumOff val="25000"/>
                          </a:schemeClr>
                        </a:solidFill>
                        <a:effectLst/>
                      </a:endParaRPr>
                    </a:p>
                  </a:txBody>
                  <a:tcPr marL="143602" marR="28596" marT="71801" marB="71801">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1845292014"/>
                  </a:ext>
                </a:extLst>
              </a:tr>
              <a:tr h="1069836">
                <a:tc>
                  <a:txBody>
                    <a:bodyPr/>
                    <a:lstStyle/>
                    <a:p>
                      <a:pPr rtl="0" fontAlgn="t">
                        <a:spcBef>
                          <a:spcPts val="600"/>
                        </a:spcBef>
                        <a:spcAft>
                          <a:spcPts val="600"/>
                        </a:spcAft>
                      </a:pPr>
                      <a:r>
                        <a:rPr lang="en-CA" sz="1200" b="1" i="0" u="none" strike="noStrike">
                          <a:solidFill>
                            <a:schemeClr val="tx1">
                              <a:lumMod val="75000"/>
                              <a:lumOff val="25000"/>
                            </a:schemeClr>
                          </a:solidFill>
                          <a:effectLst/>
                          <a:latin typeface="Calibri" panose="020F0502020204030204" pitchFamily="34" charset="0"/>
                        </a:rPr>
                        <a:t>Survey Design and Distribution</a:t>
                      </a:r>
                      <a:endParaRPr lang="en-CA" sz="120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just" rtl="0" fontAlgn="t">
                        <a:spcBef>
                          <a:spcPts val="600"/>
                        </a:spcBef>
                        <a:spcAft>
                          <a:spcPts val="600"/>
                        </a:spcAft>
                      </a:pPr>
                      <a:r>
                        <a:rPr lang="en-US" sz="1400" b="0" i="0" u="none" strike="noStrike">
                          <a:solidFill>
                            <a:schemeClr val="tx1">
                              <a:lumMod val="75000"/>
                              <a:lumOff val="25000"/>
                            </a:schemeClr>
                          </a:solidFill>
                          <a:effectLst/>
                          <a:latin typeface="Calibri" panose="020F0502020204030204" pitchFamily="34" charset="0"/>
                        </a:rPr>
                        <a:t>A comprehensive survey designed to gather data on student demographics, education mode preferences, performance, engagement, and challenges. Distributed to target participants (e.g., St. Clair students) through platforms like email and WhatsApp, ensuring a broad and representative sample.</a:t>
                      </a:r>
                      <a:endParaRPr lang="en-US" sz="140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580222828"/>
                  </a:ext>
                </a:extLst>
              </a:tr>
              <a:tr h="890333">
                <a:tc>
                  <a:txBody>
                    <a:bodyPr/>
                    <a:lstStyle/>
                    <a:p>
                      <a:pPr rtl="0" fontAlgn="t">
                        <a:spcBef>
                          <a:spcPts val="600"/>
                        </a:spcBef>
                        <a:spcAft>
                          <a:spcPts val="600"/>
                        </a:spcAft>
                      </a:pPr>
                      <a:r>
                        <a:rPr lang="en-US" sz="1200" b="1" i="0" u="none" strike="noStrike">
                          <a:solidFill>
                            <a:schemeClr val="tx1">
                              <a:lumMod val="75000"/>
                              <a:lumOff val="25000"/>
                            </a:schemeClr>
                          </a:solidFill>
                          <a:effectLst/>
                          <a:latin typeface="Calibri" panose="020F0502020204030204" pitchFamily="34" charset="0"/>
                        </a:rPr>
                        <a:t>Data Collection and Cleaning Report</a:t>
                      </a:r>
                      <a:endParaRPr lang="en-US" sz="1200">
                        <a:solidFill>
                          <a:schemeClr val="tx1">
                            <a:lumMod val="75000"/>
                            <a:lumOff val="25000"/>
                          </a:schemeClr>
                        </a:solidFill>
                        <a:effectLst/>
                      </a:endParaRPr>
                    </a:p>
                  </a:txBody>
                  <a:tcPr marL="143602" marR="28596" marT="71801" marB="71801">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just" rtl="0" fontAlgn="t">
                        <a:spcBef>
                          <a:spcPts val="600"/>
                        </a:spcBef>
                        <a:spcAft>
                          <a:spcPts val="600"/>
                        </a:spcAft>
                      </a:pPr>
                      <a:r>
                        <a:rPr lang="en-US" sz="1400" b="0" i="0" u="none" strike="noStrike">
                          <a:solidFill>
                            <a:schemeClr val="tx1">
                              <a:lumMod val="75000"/>
                              <a:lumOff val="25000"/>
                            </a:schemeClr>
                          </a:solidFill>
                          <a:effectLst/>
                          <a:latin typeface="Calibri" panose="020F0502020204030204" pitchFamily="34" charset="0"/>
                        </a:rPr>
                        <a:t>Raw dataset collected from survey responses, including demographic information and responses on engagement, performance, and preference factors. Data cleaning report documenting steps for handling missing values, correcting inconsistencies, and managing outliers.</a:t>
                      </a:r>
                      <a:endParaRPr lang="en-US" sz="1400">
                        <a:solidFill>
                          <a:schemeClr val="tx1">
                            <a:lumMod val="75000"/>
                            <a:lumOff val="25000"/>
                          </a:schemeClr>
                        </a:solidFill>
                        <a:effectLst/>
                      </a:endParaRPr>
                    </a:p>
                  </a:txBody>
                  <a:tcPr marL="143602" marR="28596" marT="71801" marB="71801">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560154450"/>
                  </a:ext>
                </a:extLst>
              </a:tr>
              <a:tr h="710831">
                <a:tc>
                  <a:txBody>
                    <a:bodyPr/>
                    <a:lstStyle/>
                    <a:p>
                      <a:pPr rtl="0" fontAlgn="t">
                        <a:spcBef>
                          <a:spcPts val="600"/>
                        </a:spcBef>
                        <a:spcAft>
                          <a:spcPts val="600"/>
                        </a:spcAft>
                      </a:pPr>
                      <a:r>
                        <a:rPr lang="en-US" sz="1200" b="1" i="0" u="none" strike="noStrike">
                          <a:solidFill>
                            <a:schemeClr val="tx1">
                              <a:lumMod val="75000"/>
                              <a:lumOff val="25000"/>
                            </a:schemeClr>
                          </a:solidFill>
                          <a:effectLst/>
                          <a:latin typeface="Calibri" panose="020F0502020204030204" pitchFamily="34" charset="0"/>
                        </a:rPr>
                        <a:t>Exploratory Data Analysis (EDA) Report</a:t>
                      </a:r>
                      <a:endParaRPr lang="en-US" sz="120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just" rtl="0" fontAlgn="t">
                        <a:spcBef>
                          <a:spcPts val="600"/>
                        </a:spcBef>
                        <a:spcAft>
                          <a:spcPts val="600"/>
                        </a:spcAft>
                      </a:pPr>
                      <a:r>
                        <a:rPr lang="en-US" sz="1400" b="0" i="0" u="none" strike="noStrike" dirty="0">
                          <a:solidFill>
                            <a:schemeClr val="tx1">
                              <a:lumMod val="75000"/>
                              <a:lumOff val="25000"/>
                            </a:schemeClr>
                          </a:solidFill>
                          <a:effectLst/>
                          <a:latin typeface="Calibri" panose="020F0502020204030204" pitchFamily="34" charset="0"/>
                        </a:rPr>
                        <a:t>A detailed EDA report with visualizations and statistical summaries to identify patterns, trends, and initial insights regarding student performance and engagement in both online and offline settings.</a:t>
                      </a:r>
                      <a:endParaRPr lang="en-US" sz="1400" dirty="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949736166"/>
                  </a:ext>
                </a:extLst>
              </a:tr>
              <a:tr h="710831">
                <a:tc>
                  <a:txBody>
                    <a:bodyPr/>
                    <a:lstStyle/>
                    <a:p>
                      <a:pPr rtl="0" fontAlgn="t">
                        <a:spcBef>
                          <a:spcPts val="600"/>
                        </a:spcBef>
                        <a:spcAft>
                          <a:spcPts val="600"/>
                        </a:spcAft>
                      </a:pPr>
                      <a:r>
                        <a:rPr lang="en-US" sz="1200" b="1" i="0" u="none" strike="noStrike">
                          <a:solidFill>
                            <a:schemeClr val="tx1">
                              <a:lumMod val="75000"/>
                              <a:lumOff val="25000"/>
                            </a:schemeClr>
                          </a:solidFill>
                          <a:effectLst/>
                          <a:latin typeface="Calibri" panose="020F0502020204030204" pitchFamily="34" charset="0"/>
                        </a:rPr>
                        <a:t>Predictive Modeling and Analysis Results</a:t>
                      </a:r>
                      <a:endParaRPr lang="en-US" sz="1200">
                        <a:solidFill>
                          <a:schemeClr val="tx1">
                            <a:lumMod val="75000"/>
                            <a:lumOff val="25000"/>
                          </a:schemeClr>
                        </a:solidFill>
                        <a:effectLst/>
                      </a:endParaRPr>
                    </a:p>
                  </a:txBody>
                  <a:tcPr marL="143602" marR="28596" marT="71801" marB="71801">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just" rtl="0" fontAlgn="t">
                        <a:spcBef>
                          <a:spcPts val="600"/>
                        </a:spcBef>
                        <a:spcAft>
                          <a:spcPts val="600"/>
                        </a:spcAft>
                      </a:pPr>
                      <a:r>
                        <a:rPr lang="en-US" sz="1400" b="0" i="0" u="none" strike="noStrike">
                          <a:solidFill>
                            <a:schemeClr val="tx1">
                              <a:lumMod val="75000"/>
                              <a:lumOff val="25000"/>
                            </a:schemeClr>
                          </a:solidFill>
                          <a:effectLst/>
                          <a:latin typeface="Calibri" panose="020F0502020204030204" pitchFamily="34" charset="0"/>
                        </a:rPr>
                        <a:t>Machine learning models to predict student outcomes based on survey data, such as engagement levels or academic performance across education modes.</a:t>
                      </a:r>
                      <a:endParaRPr lang="en-US" sz="1400">
                        <a:solidFill>
                          <a:schemeClr val="tx1">
                            <a:lumMod val="75000"/>
                            <a:lumOff val="25000"/>
                          </a:schemeClr>
                        </a:solidFill>
                        <a:effectLst/>
                      </a:endParaRPr>
                    </a:p>
                  </a:txBody>
                  <a:tcPr marL="143602" marR="28596" marT="71801" marB="71801">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889272045"/>
                  </a:ext>
                </a:extLst>
              </a:tr>
              <a:tr h="710831">
                <a:tc>
                  <a:txBody>
                    <a:bodyPr/>
                    <a:lstStyle/>
                    <a:p>
                      <a:pPr rtl="0" fontAlgn="t">
                        <a:spcBef>
                          <a:spcPts val="600"/>
                        </a:spcBef>
                        <a:spcAft>
                          <a:spcPts val="600"/>
                        </a:spcAft>
                      </a:pPr>
                      <a:r>
                        <a:rPr lang="en-CA" sz="1200" b="1" i="0" u="none" strike="noStrike">
                          <a:solidFill>
                            <a:schemeClr val="tx1">
                              <a:lumMod val="75000"/>
                              <a:lumOff val="25000"/>
                            </a:schemeClr>
                          </a:solidFill>
                          <a:effectLst/>
                          <a:latin typeface="Calibri" panose="020F0502020204030204" pitchFamily="34" charset="0"/>
                        </a:rPr>
                        <a:t>Data Visualization Dashboards</a:t>
                      </a:r>
                      <a:endParaRPr lang="en-CA" sz="120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just" rtl="0" fontAlgn="t">
                        <a:spcBef>
                          <a:spcPts val="600"/>
                        </a:spcBef>
                        <a:spcAft>
                          <a:spcPts val="600"/>
                        </a:spcAft>
                      </a:pPr>
                      <a:r>
                        <a:rPr lang="en-US" sz="1400" b="0" i="0" u="none" strike="noStrike" dirty="0">
                          <a:solidFill>
                            <a:schemeClr val="tx1">
                              <a:lumMod val="75000"/>
                              <a:lumOff val="25000"/>
                            </a:schemeClr>
                          </a:solidFill>
                          <a:effectLst/>
                          <a:latin typeface="Calibri" panose="020F0502020204030204" pitchFamily="34" charset="0"/>
                        </a:rPr>
                        <a:t>Interactive dashboards created in Tableau to present key findings and comparisons, including engagement rates, performance metrics, student preferences, and identified challenges.</a:t>
                      </a:r>
                      <a:endParaRPr lang="en-US" sz="1400" dirty="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3724960388"/>
                  </a:ext>
                </a:extLst>
              </a:tr>
              <a:tr h="531328">
                <a:tc>
                  <a:txBody>
                    <a:bodyPr/>
                    <a:lstStyle/>
                    <a:p>
                      <a:pPr rtl="0" fontAlgn="t">
                        <a:spcBef>
                          <a:spcPts val="600"/>
                        </a:spcBef>
                        <a:spcAft>
                          <a:spcPts val="600"/>
                        </a:spcAft>
                      </a:pPr>
                      <a:r>
                        <a:rPr lang="en-CA" sz="1200" b="1" i="0" u="none" strike="noStrike">
                          <a:solidFill>
                            <a:schemeClr val="tx1">
                              <a:lumMod val="75000"/>
                              <a:lumOff val="25000"/>
                            </a:schemeClr>
                          </a:solidFill>
                          <a:effectLst/>
                          <a:latin typeface="Calibri" panose="020F0502020204030204" pitchFamily="34" charset="0"/>
                        </a:rPr>
                        <a:t>Final Research Report</a:t>
                      </a:r>
                      <a:endParaRPr lang="en-CA" sz="1200">
                        <a:solidFill>
                          <a:schemeClr val="tx1">
                            <a:lumMod val="75000"/>
                            <a:lumOff val="25000"/>
                          </a:schemeClr>
                        </a:solidFill>
                        <a:effectLst/>
                      </a:endParaRPr>
                    </a:p>
                  </a:txBody>
                  <a:tcPr marL="143602" marR="28596" marT="71801" marB="71801">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just" rtl="0" fontAlgn="t">
                        <a:spcBef>
                          <a:spcPts val="600"/>
                        </a:spcBef>
                        <a:spcAft>
                          <a:spcPts val="600"/>
                        </a:spcAft>
                      </a:pPr>
                      <a:r>
                        <a:rPr lang="en-US" sz="1400" b="0" i="0" u="none" strike="noStrike">
                          <a:solidFill>
                            <a:schemeClr val="tx1">
                              <a:lumMod val="75000"/>
                              <a:lumOff val="25000"/>
                            </a:schemeClr>
                          </a:solidFill>
                          <a:effectLst/>
                          <a:latin typeface="Calibri" panose="020F0502020204030204" pitchFamily="34" charset="0"/>
                        </a:rPr>
                        <a:t>A comprehensive report summarizing the study’s findings, insights, and recommendations.</a:t>
                      </a:r>
                      <a:endParaRPr lang="en-US" sz="1400">
                        <a:solidFill>
                          <a:schemeClr val="tx1">
                            <a:lumMod val="75000"/>
                            <a:lumOff val="25000"/>
                          </a:schemeClr>
                        </a:solidFill>
                        <a:effectLst/>
                      </a:endParaRPr>
                    </a:p>
                  </a:txBody>
                  <a:tcPr marL="143602" marR="28596" marT="71801" marB="71801">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4207943672"/>
                  </a:ext>
                </a:extLst>
              </a:tr>
              <a:tr h="710831">
                <a:tc>
                  <a:txBody>
                    <a:bodyPr/>
                    <a:lstStyle/>
                    <a:p>
                      <a:pPr rtl="0" fontAlgn="t">
                        <a:spcBef>
                          <a:spcPts val="600"/>
                        </a:spcBef>
                        <a:spcAft>
                          <a:spcPts val="600"/>
                        </a:spcAft>
                      </a:pPr>
                      <a:r>
                        <a:rPr lang="en-CA" sz="1200" b="1" i="0" u="none" strike="noStrike">
                          <a:solidFill>
                            <a:schemeClr val="tx1">
                              <a:lumMod val="75000"/>
                              <a:lumOff val="25000"/>
                            </a:schemeClr>
                          </a:solidFill>
                          <a:effectLst/>
                          <a:latin typeface="Calibri" panose="020F0502020204030204" pitchFamily="34" charset="0"/>
                        </a:rPr>
                        <a:t>Recommendations Document</a:t>
                      </a:r>
                      <a:endParaRPr lang="en-CA" sz="120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just" rtl="0" fontAlgn="t">
                        <a:spcBef>
                          <a:spcPts val="600"/>
                        </a:spcBef>
                        <a:spcAft>
                          <a:spcPts val="600"/>
                        </a:spcAft>
                      </a:pPr>
                      <a:r>
                        <a:rPr lang="en-US" sz="1400" b="0" i="0" u="none" strike="noStrike">
                          <a:solidFill>
                            <a:schemeClr val="tx1">
                              <a:lumMod val="75000"/>
                              <a:lumOff val="25000"/>
                            </a:schemeClr>
                          </a:solidFill>
                          <a:effectLst/>
                          <a:latin typeface="Calibri" panose="020F0502020204030204" pitchFamily="34" charset="0"/>
                        </a:rPr>
                        <a:t>A strategic recommendations document detailing practical suggestions for educators and institutions to improve engagement, performance, and satisfaction in both online and offline modes.</a:t>
                      </a:r>
                      <a:endParaRPr lang="en-US" sz="140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328136142"/>
                  </a:ext>
                </a:extLst>
              </a:tr>
              <a:tr h="710831">
                <a:tc>
                  <a:txBody>
                    <a:bodyPr/>
                    <a:lstStyle/>
                    <a:p>
                      <a:pPr rtl="0" fontAlgn="t">
                        <a:spcBef>
                          <a:spcPts val="600"/>
                        </a:spcBef>
                        <a:spcAft>
                          <a:spcPts val="600"/>
                        </a:spcAft>
                      </a:pPr>
                      <a:r>
                        <a:rPr lang="en-CA" sz="1200" b="1" i="0" u="none" strike="noStrike">
                          <a:solidFill>
                            <a:schemeClr val="tx1">
                              <a:lumMod val="75000"/>
                              <a:lumOff val="25000"/>
                            </a:schemeClr>
                          </a:solidFill>
                          <a:effectLst/>
                          <a:latin typeface="Calibri" panose="020F0502020204030204" pitchFamily="34" charset="0"/>
                        </a:rPr>
                        <a:t>Project Presentation</a:t>
                      </a:r>
                      <a:endParaRPr lang="en-CA" sz="1200">
                        <a:solidFill>
                          <a:schemeClr val="tx1">
                            <a:lumMod val="75000"/>
                            <a:lumOff val="25000"/>
                          </a:schemeClr>
                        </a:solidFill>
                        <a:effectLst/>
                      </a:endParaRPr>
                    </a:p>
                  </a:txBody>
                  <a:tcPr marL="143602" marR="28596" marT="71801" marB="71801">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algn="just" rtl="0" fontAlgn="t">
                        <a:spcBef>
                          <a:spcPts val="600"/>
                        </a:spcBef>
                        <a:spcAft>
                          <a:spcPts val="600"/>
                        </a:spcAft>
                      </a:pPr>
                      <a:r>
                        <a:rPr lang="en-US" sz="1400" b="0" i="0" u="none" strike="noStrike">
                          <a:solidFill>
                            <a:schemeClr val="tx1">
                              <a:lumMod val="75000"/>
                              <a:lumOff val="25000"/>
                            </a:schemeClr>
                          </a:solidFill>
                          <a:effectLst/>
                          <a:latin typeface="Calibri" panose="020F0502020204030204" pitchFamily="34" charset="0"/>
                        </a:rPr>
                        <a:t>A slide presentation summarizing key project findings, insights, and recommendations for stakeholders such as educational institutions or policymakers.</a:t>
                      </a:r>
                      <a:endParaRPr lang="en-US" sz="1400">
                        <a:solidFill>
                          <a:schemeClr val="tx1">
                            <a:lumMod val="75000"/>
                            <a:lumOff val="25000"/>
                          </a:schemeClr>
                        </a:solidFill>
                        <a:effectLst/>
                      </a:endParaRPr>
                    </a:p>
                  </a:txBody>
                  <a:tcPr marL="143602" marR="28596" marT="71801" marB="71801">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208127765"/>
                  </a:ext>
                </a:extLst>
              </a:tr>
              <a:tr h="710831">
                <a:tc>
                  <a:txBody>
                    <a:bodyPr/>
                    <a:lstStyle/>
                    <a:p>
                      <a:pPr rtl="0" fontAlgn="t">
                        <a:spcBef>
                          <a:spcPts val="600"/>
                        </a:spcBef>
                        <a:spcAft>
                          <a:spcPts val="600"/>
                        </a:spcAft>
                      </a:pPr>
                      <a:r>
                        <a:rPr lang="en-CA" sz="1200" b="1" i="0" u="none" strike="noStrike">
                          <a:solidFill>
                            <a:schemeClr val="tx1">
                              <a:lumMod val="75000"/>
                              <a:lumOff val="25000"/>
                            </a:schemeClr>
                          </a:solidFill>
                          <a:effectLst/>
                          <a:latin typeface="Calibri" panose="020F0502020204030204" pitchFamily="34" charset="0"/>
                        </a:rPr>
                        <a:t>Project Closure Report</a:t>
                      </a:r>
                      <a:endParaRPr lang="en-CA" sz="120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algn="just" rtl="0" fontAlgn="t">
                        <a:spcBef>
                          <a:spcPts val="600"/>
                        </a:spcBef>
                        <a:spcAft>
                          <a:spcPts val="600"/>
                        </a:spcAft>
                      </a:pPr>
                      <a:r>
                        <a:rPr lang="en-US" sz="1400" b="0" i="0" u="none" strike="noStrike" dirty="0">
                          <a:solidFill>
                            <a:schemeClr val="tx1">
                              <a:lumMod val="75000"/>
                              <a:lumOff val="25000"/>
                            </a:schemeClr>
                          </a:solidFill>
                          <a:effectLst/>
                          <a:latin typeface="Calibri" panose="020F0502020204030204" pitchFamily="34" charset="0"/>
                        </a:rPr>
                        <a:t>A final report detailing project completion, objectives, successes, challenges, lessons learned, and any follow-up actions or future research opportunities.</a:t>
                      </a:r>
                      <a:endParaRPr lang="en-US" sz="1400" dirty="0">
                        <a:solidFill>
                          <a:schemeClr val="tx1">
                            <a:lumMod val="75000"/>
                            <a:lumOff val="25000"/>
                          </a:schemeClr>
                        </a:solidFill>
                        <a:effectLst/>
                      </a:endParaRPr>
                    </a:p>
                  </a:txBody>
                  <a:tcPr marL="143602" marR="28596" marT="71801" marB="71801">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839575226"/>
                  </a:ext>
                </a:extLst>
              </a:tr>
            </a:tbl>
          </a:graphicData>
        </a:graphic>
      </p:graphicFrame>
    </p:spTree>
    <p:extLst>
      <p:ext uri="{BB962C8B-B14F-4D97-AF65-F5344CB8AC3E}">
        <p14:creationId xmlns:p14="http://schemas.microsoft.com/office/powerpoint/2010/main" val="731400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60120" y="1789612"/>
            <a:ext cx="4000499" cy="4198924"/>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descr="A white and black list with black text&#10;&#10;Description automatically generated">
            <a:extLst>
              <a:ext uri="{FF2B5EF4-FFF2-40B4-BE49-F238E27FC236}">
                <a16:creationId xmlns:a16="http://schemas.microsoft.com/office/drawing/2014/main" id="{B3A3C0E8-F5B7-1A4B-18E9-74B8F4561EFB}"/>
              </a:ext>
            </a:extLst>
          </p:cNvPr>
          <p:cNvPicPr>
            <a:picLocks noChangeAspect="1"/>
          </p:cNvPicPr>
          <p:nvPr/>
        </p:nvPicPr>
        <p:blipFill>
          <a:blip r:embed="rId3"/>
          <a:stretch>
            <a:fillRect/>
          </a:stretch>
        </p:blipFill>
        <p:spPr>
          <a:xfrm>
            <a:off x="5488206" y="1888824"/>
            <a:ext cx="8397578" cy="3799904"/>
          </a:xfrm>
          <a:prstGeom prst="rect">
            <a:avLst/>
          </a:prstGeom>
        </p:spPr>
      </p:pic>
      <p:pic>
        <p:nvPicPr>
          <p:cNvPr id="41" name="Picture 40">
            <a:extLst>
              <a:ext uri="{FF2B5EF4-FFF2-40B4-BE49-F238E27FC236}">
                <a16:creationId xmlns:a16="http://schemas.microsoft.com/office/drawing/2014/main" id="{D2EBBAFA-B574-348F-6707-00FE51373EB2}"/>
              </a:ext>
            </a:extLst>
          </p:cNvPr>
          <p:cNvPicPr>
            <a:picLocks noGrp="1" noRot="1" noChangeAspect="1" noMove="1" noResize="1" noEditPoints="1" noAdjustHandles="1" noChangeArrowheads="1" noChangeShapeType="1" noCrop="1"/>
          </p:cNvPicPr>
          <p:nvPr/>
        </p:nvPicPr>
        <p:blipFill>
          <a:blip r:embed="rId4"/>
          <a:stretch>
            <a:fillRect/>
          </a:stretch>
        </p:blipFill>
        <p:spPr>
          <a:xfrm>
            <a:off x="171450" y="1300891"/>
            <a:ext cx="5086350" cy="5131081"/>
          </a:xfrm>
          <a:prstGeom prst="rect">
            <a:avLst/>
          </a:prstGeom>
        </p:spPr>
      </p:pic>
      <p:sp>
        <p:nvSpPr>
          <p:cNvPr id="39" name="Arrow: Pentagon 38">
            <a:extLst>
              <a:ext uri="{FF2B5EF4-FFF2-40B4-BE49-F238E27FC236}">
                <a16:creationId xmlns:a16="http://schemas.microsoft.com/office/drawing/2014/main" id="{FC672B47-D097-F90F-2AF0-55E5EEEA0D09}"/>
              </a:ext>
            </a:extLst>
          </p:cNvPr>
          <p:cNvSpPr/>
          <p:nvPr/>
        </p:nvSpPr>
        <p:spPr>
          <a:xfrm>
            <a:off x="1058875" y="1797628"/>
            <a:ext cx="4198925" cy="4234295"/>
          </a:xfrm>
          <a:prstGeom prst="homePlate">
            <a:avLst/>
          </a:prstGeom>
          <a:solidFill>
            <a:srgbClr val="5A58A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 0"/>
          <p:cNvSpPr/>
          <p:nvPr/>
        </p:nvSpPr>
        <p:spPr>
          <a:xfrm>
            <a:off x="1173595" y="2441570"/>
            <a:ext cx="3154680" cy="3056708"/>
          </a:xfrm>
          <a:prstGeom prst="rect">
            <a:avLst/>
          </a:prstGeom>
          <a:noFill/>
        </p:spPr>
        <p:txBody>
          <a:bodyPr vert="horz" lIns="91440" tIns="45720" rIns="91440" bIns="45720" rtlCol="0" anchor="ctr">
            <a:normAutofit/>
          </a:bodyPr>
          <a:lstStyle/>
          <a:p>
            <a:pPr marL="0" indent="0" algn="ctr">
              <a:lnSpc>
                <a:spcPct val="90000"/>
              </a:lnSpc>
              <a:spcBef>
                <a:spcPct val="0"/>
              </a:spcBef>
              <a:spcAft>
                <a:spcPts val="600"/>
              </a:spcAft>
            </a:pPr>
            <a:r>
              <a:rPr lang="en-US" sz="4300" kern="1200" dirty="0">
                <a:solidFill>
                  <a:srgbClr val="FFFFFF"/>
                </a:solidFill>
                <a:latin typeface="+mj-lt"/>
                <a:ea typeface="+mj-ea"/>
                <a:cs typeface="+mj-cs"/>
              </a:rPr>
              <a:t>Stakeholder Register</a:t>
            </a:r>
          </a:p>
        </p:txBody>
      </p:sp>
      <p:sp>
        <p:nvSpPr>
          <p:cNvPr id="44" name="TextBox 43">
            <a:extLst>
              <a:ext uri="{FF2B5EF4-FFF2-40B4-BE49-F238E27FC236}">
                <a16:creationId xmlns:a16="http://schemas.microsoft.com/office/drawing/2014/main" id="{AE43CC75-55C8-4B3F-C0F5-60E831CA739C}"/>
              </a:ext>
            </a:extLst>
          </p:cNvPr>
          <p:cNvSpPr txBox="1"/>
          <p:nvPr/>
        </p:nvSpPr>
        <p:spPr>
          <a:xfrm>
            <a:off x="5488206" y="6021037"/>
            <a:ext cx="8397578" cy="1200329"/>
          </a:xfrm>
          <a:prstGeom prst="rect">
            <a:avLst/>
          </a:prstGeom>
          <a:noFill/>
        </p:spPr>
        <p:txBody>
          <a:bodyPr wrap="square">
            <a:spAutoFit/>
          </a:bodyPr>
          <a:lstStyle/>
          <a:p>
            <a:r>
              <a:rPr lang="en-US" sz="2400" dirty="0"/>
              <a:t>This stakeholder register ensures clarity in roles, responsibilities, and communication channels, streamlining project execution and collaboration.</a:t>
            </a:r>
            <a:endParaRPr lang="en-CA"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AF8E0-A6E9-0152-B658-213FCE09C508}"/>
              </a:ext>
            </a:extLst>
          </p:cNvPr>
          <p:cNvSpPr>
            <a:spLocks noGrp="1"/>
          </p:cNvSpPr>
          <p:nvPr>
            <p:ph type="title"/>
          </p:nvPr>
        </p:nvSpPr>
        <p:spPr>
          <a:xfrm>
            <a:off x="1595719" y="1375694"/>
            <a:ext cx="10817217" cy="2882407"/>
          </a:xfrm>
        </p:spPr>
        <p:txBody>
          <a:bodyPr vert="horz" lIns="91440" tIns="45720" rIns="91440" bIns="45720" rtlCol="0" anchor="b">
            <a:normAutofit/>
          </a:bodyPr>
          <a:lstStyle/>
          <a:p>
            <a:pPr algn="l">
              <a:lnSpc>
                <a:spcPct val="90000"/>
              </a:lnSpc>
            </a:pPr>
            <a:r>
              <a:rPr lang="en-US" sz="6000" kern="1200" dirty="0">
                <a:solidFill>
                  <a:schemeClr val="tx1"/>
                </a:solidFill>
                <a:latin typeface="+mj-lt"/>
                <a:ea typeface="+mj-ea"/>
                <a:cs typeface="+mj-cs"/>
              </a:rPr>
              <a:t>PROJECT PLANNING</a:t>
            </a:r>
          </a:p>
        </p:txBody>
      </p:sp>
      <p:sp>
        <p:nvSpPr>
          <p:cNvPr id="20" name="Rectangle 1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 y="5249464"/>
            <a:ext cx="14630407" cy="2980133"/>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768786" y="5249464"/>
            <a:ext cx="4861612" cy="298013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255314"/>
            <a:ext cx="14630380" cy="2344714"/>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5257112"/>
            <a:ext cx="14630399" cy="2423332"/>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8774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1BF3E-A154-6247-32E9-24D2860DCD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A77709-3D5C-8C2F-6AEB-9854C0DD6EDF}"/>
              </a:ext>
            </a:extLst>
          </p:cNvPr>
          <p:cNvSpPr/>
          <p:nvPr/>
        </p:nvSpPr>
        <p:spPr>
          <a:xfrm>
            <a:off x="663059" y="521851"/>
            <a:ext cx="4736544" cy="591979"/>
          </a:xfrm>
          <a:prstGeom prst="rect">
            <a:avLst/>
          </a:prstGeom>
          <a:noFill/>
          <a:ln/>
        </p:spPr>
        <p:txBody>
          <a:bodyPr wrap="none" lIns="0" tIns="0" rIns="0" bIns="0" rtlCol="0" anchor="t"/>
          <a:lstStyle/>
          <a:p>
            <a:pPr marL="0" indent="0">
              <a:lnSpc>
                <a:spcPts val="4650"/>
              </a:lnSpc>
              <a:buNone/>
            </a:pPr>
            <a:r>
              <a:rPr lang="en-US" sz="3700" dirty="0">
                <a:solidFill>
                  <a:srgbClr val="403CCF"/>
                </a:solidFill>
                <a:latin typeface="Libre Baskerville" pitchFamily="34" charset="0"/>
                <a:ea typeface="Libre Baskerville" pitchFamily="34" charset="-122"/>
                <a:cs typeface="Libre Baskerville" pitchFamily="34" charset="-120"/>
              </a:rPr>
              <a:t>Project Planning</a:t>
            </a:r>
            <a:endParaRPr lang="en-US" sz="3700" dirty="0"/>
          </a:p>
        </p:txBody>
      </p:sp>
      <p:sp>
        <p:nvSpPr>
          <p:cNvPr id="3" name="Shape 1">
            <a:extLst>
              <a:ext uri="{FF2B5EF4-FFF2-40B4-BE49-F238E27FC236}">
                <a16:creationId xmlns:a16="http://schemas.microsoft.com/office/drawing/2014/main" id="{F0A11A04-C1F7-BC48-2419-E8548F4C3F3C}"/>
              </a:ext>
            </a:extLst>
          </p:cNvPr>
          <p:cNvSpPr/>
          <p:nvPr/>
        </p:nvSpPr>
        <p:spPr>
          <a:xfrm>
            <a:off x="935712" y="1492687"/>
            <a:ext cx="22860" cy="6214943"/>
          </a:xfrm>
          <a:prstGeom prst="roundRect">
            <a:avLst>
              <a:gd name="adj" fmla="val 124319"/>
            </a:avLst>
          </a:prstGeom>
          <a:solidFill>
            <a:srgbClr val="D0CED9"/>
          </a:solidFill>
          <a:ln/>
        </p:spPr>
        <p:txBody>
          <a:bodyPr/>
          <a:lstStyle/>
          <a:p>
            <a:endParaRPr lang="en-CA"/>
          </a:p>
        </p:txBody>
      </p:sp>
      <p:sp>
        <p:nvSpPr>
          <p:cNvPr id="4" name="Shape 2">
            <a:extLst>
              <a:ext uri="{FF2B5EF4-FFF2-40B4-BE49-F238E27FC236}">
                <a16:creationId xmlns:a16="http://schemas.microsoft.com/office/drawing/2014/main" id="{0744748B-6D35-E180-1C70-8BA0C864C428}"/>
              </a:ext>
            </a:extLst>
          </p:cNvPr>
          <p:cNvSpPr/>
          <p:nvPr/>
        </p:nvSpPr>
        <p:spPr>
          <a:xfrm>
            <a:off x="1137404" y="1907500"/>
            <a:ext cx="663059" cy="22860"/>
          </a:xfrm>
          <a:prstGeom prst="roundRect">
            <a:avLst>
              <a:gd name="adj" fmla="val 124319"/>
            </a:avLst>
          </a:prstGeom>
          <a:solidFill>
            <a:srgbClr val="D0CED9"/>
          </a:solidFill>
          <a:ln/>
        </p:spPr>
        <p:txBody>
          <a:bodyPr/>
          <a:lstStyle/>
          <a:p>
            <a:endParaRPr lang="en-CA"/>
          </a:p>
        </p:txBody>
      </p:sp>
      <p:sp>
        <p:nvSpPr>
          <p:cNvPr id="5" name="Shape 3">
            <a:extLst>
              <a:ext uri="{FF2B5EF4-FFF2-40B4-BE49-F238E27FC236}">
                <a16:creationId xmlns:a16="http://schemas.microsoft.com/office/drawing/2014/main" id="{0EE483DF-2EF6-EA8E-1914-1CD932DAA7C9}"/>
              </a:ext>
            </a:extLst>
          </p:cNvPr>
          <p:cNvSpPr/>
          <p:nvPr/>
        </p:nvSpPr>
        <p:spPr>
          <a:xfrm>
            <a:off x="734020" y="1705808"/>
            <a:ext cx="426244" cy="426244"/>
          </a:xfrm>
          <a:prstGeom prst="roundRect">
            <a:avLst>
              <a:gd name="adj" fmla="val 6667"/>
            </a:avLst>
          </a:prstGeom>
          <a:solidFill>
            <a:srgbClr val="EAE8F3"/>
          </a:solidFill>
          <a:ln/>
        </p:spPr>
        <p:txBody>
          <a:bodyPr/>
          <a:lstStyle/>
          <a:p>
            <a:endParaRPr lang="en-CA"/>
          </a:p>
        </p:txBody>
      </p:sp>
      <p:sp>
        <p:nvSpPr>
          <p:cNvPr id="6" name="Text 4">
            <a:extLst>
              <a:ext uri="{FF2B5EF4-FFF2-40B4-BE49-F238E27FC236}">
                <a16:creationId xmlns:a16="http://schemas.microsoft.com/office/drawing/2014/main" id="{CFF1D496-6FA1-7B98-EA1E-90987FDE5AA0}"/>
              </a:ext>
            </a:extLst>
          </p:cNvPr>
          <p:cNvSpPr/>
          <p:nvPr/>
        </p:nvSpPr>
        <p:spPr>
          <a:xfrm>
            <a:off x="883682" y="1776770"/>
            <a:ext cx="126802" cy="284202"/>
          </a:xfrm>
          <a:prstGeom prst="rect">
            <a:avLst/>
          </a:prstGeom>
          <a:noFill/>
          <a:ln/>
        </p:spPr>
        <p:txBody>
          <a:bodyPr wrap="none" lIns="0" tIns="0" rIns="0" bIns="0" rtlCol="0" anchor="t"/>
          <a:lstStyle/>
          <a:p>
            <a:pPr marL="0" indent="0" algn="ctr">
              <a:lnSpc>
                <a:spcPts val="2200"/>
              </a:lnSpc>
              <a:buNone/>
            </a:pPr>
            <a:r>
              <a:rPr lang="en-US" sz="2200" dirty="0">
                <a:solidFill>
                  <a:srgbClr val="49495A"/>
                </a:solidFill>
                <a:latin typeface="Libre Baskerville" pitchFamily="34" charset="0"/>
                <a:ea typeface="Libre Baskerville" pitchFamily="34" charset="-122"/>
                <a:cs typeface="Libre Baskerville" pitchFamily="34" charset="-120"/>
              </a:rPr>
              <a:t>1</a:t>
            </a:r>
            <a:endParaRPr lang="en-US" sz="2200" dirty="0"/>
          </a:p>
        </p:txBody>
      </p:sp>
      <p:sp>
        <p:nvSpPr>
          <p:cNvPr id="7" name="Text 5">
            <a:extLst>
              <a:ext uri="{FF2B5EF4-FFF2-40B4-BE49-F238E27FC236}">
                <a16:creationId xmlns:a16="http://schemas.microsoft.com/office/drawing/2014/main" id="{42F107A5-86EF-1C1B-AB4D-1396C78FA52F}"/>
              </a:ext>
            </a:extLst>
          </p:cNvPr>
          <p:cNvSpPr/>
          <p:nvPr/>
        </p:nvSpPr>
        <p:spPr>
          <a:xfrm>
            <a:off x="1989177" y="1682115"/>
            <a:ext cx="2368272" cy="295989"/>
          </a:xfrm>
          <a:prstGeom prst="rect">
            <a:avLst/>
          </a:prstGeom>
          <a:noFill/>
          <a:ln/>
        </p:spPr>
        <p:txBody>
          <a:bodyPr wrap="none" lIns="0" tIns="0" rIns="0" bIns="0" rtlCol="0" anchor="t"/>
          <a:lstStyle/>
          <a:p>
            <a:pPr marL="0" indent="0" algn="l">
              <a:lnSpc>
                <a:spcPts val="2300"/>
              </a:lnSpc>
              <a:buNone/>
            </a:pPr>
            <a:r>
              <a:rPr lang="en-US" b="1" dirty="0">
                <a:solidFill>
                  <a:srgbClr val="49495A"/>
                </a:solidFill>
                <a:ea typeface="Libre Baskerville" pitchFamily="34" charset="-122"/>
                <a:cs typeface="Libre Baskerville" pitchFamily="34" charset="-120"/>
              </a:rPr>
              <a:t>Initiation</a:t>
            </a:r>
            <a:endParaRPr lang="en-US" b="1" dirty="0"/>
          </a:p>
        </p:txBody>
      </p:sp>
      <p:sp>
        <p:nvSpPr>
          <p:cNvPr id="8" name="Text 6">
            <a:extLst>
              <a:ext uri="{FF2B5EF4-FFF2-40B4-BE49-F238E27FC236}">
                <a16:creationId xmlns:a16="http://schemas.microsoft.com/office/drawing/2014/main" id="{6D159F7E-8DAE-D36E-4D92-3673F9AD766A}"/>
              </a:ext>
            </a:extLst>
          </p:cNvPr>
          <p:cNvSpPr/>
          <p:nvPr/>
        </p:nvSpPr>
        <p:spPr>
          <a:xfrm>
            <a:off x="1989178" y="2091690"/>
            <a:ext cx="5935622" cy="205765"/>
          </a:xfrm>
          <a:prstGeom prst="rect">
            <a:avLst/>
          </a:prstGeom>
          <a:noFill/>
          <a:ln/>
        </p:spPr>
        <p:txBody>
          <a:bodyPr wrap="none" lIns="0" tIns="0" rIns="0" bIns="0" rtlCol="0" anchor="t"/>
          <a:lstStyle/>
          <a:p>
            <a:r>
              <a:rPr lang="en-US" sz="1600" dirty="0"/>
              <a:t>Define scope, objectives, team assignments, and project approval.</a:t>
            </a:r>
          </a:p>
        </p:txBody>
      </p:sp>
      <p:sp>
        <p:nvSpPr>
          <p:cNvPr id="9" name="Shape 7">
            <a:extLst>
              <a:ext uri="{FF2B5EF4-FFF2-40B4-BE49-F238E27FC236}">
                <a16:creationId xmlns:a16="http://schemas.microsoft.com/office/drawing/2014/main" id="{978B7D08-DE5D-2EFD-F8CF-20065B10815E}"/>
              </a:ext>
            </a:extLst>
          </p:cNvPr>
          <p:cNvSpPr/>
          <p:nvPr/>
        </p:nvSpPr>
        <p:spPr>
          <a:xfrm>
            <a:off x="1137404" y="2945719"/>
            <a:ext cx="663059" cy="22860"/>
          </a:xfrm>
          <a:prstGeom prst="roundRect">
            <a:avLst>
              <a:gd name="adj" fmla="val 124319"/>
            </a:avLst>
          </a:prstGeom>
          <a:solidFill>
            <a:srgbClr val="D0CED9"/>
          </a:solidFill>
          <a:ln/>
        </p:spPr>
        <p:txBody>
          <a:bodyPr/>
          <a:lstStyle/>
          <a:p>
            <a:endParaRPr lang="en-CA"/>
          </a:p>
        </p:txBody>
      </p:sp>
      <p:sp>
        <p:nvSpPr>
          <p:cNvPr id="10" name="Shape 8">
            <a:extLst>
              <a:ext uri="{FF2B5EF4-FFF2-40B4-BE49-F238E27FC236}">
                <a16:creationId xmlns:a16="http://schemas.microsoft.com/office/drawing/2014/main" id="{3208A0CE-8463-9FC8-135E-611A62D280C1}"/>
              </a:ext>
            </a:extLst>
          </p:cNvPr>
          <p:cNvSpPr/>
          <p:nvPr/>
        </p:nvSpPr>
        <p:spPr>
          <a:xfrm>
            <a:off x="734020" y="2744027"/>
            <a:ext cx="426244" cy="426244"/>
          </a:xfrm>
          <a:prstGeom prst="roundRect">
            <a:avLst>
              <a:gd name="adj" fmla="val 6667"/>
            </a:avLst>
          </a:prstGeom>
          <a:solidFill>
            <a:srgbClr val="EAE8F3"/>
          </a:solidFill>
          <a:ln/>
        </p:spPr>
        <p:txBody>
          <a:bodyPr/>
          <a:lstStyle/>
          <a:p>
            <a:endParaRPr lang="en-CA"/>
          </a:p>
        </p:txBody>
      </p:sp>
      <p:sp>
        <p:nvSpPr>
          <p:cNvPr id="11" name="Text 9">
            <a:extLst>
              <a:ext uri="{FF2B5EF4-FFF2-40B4-BE49-F238E27FC236}">
                <a16:creationId xmlns:a16="http://schemas.microsoft.com/office/drawing/2014/main" id="{05C90C5C-042D-8E32-734C-0E7E26F81FBB}"/>
              </a:ext>
            </a:extLst>
          </p:cNvPr>
          <p:cNvSpPr/>
          <p:nvPr/>
        </p:nvSpPr>
        <p:spPr>
          <a:xfrm>
            <a:off x="859631" y="2814988"/>
            <a:ext cx="175022" cy="284202"/>
          </a:xfrm>
          <a:prstGeom prst="rect">
            <a:avLst/>
          </a:prstGeom>
          <a:noFill/>
          <a:ln/>
        </p:spPr>
        <p:txBody>
          <a:bodyPr wrap="none" lIns="0" tIns="0" rIns="0" bIns="0" rtlCol="0" anchor="t"/>
          <a:lstStyle/>
          <a:p>
            <a:pPr marL="0" indent="0" algn="ctr">
              <a:lnSpc>
                <a:spcPts val="2200"/>
              </a:lnSpc>
              <a:buNone/>
            </a:pPr>
            <a:r>
              <a:rPr lang="en-US" sz="2200" dirty="0">
                <a:solidFill>
                  <a:srgbClr val="49495A"/>
                </a:solidFill>
                <a:latin typeface="Libre Baskerville" pitchFamily="34" charset="0"/>
                <a:ea typeface="Libre Baskerville" pitchFamily="34" charset="-122"/>
                <a:cs typeface="Libre Baskerville" pitchFamily="34" charset="-120"/>
              </a:rPr>
              <a:t>2</a:t>
            </a:r>
            <a:endParaRPr lang="en-US" sz="2200" dirty="0"/>
          </a:p>
        </p:txBody>
      </p:sp>
      <p:sp>
        <p:nvSpPr>
          <p:cNvPr id="12" name="Text 10">
            <a:extLst>
              <a:ext uri="{FF2B5EF4-FFF2-40B4-BE49-F238E27FC236}">
                <a16:creationId xmlns:a16="http://schemas.microsoft.com/office/drawing/2014/main" id="{D25A4727-8480-85A5-68A2-6C22D1C2A1F1}"/>
              </a:ext>
            </a:extLst>
          </p:cNvPr>
          <p:cNvSpPr/>
          <p:nvPr/>
        </p:nvSpPr>
        <p:spPr>
          <a:xfrm>
            <a:off x="1989177" y="2720333"/>
            <a:ext cx="3528536" cy="295989"/>
          </a:xfrm>
          <a:prstGeom prst="rect">
            <a:avLst/>
          </a:prstGeom>
          <a:noFill/>
          <a:ln/>
        </p:spPr>
        <p:txBody>
          <a:bodyPr wrap="none" lIns="0" tIns="0" rIns="0" bIns="0" rtlCol="0" anchor="t"/>
          <a:lstStyle/>
          <a:p>
            <a:r>
              <a:rPr lang="en-CA" b="1" dirty="0"/>
              <a:t>Survey Design &amp; Pilot</a:t>
            </a:r>
          </a:p>
        </p:txBody>
      </p:sp>
      <p:sp>
        <p:nvSpPr>
          <p:cNvPr id="13" name="Text 11">
            <a:extLst>
              <a:ext uri="{FF2B5EF4-FFF2-40B4-BE49-F238E27FC236}">
                <a16:creationId xmlns:a16="http://schemas.microsoft.com/office/drawing/2014/main" id="{76A0BC2F-1AAF-DEEF-CE38-F29DF3A13BD3}"/>
              </a:ext>
            </a:extLst>
          </p:cNvPr>
          <p:cNvSpPr/>
          <p:nvPr/>
        </p:nvSpPr>
        <p:spPr>
          <a:xfrm>
            <a:off x="1989177" y="3129908"/>
            <a:ext cx="7133052" cy="123845"/>
          </a:xfrm>
          <a:prstGeom prst="rect">
            <a:avLst/>
          </a:prstGeom>
          <a:noFill/>
          <a:ln/>
        </p:spPr>
        <p:txBody>
          <a:bodyPr wrap="none" lIns="0" tIns="0" rIns="0" bIns="0" rtlCol="0" anchor="t"/>
          <a:lstStyle/>
          <a:p>
            <a:r>
              <a:rPr lang="en-US" sz="1600" dirty="0"/>
              <a:t>Defined survey design process with flexibility in adjustments based on feedback.</a:t>
            </a:r>
          </a:p>
        </p:txBody>
      </p:sp>
      <p:sp>
        <p:nvSpPr>
          <p:cNvPr id="14" name="Shape 12">
            <a:extLst>
              <a:ext uri="{FF2B5EF4-FFF2-40B4-BE49-F238E27FC236}">
                <a16:creationId xmlns:a16="http://schemas.microsoft.com/office/drawing/2014/main" id="{787417AF-183B-6C9F-0720-E84CE4E95FE0}"/>
              </a:ext>
            </a:extLst>
          </p:cNvPr>
          <p:cNvSpPr/>
          <p:nvPr/>
        </p:nvSpPr>
        <p:spPr>
          <a:xfrm>
            <a:off x="1137404" y="4027602"/>
            <a:ext cx="663059" cy="22860"/>
          </a:xfrm>
          <a:prstGeom prst="roundRect">
            <a:avLst>
              <a:gd name="adj" fmla="val 124319"/>
            </a:avLst>
          </a:prstGeom>
          <a:solidFill>
            <a:srgbClr val="D0CED9"/>
          </a:solidFill>
          <a:ln/>
        </p:spPr>
        <p:txBody>
          <a:bodyPr/>
          <a:lstStyle/>
          <a:p>
            <a:endParaRPr lang="en-CA"/>
          </a:p>
        </p:txBody>
      </p:sp>
      <p:sp>
        <p:nvSpPr>
          <p:cNvPr id="15" name="Shape 13">
            <a:extLst>
              <a:ext uri="{FF2B5EF4-FFF2-40B4-BE49-F238E27FC236}">
                <a16:creationId xmlns:a16="http://schemas.microsoft.com/office/drawing/2014/main" id="{10859AEC-8F67-2CE8-2C8B-DC71F5AB9C7F}"/>
              </a:ext>
            </a:extLst>
          </p:cNvPr>
          <p:cNvSpPr/>
          <p:nvPr/>
        </p:nvSpPr>
        <p:spPr>
          <a:xfrm>
            <a:off x="734020" y="3825910"/>
            <a:ext cx="426244" cy="426244"/>
          </a:xfrm>
          <a:prstGeom prst="roundRect">
            <a:avLst>
              <a:gd name="adj" fmla="val 6667"/>
            </a:avLst>
          </a:prstGeom>
          <a:solidFill>
            <a:srgbClr val="EAE8F3"/>
          </a:solidFill>
          <a:ln/>
        </p:spPr>
        <p:txBody>
          <a:bodyPr/>
          <a:lstStyle/>
          <a:p>
            <a:endParaRPr lang="en-CA"/>
          </a:p>
        </p:txBody>
      </p:sp>
      <p:sp>
        <p:nvSpPr>
          <p:cNvPr id="16" name="Text 14">
            <a:extLst>
              <a:ext uri="{FF2B5EF4-FFF2-40B4-BE49-F238E27FC236}">
                <a16:creationId xmlns:a16="http://schemas.microsoft.com/office/drawing/2014/main" id="{DBC4FFCE-3349-7891-4C4B-CB4B9BDC2709}"/>
              </a:ext>
            </a:extLst>
          </p:cNvPr>
          <p:cNvSpPr/>
          <p:nvPr/>
        </p:nvSpPr>
        <p:spPr>
          <a:xfrm>
            <a:off x="859631" y="3896871"/>
            <a:ext cx="175022" cy="284202"/>
          </a:xfrm>
          <a:prstGeom prst="rect">
            <a:avLst/>
          </a:prstGeom>
          <a:noFill/>
          <a:ln/>
        </p:spPr>
        <p:txBody>
          <a:bodyPr wrap="none" lIns="0" tIns="0" rIns="0" bIns="0" rtlCol="0" anchor="t"/>
          <a:lstStyle/>
          <a:p>
            <a:pPr marL="0" indent="0" algn="ctr">
              <a:lnSpc>
                <a:spcPts val="2200"/>
              </a:lnSpc>
              <a:buNone/>
            </a:pPr>
            <a:r>
              <a:rPr lang="en-US" sz="2200" dirty="0">
                <a:solidFill>
                  <a:srgbClr val="49495A"/>
                </a:solidFill>
                <a:latin typeface="Libre Baskerville" pitchFamily="34" charset="0"/>
                <a:ea typeface="Libre Baskerville" pitchFamily="34" charset="-122"/>
                <a:cs typeface="Libre Baskerville" pitchFamily="34" charset="-120"/>
              </a:rPr>
              <a:t>3</a:t>
            </a:r>
            <a:endParaRPr lang="en-US" sz="2200" dirty="0"/>
          </a:p>
        </p:txBody>
      </p:sp>
      <p:sp>
        <p:nvSpPr>
          <p:cNvPr id="17" name="Text 15">
            <a:extLst>
              <a:ext uri="{FF2B5EF4-FFF2-40B4-BE49-F238E27FC236}">
                <a16:creationId xmlns:a16="http://schemas.microsoft.com/office/drawing/2014/main" id="{AD801853-E31D-502F-86BA-ADCA5E81A4FF}"/>
              </a:ext>
            </a:extLst>
          </p:cNvPr>
          <p:cNvSpPr/>
          <p:nvPr/>
        </p:nvSpPr>
        <p:spPr>
          <a:xfrm>
            <a:off x="1989177" y="3802217"/>
            <a:ext cx="3203972" cy="295989"/>
          </a:xfrm>
          <a:prstGeom prst="rect">
            <a:avLst/>
          </a:prstGeom>
          <a:noFill/>
          <a:ln/>
        </p:spPr>
        <p:txBody>
          <a:bodyPr wrap="none" lIns="0" tIns="0" rIns="0" bIns="0" rtlCol="0" anchor="t"/>
          <a:lstStyle/>
          <a:p>
            <a:pPr marL="0" indent="0" algn="l">
              <a:lnSpc>
                <a:spcPts val="2300"/>
              </a:lnSpc>
              <a:buNone/>
            </a:pPr>
            <a:r>
              <a:rPr lang="en-US" b="1" dirty="0">
                <a:solidFill>
                  <a:srgbClr val="49495A"/>
                </a:solidFill>
                <a:ea typeface="Libre Baskerville" pitchFamily="34" charset="-122"/>
                <a:cs typeface="Libre Baskerville" pitchFamily="34" charset="-120"/>
              </a:rPr>
              <a:t>Data Collection Phase</a:t>
            </a:r>
            <a:endParaRPr lang="en-US" b="1" dirty="0"/>
          </a:p>
        </p:txBody>
      </p:sp>
      <p:sp>
        <p:nvSpPr>
          <p:cNvPr id="18" name="Text 16">
            <a:extLst>
              <a:ext uri="{FF2B5EF4-FFF2-40B4-BE49-F238E27FC236}">
                <a16:creationId xmlns:a16="http://schemas.microsoft.com/office/drawing/2014/main" id="{1E9A84CA-6211-0295-A6ED-B8CA83C2780B}"/>
              </a:ext>
            </a:extLst>
          </p:cNvPr>
          <p:cNvSpPr/>
          <p:nvPr/>
        </p:nvSpPr>
        <p:spPr>
          <a:xfrm>
            <a:off x="1989177" y="4211792"/>
            <a:ext cx="7054674" cy="237634"/>
          </a:xfrm>
          <a:prstGeom prst="rect">
            <a:avLst/>
          </a:prstGeom>
          <a:noFill/>
          <a:ln/>
        </p:spPr>
        <p:txBody>
          <a:bodyPr wrap="none" lIns="0" tIns="0" rIns="0" bIns="0" rtlCol="0" anchor="t"/>
          <a:lstStyle/>
          <a:p>
            <a:r>
              <a:rPr lang="en-US" sz="1600" dirty="0"/>
              <a:t>Structured collection process, with iterative adaptations based on early results.</a:t>
            </a:r>
          </a:p>
        </p:txBody>
      </p:sp>
      <p:sp>
        <p:nvSpPr>
          <p:cNvPr id="19" name="Shape 17">
            <a:extLst>
              <a:ext uri="{FF2B5EF4-FFF2-40B4-BE49-F238E27FC236}">
                <a16:creationId xmlns:a16="http://schemas.microsoft.com/office/drawing/2014/main" id="{6F0646EC-90E8-4745-5155-14BFB9EF4D64}"/>
              </a:ext>
            </a:extLst>
          </p:cNvPr>
          <p:cNvSpPr/>
          <p:nvPr/>
        </p:nvSpPr>
        <p:spPr>
          <a:xfrm>
            <a:off x="1137404" y="5124286"/>
            <a:ext cx="663059" cy="22860"/>
          </a:xfrm>
          <a:prstGeom prst="roundRect">
            <a:avLst>
              <a:gd name="adj" fmla="val 124319"/>
            </a:avLst>
          </a:prstGeom>
          <a:solidFill>
            <a:srgbClr val="D0CED9"/>
          </a:solidFill>
          <a:ln/>
        </p:spPr>
        <p:txBody>
          <a:bodyPr/>
          <a:lstStyle/>
          <a:p>
            <a:endParaRPr lang="en-CA"/>
          </a:p>
        </p:txBody>
      </p:sp>
      <p:sp>
        <p:nvSpPr>
          <p:cNvPr id="20" name="Shape 18">
            <a:extLst>
              <a:ext uri="{FF2B5EF4-FFF2-40B4-BE49-F238E27FC236}">
                <a16:creationId xmlns:a16="http://schemas.microsoft.com/office/drawing/2014/main" id="{DF6099A5-1A4C-591B-AA7E-C8ACBC0C2542}"/>
              </a:ext>
            </a:extLst>
          </p:cNvPr>
          <p:cNvSpPr/>
          <p:nvPr/>
        </p:nvSpPr>
        <p:spPr>
          <a:xfrm>
            <a:off x="734020" y="4922595"/>
            <a:ext cx="426244" cy="426244"/>
          </a:xfrm>
          <a:prstGeom prst="roundRect">
            <a:avLst>
              <a:gd name="adj" fmla="val 6667"/>
            </a:avLst>
          </a:prstGeom>
          <a:solidFill>
            <a:srgbClr val="EAE8F3"/>
          </a:solidFill>
          <a:ln/>
        </p:spPr>
        <p:txBody>
          <a:bodyPr/>
          <a:lstStyle/>
          <a:p>
            <a:endParaRPr lang="en-CA"/>
          </a:p>
        </p:txBody>
      </p:sp>
      <p:sp>
        <p:nvSpPr>
          <p:cNvPr id="21" name="Text 19">
            <a:extLst>
              <a:ext uri="{FF2B5EF4-FFF2-40B4-BE49-F238E27FC236}">
                <a16:creationId xmlns:a16="http://schemas.microsoft.com/office/drawing/2014/main" id="{8CE3AB98-DD67-9AC1-33D8-92C75AEDE3DE}"/>
              </a:ext>
            </a:extLst>
          </p:cNvPr>
          <p:cNvSpPr/>
          <p:nvPr/>
        </p:nvSpPr>
        <p:spPr>
          <a:xfrm>
            <a:off x="864037" y="4993556"/>
            <a:ext cx="166211" cy="284202"/>
          </a:xfrm>
          <a:prstGeom prst="rect">
            <a:avLst/>
          </a:prstGeom>
          <a:noFill/>
          <a:ln/>
        </p:spPr>
        <p:txBody>
          <a:bodyPr wrap="none" lIns="0" tIns="0" rIns="0" bIns="0" rtlCol="0" anchor="t"/>
          <a:lstStyle/>
          <a:p>
            <a:pPr marL="0" indent="0" algn="ctr">
              <a:lnSpc>
                <a:spcPts val="2200"/>
              </a:lnSpc>
              <a:buNone/>
            </a:pPr>
            <a:r>
              <a:rPr lang="en-US" sz="2200" dirty="0">
                <a:solidFill>
                  <a:srgbClr val="49495A"/>
                </a:solidFill>
                <a:latin typeface="Libre Baskerville" pitchFamily="34" charset="0"/>
                <a:ea typeface="Libre Baskerville" pitchFamily="34" charset="-122"/>
                <a:cs typeface="Libre Baskerville" pitchFamily="34" charset="-120"/>
              </a:rPr>
              <a:t>4</a:t>
            </a:r>
            <a:endParaRPr lang="en-US" sz="2200" dirty="0"/>
          </a:p>
        </p:txBody>
      </p:sp>
      <p:sp>
        <p:nvSpPr>
          <p:cNvPr id="22" name="Text 20">
            <a:extLst>
              <a:ext uri="{FF2B5EF4-FFF2-40B4-BE49-F238E27FC236}">
                <a16:creationId xmlns:a16="http://schemas.microsoft.com/office/drawing/2014/main" id="{7557BB62-3ABE-E751-1604-4DF6C04CECA8}"/>
              </a:ext>
            </a:extLst>
          </p:cNvPr>
          <p:cNvSpPr/>
          <p:nvPr/>
        </p:nvSpPr>
        <p:spPr>
          <a:xfrm>
            <a:off x="1989177" y="4898901"/>
            <a:ext cx="2523768" cy="295989"/>
          </a:xfrm>
          <a:prstGeom prst="rect">
            <a:avLst/>
          </a:prstGeom>
          <a:noFill/>
          <a:ln/>
        </p:spPr>
        <p:txBody>
          <a:bodyPr wrap="none" lIns="0" tIns="0" rIns="0" bIns="0" rtlCol="0" anchor="t"/>
          <a:lstStyle/>
          <a:p>
            <a:r>
              <a:rPr lang="en-CA" b="1" dirty="0"/>
              <a:t>Exploratory Data Analysis</a:t>
            </a:r>
          </a:p>
        </p:txBody>
      </p:sp>
      <p:sp>
        <p:nvSpPr>
          <p:cNvPr id="23" name="Text 21">
            <a:extLst>
              <a:ext uri="{FF2B5EF4-FFF2-40B4-BE49-F238E27FC236}">
                <a16:creationId xmlns:a16="http://schemas.microsoft.com/office/drawing/2014/main" id="{7BCFAEA4-A75B-1499-DFF5-6F05434BEBB8}"/>
              </a:ext>
            </a:extLst>
          </p:cNvPr>
          <p:cNvSpPr/>
          <p:nvPr/>
        </p:nvSpPr>
        <p:spPr>
          <a:xfrm>
            <a:off x="1989177" y="5308476"/>
            <a:ext cx="6858732" cy="303014"/>
          </a:xfrm>
          <a:prstGeom prst="rect">
            <a:avLst/>
          </a:prstGeom>
          <a:noFill/>
          <a:ln/>
        </p:spPr>
        <p:txBody>
          <a:bodyPr wrap="none" lIns="0" tIns="0" rIns="0" bIns="0" rtlCol="0" anchor="t"/>
          <a:lstStyle/>
          <a:p>
            <a:r>
              <a:rPr lang="en-US" sz="1600" dirty="0"/>
              <a:t>Iterative exploration of data to refine hypotheses and analytics techniques.</a:t>
            </a:r>
          </a:p>
        </p:txBody>
      </p:sp>
      <p:sp>
        <p:nvSpPr>
          <p:cNvPr id="24" name="Shape 22">
            <a:extLst>
              <a:ext uri="{FF2B5EF4-FFF2-40B4-BE49-F238E27FC236}">
                <a16:creationId xmlns:a16="http://schemas.microsoft.com/office/drawing/2014/main" id="{4E4682C7-E357-5121-D0E5-AE3D2DEC339C}"/>
              </a:ext>
            </a:extLst>
          </p:cNvPr>
          <p:cNvSpPr/>
          <p:nvPr/>
        </p:nvSpPr>
        <p:spPr>
          <a:xfrm>
            <a:off x="1137404" y="6188095"/>
            <a:ext cx="663059" cy="22860"/>
          </a:xfrm>
          <a:prstGeom prst="roundRect">
            <a:avLst>
              <a:gd name="adj" fmla="val 124319"/>
            </a:avLst>
          </a:prstGeom>
          <a:solidFill>
            <a:srgbClr val="D0CED9"/>
          </a:solidFill>
          <a:ln/>
        </p:spPr>
        <p:txBody>
          <a:bodyPr/>
          <a:lstStyle/>
          <a:p>
            <a:endParaRPr lang="en-CA"/>
          </a:p>
        </p:txBody>
      </p:sp>
      <p:sp>
        <p:nvSpPr>
          <p:cNvPr id="25" name="Shape 23">
            <a:extLst>
              <a:ext uri="{FF2B5EF4-FFF2-40B4-BE49-F238E27FC236}">
                <a16:creationId xmlns:a16="http://schemas.microsoft.com/office/drawing/2014/main" id="{B2B48E2C-9C60-E32D-1D0D-740566F0F997}"/>
              </a:ext>
            </a:extLst>
          </p:cNvPr>
          <p:cNvSpPr/>
          <p:nvPr/>
        </p:nvSpPr>
        <p:spPr>
          <a:xfrm>
            <a:off x="734020" y="5986403"/>
            <a:ext cx="426244" cy="426244"/>
          </a:xfrm>
          <a:prstGeom prst="roundRect">
            <a:avLst>
              <a:gd name="adj" fmla="val 6667"/>
            </a:avLst>
          </a:prstGeom>
          <a:solidFill>
            <a:srgbClr val="EAE8F3"/>
          </a:solidFill>
          <a:ln/>
        </p:spPr>
        <p:txBody>
          <a:bodyPr/>
          <a:lstStyle/>
          <a:p>
            <a:endParaRPr lang="en-CA"/>
          </a:p>
        </p:txBody>
      </p:sp>
      <p:sp>
        <p:nvSpPr>
          <p:cNvPr id="26" name="Text 24">
            <a:extLst>
              <a:ext uri="{FF2B5EF4-FFF2-40B4-BE49-F238E27FC236}">
                <a16:creationId xmlns:a16="http://schemas.microsoft.com/office/drawing/2014/main" id="{F061099C-CDA1-B838-5BB0-629CD485D3D1}"/>
              </a:ext>
            </a:extLst>
          </p:cNvPr>
          <p:cNvSpPr/>
          <p:nvPr/>
        </p:nvSpPr>
        <p:spPr>
          <a:xfrm>
            <a:off x="866418" y="6057364"/>
            <a:ext cx="161449" cy="284202"/>
          </a:xfrm>
          <a:prstGeom prst="rect">
            <a:avLst/>
          </a:prstGeom>
          <a:noFill/>
          <a:ln/>
        </p:spPr>
        <p:txBody>
          <a:bodyPr wrap="none" lIns="0" tIns="0" rIns="0" bIns="0" rtlCol="0" anchor="t"/>
          <a:lstStyle/>
          <a:p>
            <a:pPr marL="0" indent="0" algn="ctr">
              <a:lnSpc>
                <a:spcPts val="2200"/>
              </a:lnSpc>
              <a:buNone/>
            </a:pPr>
            <a:r>
              <a:rPr lang="en-US" sz="2200" dirty="0">
                <a:solidFill>
                  <a:srgbClr val="49495A"/>
                </a:solidFill>
                <a:latin typeface="Libre Baskerville" pitchFamily="34" charset="0"/>
                <a:ea typeface="Libre Baskerville" pitchFamily="34" charset="-122"/>
                <a:cs typeface="Libre Baskerville" pitchFamily="34" charset="-120"/>
              </a:rPr>
              <a:t>5</a:t>
            </a:r>
            <a:endParaRPr lang="en-US" sz="2200" dirty="0"/>
          </a:p>
        </p:txBody>
      </p:sp>
      <p:sp>
        <p:nvSpPr>
          <p:cNvPr id="27" name="Text 25">
            <a:extLst>
              <a:ext uri="{FF2B5EF4-FFF2-40B4-BE49-F238E27FC236}">
                <a16:creationId xmlns:a16="http://schemas.microsoft.com/office/drawing/2014/main" id="{7AA4C890-C7BD-547E-FB35-491A15062C0C}"/>
              </a:ext>
            </a:extLst>
          </p:cNvPr>
          <p:cNvSpPr/>
          <p:nvPr/>
        </p:nvSpPr>
        <p:spPr>
          <a:xfrm>
            <a:off x="1989177" y="5962710"/>
            <a:ext cx="2624971" cy="295989"/>
          </a:xfrm>
          <a:prstGeom prst="rect">
            <a:avLst/>
          </a:prstGeom>
          <a:noFill/>
          <a:ln/>
        </p:spPr>
        <p:txBody>
          <a:bodyPr wrap="none" lIns="0" tIns="0" rIns="0" bIns="0" rtlCol="0" anchor="t"/>
          <a:lstStyle/>
          <a:p>
            <a:r>
              <a:rPr lang="en-CA" b="1" dirty="0"/>
              <a:t>Predictive Modeling Phase</a:t>
            </a:r>
          </a:p>
        </p:txBody>
      </p:sp>
      <p:sp>
        <p:nvSpPr>
          <p:cNvPr id="28" name="Text 26">
            <a:extLst>
              <a:ext uri="{FF2B5EF4-FFF2-40B4-BE49-F238E27FC236}">
                <a16:creationId xmlns:a16="http://schemas.microsoft.com/office/drawing/2014/main" id="{D9823BB8-AD4D-7357-AD2D-511E7781BB86}"/>
              </a:ext>
            </a:extLst>
          </p:cNvPr>
          <p:cNvSpPr/>
          <p:nvPr/>
        </p:nvSpPr>
        <p:spPr>
          <a:xfrm>
            <a:off x="1989177" y="6372285"/>
            <a:ext cx="7133052" cy="237634"/>
          </a:xfrm>
          <a:prstGeom prst="rect">
            <a:avLst/>
          </a:prstGeom>
          <a:noFill/>
          <a:ln/>
        </p:spPr>
        <p:txBody>
          <a:bodyPr wrap="none" lIns="0" tIns="0" rIns="0" bIns="0" rtlCol="0" anchor="t"/>
          <a:lstStyle/>
          <a:p>
            <a:r>
              <a:rPr lang="en-US" sz="1600" dirty="0"/>
              <a:t>Sequential development and refinement of predictive models based on analysis.</a:t>
            </a:r>
          </a:p>
        </p:txBody>
      </p:sp>
      <p:sp>
        <p:nvSpPr>
          <p:cNvPr id="33" name="Shape 22">
            <a:extLst>
              <a:ext uri="{FF2B5EF4-FFF2-40B4-BE49-F238E27FC236}">
                <a16:creationId xmlns:a16="http://schemas.microsoft.com/office/drawing/2014/main" id="{76E0525B-B95E-CB6C-C065-0D4B0E49BF80}"/>
              </a:ext>
            </a:extLst>
          </p:cNvPr>
          <p:cNvSpPr/>
          <p:nvPr/>
        </p:nvSpPr>
        <p:spPr>
          <a:xfrm>
            <a:off x="1137404" y="7258182"/>
            <a:ext cx="663059" cy="22860"/>
          </a:xfrm>
          <a:prstGeom prst="roundRect">
            <a:avLst>
              <a:gd name="adj" fmla="val 124319"/>
            </a:avLst>
          </a:prstGeom>
          <a:solidFill>
            <a:srgbClr val="D0CED9"/>
          </a:solidFill>
          <a:ln/>
        </p:spPr>
        <p:txBody>
          <a:bodyPr/>
          <a:lstStyle/>
          <a:p>
            <a:endParaRPr lang="en-CA"/>
          </a:p>
        </p:txBody>
      </p:sp>
      <p:sp>
        <p:nvSpPr>
          <p:cNvPr id="34" name="Shape 23">
            <a:extLst>
              <a:ext uri="{FF2B5EF4-FFF2-40B4-BE49-F238E27FC236}">
                <a16:creationId xmlns:a16="http://schemas.microsoft.com/office/drawing/2014/main" id="{5CF8514D-CDAF-4C0A-28DC-19211B5A3590}"/>
              </a:ext>
            </a:extLst>
          </p:cNvPr>
          <p:cNvSpPr/>
          <p:nvPr/>
        </p:nvSpPr>
        <p:spPr>
          <a:xfrm>
            <a:off x="734020" y="7056490"/>
            <a:ext cx="426244" cy="426244"/>
          </a:xfrm>
          <a:prstGeom prst="roundRect">
            <a:avLst>
              <a:gd name="adj" fmla="val 6667"/>
            </a:avLst>
          </a:prstGeom>
          <a:solidFill>
            <a:srgbClr val="EAE8F3"/>
          </a:solidFill>
          <a:ln/>
        </p:spPr>
        <p:txBody>
          <a:bodyPr/>
          <a:lstStyle/>
          <a:p>
            <a:endParaRPr lang="en-CA"/>
          </a:p>
        </p:txBody>
      </p:sp>
      <p:sp>
        <p:nvSpPr>
          <p:cNvPr id="35" name="Text 24">
            <a:extLst>
              <a:ext uri="{FF2B5EF4-FFF2-40B4-BE49-F238E27FC236}">
                <a16:creationId xmlns:a16="http://schemas.microsoft.com/office/drawing/2014/main" id="{13E1413C-6644-E44F-DC09-FAD1AC5331C6}"/>
              </a:ext>
            </a:extLst>
          </p:cNvPr>
          <p:cNvSpPr/>
          <p:nvPr/>
        </p:nvSpPr>
        <p:spPr>
          <a:xfrm>
            <a:off x="866418" y="7127451"/>
            <a:ext cx="161449" cy="284202"/>
          </a:xfrm>
          <a:prstGeom prst="rect">
            <a:avLst/>
          </a:prstGeom>
          <a:noFill/>
          <a:ln/>
        </p:spPr>
        <p:txBody>
          <a:bodyPr wrap="none" lIns="0" tIns="0" rIns="0" bIns="0" rtlCol="0" anchor="t"/>
          <a:lstStyle/>
          <a:p>
            <a:pPr marL="0" indent="0" algn="ctr">
              <a:lnSpc>
                <a:spcPts val="2200"/>
              </a:lnSpc>
              <a:buNone/>
            </a:pPr>
            <a:r>
              <a:rPr lang="en-US" sz="2200" dirty="0">
                <a:solidFill>
                  <a:srgbClr val="49495A"/>
                </a:solidFill>
                <a:latin typeface="Libre Baskerville" pitchFamily="34" charset="0"/>
              </a:rPr>
              <a:t>6</a:t>
            </a:r>
            <a:endParaRPr lang="en-US" sz="2200" dirty="0"/>
          </a:p>
        </p:txBody>
      </p:sp>
      <p:sp>
        <p:nvSpPr>
          <p:cNvPr id="36" name="Text 25">
            <a:extLst>
              <a:ext uri="{FF2B5EF4-FFF2-40B4-BE49-F238E27FC236}">
                <a16:creationId xmlns:a16="http://schemas.microsoft.com/office/drawing/2014/main" id="{75386A9B-295A-8626-5014-586DA36445E4}"/>
              </a:ext>
            </a:extLst>
          </p:cNvPr>
          <p:cNvSpPr/>
          <p:nvPr/>
        </p:nvSpPr>
        <p:spPr>
          <a:xfrm>
            <a:off x="1989177" y="7032797"/>
            <a:ext cx="2624971" cy="295989"/>
          </a:xfrm>
          <a:prstGeom prst="rect">
            <a:avLst/>
          </a:prstGeom>
          <a:noFill/>
          <a:ln/>
        </p:spPr>
        <p:txBody>
          <a:bodyPr wrap="none" lIns="0" tIns="0" rIns="0" bIns="0" rtlCol="0" anchor="t"/>
          <a:lstStyle/>
          <a:p>
            <a:r>
              <a:rPr lang="en-CA" b="1" dirty="0"/>
              <a:t>Final Report</a:t>
            </a:r>
          </a:p>
        </p:txBody>
      </p:sp>
      <p:sp>
        <p:nvSpPr>
          <p:cNvPr id="39" name="TextBox 38">
            <a:extLst>
              <a:ext uri="{FF2B5EF4-FFF2-40B4-BE49-F238E27FC236}">
                <a16:creationId xmlns:a16="http://schemas.microsoft.com/office/drawing/2014/main" id="{8B254225-432F-1889-32C8-13095B1FC188}"/>
              </a:ext>
            </a:extLst>
          </p:cNvPr>
          <p:cNvSpPr txBox="1"/>
          <p:nvPr/>
        </p:nvSpPr>
        <p:spPr>
          <a:xfrm>
            <a:off x="9437253" y="1682115"/>
            <a:ext cx="4768604" cy="4471032"/>
          </a:xfrm>
          <a:prstGeom prst="rect">
            <a:avLst/>
          </a:prstGeom>
          <a:noFill/>
        </p:spPr>
        <p:txBody>
          <a:bodyPr wrap="square">
            <a:spAutoFit/>
          </a:bodyPr>
          <a:lstStyle/>
          <a:p>
            <a:pPr>
              <a:lnSpc>
                <a:spcPct val="150000"/>
              </a:lnSpc>
              <a:spcBef>
                <a:spcPts val="600"/>
              </a:spcBef>
              <a:spcAft>
                <a:spcPts val="600"/>
              </a:spcAf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The project will be broken down into clear phases: initiation, planning, execution, monitoring, controlling, and closure. Each phase will consist of specific deliverables that will undergo a review and quality assurance process.</a:t>
            </a:r>
            <a:endParaRPr lang="en-CA"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02048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CDCFCC-B340-D806-B2E9-86275F9062DC}"/>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398" cy="82288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a:extLst>
              <a:ext uri="{FF2B5EF4-FFF2-40B4-BE49-F238E27FC236}">
                <a16:creationId xmlns:a16="http://schemas.microsoft.com/office/drawing/2014/main" id="{A1E4F874-56BF-0C74-2FB0-97B8CF8F555B}"/>
              </a:ext>
            </a:extLst>
          </p:cNvPr>
          <p:cNvSpPr/>
          <p:nvPr/>
        </p:nvSpPr>
        <p:spPr>
          <a:xfrm>
            <a:off x="11121491" y="2427732"/>
            <a:ext cx="3356510" cy="3001518"/>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4000" kern="1200" dirty="0">
                <a:solidFill>
                  <a:schemeClr val="tx1"/>
                </a:solidFill>
                <a:latin typeface="+mj-lt"/>
                <a:ea typeface="+mj-ea"/>
                <a:cs typeface="+mj-cs"/>
                <a:hlinkClick r:id="rId3" action="ppaction://hlinksldjump"/>
              </a:rPr>
              <a:t>STAKEHOLDER ENGAGEMENT PLAN</a:t>
            </a:r>
            <a:endParaRPr lang="en-US" sz="4000" kern="1200" dirty="0">
              <a:solidFill>
                <a:schemeClr val="tx1"/>
              </a:solidFill>
              <a:latin typeface="+mj-lt"/>
              <a:ea typeface="+mj-ea"/>
              <a:cs typeface="+mj-cs"/>
            </a:endParaRPr>
          </a:p>
        </p:txBody>
      </p:sp>
      <p:sp>
        <p:nvSpPr>
          <p:cNvPr id="55" name="Rectangle 5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20768" y="-992680"/>
            <a:ext cx="2058574" cy="10300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2502" y="797169"/>
            <a:ext cx="9699158" cy="672040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540536" y="4070516"/>
            <a:ext cx="2062886" cy="1828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3" name="Table 42">
            <a:extLst>
              <a:ext uri="{FF2B5EF4-FFF2-40B4-BE49-F238E27FC236}">
                <a16:creationId xmlns:a16="http://schemas.microsoft.com/office/drawing/2014/main" id="{8C76B503-490A-7E91-04A6-ED726A0FA759}"/>
              </a:ext>
            </a:extLst>
          </p:cNvPr>
          <p:cNvGraphicFramePr>
            <a:graphicFrameLocks noGrp="1"/>
          </p:cNvGraphicFramePr>
          <p:nvPr>
            <p:extLst>
              <p:ext uri="{D42A27DB-BD31-4B8C-83A1-F6EECF244321}">
                <p14:modId xmlns:p14="http://schemas.microsoft.com/office/powerpoint/2010/main" val="2768285323"/>
              </p:ext>
            </p:extLst>
          </p:nvPr>
        </p:nvGraphicFramePr>
        <p:xfrm>
          <a:off x="546508" y="1232452"/>
          <a:ext cx="10211680" cy="6432275"/>
        </p:xfrm>
        <a:graphic>
          <a:graphicData uri="http://schemas.openxmlformats.org/drawingml/2006/table">
            <a:tbl>
              <a:tblPr firstRow="1" bandRow="1">
                <a:tableStyleId>{5C22544A-7EE6-4342-B048-85BDC9FD1C3A}</a:tableStyleId>
              </a:tblPr>
              <a:tblGrid>
                <a:gridCol w="2042336">
                  <a:extLst>
                    <a:ext uri="{9D8B030D-6E8A-4147-A177-3AD203B41FA5}">
                      <a16:colId xmlns:a16="http://schemas.microsoft.com/office/drawing/2014/main" val="3102526988"/>
                    </a:ext>
                  </a:extLst>
                </a:gridCol>
                <a:gridCol w="2042336">
                  <a:extLst>
                    <a:ext uri="{9D8B030D-6E8A-4147-A177-3AD203B41FA5}">
                      <a16:colId xmlns:a16="http://schemas.microsoft.com/office/drawing/2014/main" val="1324924275"/>
                    </a:ext>
                  </a:extLst>
                </a:gridCol>
                <a:gridCol w="2042336">
                  <a:extLst>
                    <a:ext uri="{9D8B030D-6E8A-4147-A177-3AD203B41FA5}">
                      <a16:colId xmlns:a16="http://schemas.microsoft.com/office/drawing/2014/main" val="679975993"/>
                    </a:ext>
                  </a:extLst>
                </a:gridCol>
                <a:gridCol w="2042336">
                  <a:extLst>
                    <a:ext uri="{9D8B030D-6E8A-4147-A177-3AD203B41FA5}">
                      <a16:colId xmlns:a16="http://schemas.microsoft.com/office/drawing/2014/main" val="704226552"/>
                    </a:ext>
                  </a:extLst>
                </a:gridCol>
                <a:gridCol w="2042336">
                  <a:extLst>
                    <a:ext uri="{9D8B030D-6E8A-4147-A177-3AD203B41FA5}">
                      <a16:colId xmlns:a16="http://schemas.microsoft.com/office/drawing/2014/main" val="4057728585"/>
                    </a:ext>
                  </a:extLst>
                </a:gridCol>
              </a:tblGrid>
              <a:tr h="609560">
                <a:tc>
                  <a:txBody>
                    <a:bodyPr/>
                    <a:lstStyle/>
                    <a:p>
                      <a:r>
                        <a:rPr lang="en-CA" b="1" dirty="0"/>
                        <a:t>Activity</a:t>
                      </a:r>
                      <a:endParaRPr lang="en-CA" dirty="0"/>
                    </a:p>
                  </a:txBody>
                  <a:tcPr anchor="ctr"/>
                </a:tc>
                <a:tc>
                  <a:txBody>
                    <a:bodyPr/>
                    <a:lstStyle/>
                    <a:p>
                      <a:r>
                        <a:rPr lang="en-CA" dirty="0"/>
                        <a:t>Stakeholder(s) Involved</a:t>
                      </a:r>
                    </a:p>
                  </a:txBody>
                  <a:tcPr anchor="ctr"/>
                </a:tc>
                <a:tc>
                  <a:txBody>
                    <a:bodyPr/>
                    <a:lstStyle/>
                    <a:p>
                      <a:r>
                        <a:rPr lang="en-CA" dirty="0"/>
                        <a:t>Description</a:t>
                      </a:r>
                    </a:p>
                  </a:txBody>
                  <a:tcPr/>
                </a:tc>
                <a:tc>
                  <a:txBody>
                    <a:bodyPr/>
                    <a:lstStyle/>
                    <a:p>
                      <a:r>
                        <a:rPr lang="en-CA" b="1" dirty="0"/>
                        <a:t>Method of Communication</a:t>
                      </a:r>
                      <a:endParaRPr lang="en-CA" dirty="0"/>
                    </a:p>
                  </a:txBody>
                  <a:tcPr anchor="ctr"/>
                </a:tc>
                <a:tc>
                  <a:txBody>
                    <a:bodyPr/>
                    <a:lstStyle/>
                    <a:p>
                      <a:r>
                        <a:rPr lang="en-CA" dirty="0"/>
                        <a:t>Frequency/Deadline</a:t>
                      </a:r>
                    </a:p>
                  </a:txBody>
                  <a:tcPr/>
                </a:tc>
                <a:extLst>
                  <a:ext uri="{0D108BD9-81ED-4DB2-BD59-A6C34878D82A}">
                    <a16:rowId xmlns:a16="http://schemas.microsoft.com/office/drawing/2014/main" val="2553614497"/>
                  </a:ext>
                </a:extLst>
              </a:tr>
              <a:tr h="808815">
                <a:tc>
                  <a:txBody>
                    <a:bodyPr/>
                    <a:lstStyle/>
                    <a:p>
                      <a:r>
                        <a:rPr lang="en-CA" dirty="0"/>
                        <a:t>Sending Survey for Feedback</a:t>
                      </a:r>
                    </a:p>
                  </a:txBody>
                  <a:tcPr/>
                </a:tc>
                <a:tc>
                  <a:txBody>
                    <a:bodyPr/>
                    <a:lstStyle/>
                    <a:p>
                      <a:r>
                        <a:rPr lang="en-CA" dirty="0"/>
                        <a:t>Survey Participants, Project Team</a:t>
                      </a:r>
                    </a:p>
                  </a:txBody>
                  <a:tcPr/>
                </a:tc>
                <a:tc>
                  <a:txBody>
                    <a:bodyPr/>
                    <a:lstStyle/>
                    <a:p>
                      <a:r>
                        <a:rPr lang="en-US" dirty="0"/>
                        <a:t>Survey feedback to improve quality</a:t>
                      </a:r>
                      <a:endParaRPr lang="en-CA" dirty="0"/>
                    </a:p>
                  </a:txBody>
                  <a:tcPr/>
                </a:tc>
                <a:tc>
                  <a:txBody>
                    <a:bodyPr/>
                    <a:lstStyle/>
                    <a:p>
                      <a:r>
                        <a:rPr lang="en-US" dirty="0"/>
                        <a:t>Email, Google Form (QR Codes)</a:t>
                      </a:r>
                      <a:endParaRPr lang="en-CA" dirty="0"/>
                    </a:p>
                  </a:txBody>
                  <a:tcPr/>
                </a:tc>
                <a:tc>
                  <a:txBody>
                    <a:bodyPr/>
                    <a:lstStyle/>
                    <a:p>
                      <a:r>
                        <a:rPr lang="en-CA" dirty="0"/>
                        <a:t>By October 10th, 2024</a:t>
                      </a:r>
                    </a:p>
                  </a:txBody>
                  <a:tcPr/>
                </a:tc>
                <a:extLst>
                  <a:ext uri="{0D108BD9-81ED-4DB2-BD59-A6C34878D82A}">
                    <a16:rowId xmlns:a16="http://schemas.microsoft.com/office/drawing/2014/main" val="3553359393"/>
                  </a:ext>
                </a:extLst>
              </a:tr>
              <a:tr h="808815">
                <a:tc>
                  <a:txBody>
                    <a:bodyPr/>
                    <a:lstStyle/>
                    <a:p>
                      <a:r>
                        <a:rPr lang="en-CA" dirty="0"/>
                        <a:t>Weekly Progress Reports</a:t>
                      </a:r>
                    </a:p>
                  </a:txBody>
                  <a:tcPr/>
                </a:tc>
                <a:tc>
                  <a:txBody>
                    <a:bodyPr/>
                    <a:lstStyle/>
                    <a:p>
                      <a:r>
                        <a:rPr lang="en-CA" dirty="0"/>
                        <a:t>Project Team, Professor Pratik Bedi</a:t>
                      </a:r>
                    </a:p>
                  </a:txBody>
                  <a:tcPr/>
                </a:tc>
                <a:tc>
                  <a:txBody>
                    <a:bodyPr/>
                    <a:lstStyle/>
                    <a:p>
                      <a:r>
                        <a:rPr lang="en-US" dirty="0"/>
                        <a:t>Regular updates on project progress</a:t>
                      </a:r>
                      <a:endParaRPr lang="en-CA" dirty="0"/>
                    </a:p>
                  </a:txBody>
                  <a:tcPr/>
                </a:tc>
                <a:tc>
                  <a:txBody>
                    <a:bodyPr/>
                    <a:lstStyle/>
                    <a:p>
                      <a:r>
                        <a:rPr lang="en-CA" dirty="0"/>
                        <a:t>Email</a:t>
                      </a:r>
                    </a:p>
                  </a:txBody>
                  <a:tcPr/>
                </a:tc>
                <a:tc>
                  <a:txBody>
                    <a:bodyPr/>
                    <a:lstStyle/>
                    <a:p>
                      <a:r>
                        <a:rPr lang="en-CA" dirty="0"/>
                        <a:t>Weekly</a:t>
                      </a:r>
                    </a:p>
                  </a:txBody>
                  <a:tcPr/>
                </a:tc>
                <a:extLst>
                  <a:ext uri="{0D108BD9-81ED-4DB2-BD59-A6C34878D82A}">
                    <a16:rowId xmlns:a16="http://schemas.microsoft.com/office/drawing/2014/main" val="142132596"/>
                  </a:ext>
                </a:extLst>
              </a:tr>
              <a:tr h="808815">
                <a:tc>
                  <a:txBody>
                    <a:bodyPr/>
                    <a:lstStyle/>
                    <a:p>
                      <a:r>
                        <a:rPr lang="en-CA" dirty="0"/>
                        <a:t>Milestone Review Meetings</a:t>
                      </a:r>
                    </a:p>
                  </a:txBody>
                  <a:tcPr/>
                </a:tc>
                <a:tc>
                  <a:txBody>
                    <a:bodyPr/>
                    <a:lstStyle/>
                    <a:p>
                      <a:r>
                        <a:rPr lang="en-CA" dirty="0"/>
                        <a:t>Project Team, Professor Pratik Bedi</a:t>
                      </a:r>
                    </a:p>
                  </a:txBody>
                  <a:tcPr/>
                </a:tc>
                <a:tc>
                  <a:txBody>
                    <a:bodyPr/>
                    <a:lstStyle/>
                    <a:p>
                      <a:r>
                        <a:rPr lang="en-CA" dirty="0"/>
                        <a:t>Discuss progress and adjustments</a:t>
                      </a:r>
                    </a:p>
                  </a:txBody>
                  <a:tcPr/>
                </a:tc>
                <a:tc>
                  <a:txBody>
                    <a:bodyPr/>
                    <a:lstStyle/>
                    <a:p>
                      <a:r>
                        <a:rPr lang="en-CA" dirty="0"/>
                        <a:t>Meetings, Email Reports</a:t>
                      </a:r>
                    </a:p>
                  </a:txBody>
                  <a:tcPr/>
                </a:tc>
                <a:tc>
                  <a:txBody>
                    <a:bodyPr/>
                    <a:lstStyle/>
                    <a:p>
                      <a:r>
                        <a:rPr lang="en-CA" dirty="0"/>
                        <a:t>After each milestone</a:t>
                      </a:r>
                    </a:p>
                  </a:txBody>
                  <a:tcPr/>
                </a:tc>
                <a:extLst>
                  <a:ext uri="{0D108BD9-81ED-4DB2-BD59-A6C34878D82A}">
                    <a16:rowId xmlns:a16="http://schemas.microsoft.com/office/drawing/2014/main" val="4226734391"/>
                  </a:ext>
                </a:extLst>
              </a:tr>
              <a:tr h="808815">
                <a:tc>
                  <a:txBody>
                    <a:bodyPr/>
                    <a:lstStyle/>
                    <a:p>
                      <a:r>
                        <a:rPr lang="en-CA" dirty="0"/>
                        <a:t>Survey Distribution Updates</a:t>
                      </a:r>
                    </a:p>
                  </a:txBody>
                  <a:tcPr/>
                </a:tc>
                <a:tc>
                  <a:txBody>
                    <a:bodyPr/>
                    <a:lstStyle/>
                    <a:p>
                      <a:r>
                        <a:rPr lang="en-CA" dirty="0"/>
                        <a:t>Project Team, Professor Pratik Bedi</a:t>
                      </a:r>
                    </a:p>
                  </a:txBody>
                  <a:tcPr/>
                </a:tc>
                <a:tc>
                  <a:txBody>
                    <a:bodyPr/>
                    <a:lstStyle/>
                    <a:p>
                      <a:r>
                        <a:rPr lang="en-CA" dirty="0"/>
                        <a:t>Updates on survey deployment</a:t>
                      </a:r>
                    </a:p>
                  </a:txBody>
                  <a:tcPr/>
                </a:tc>
                <a:tc>
                  <a:txBody>
                    <a:bodyPr/>
                    <a:lstStyle/>
                    <a:p>
                      <a:r>
                        <a:rPr lang="en-CA" dirty="0"/>
                        <a:t>Email, Meetings</a:t>
                      </a:r>
                    </a:p>
                  </a:txBody>
                  <a:tcPr/>
                </a:tc>
                <a:tc>
                  <a:txBody>
                    <a:bodyPr/>
                    <a:lstStyle/>
                    <a:p>
                      <a:r>
                        <a:rPr lang="en-CA" dirty="0"/>
                        <a:t>As needed</a:t>
                      </a:r>
                    </a:p>
                  </a:txBody>
                  <a:tcPr/>
                </a:tc>
                <a:extLst>
                  <a:ext uri="{0D108BD9-81ED-4DB2-BD59-A6C34878D82A}">
                    <a16:rowId xmlns:a16="http://schemas.microsoft.com/office/drawing/2014/main" val="1719285265"/>
                  </a:ext>
                </a:extLst>
              </a:tr>
              <a:tr h="1051460">
                <a:tc>
                  <a:txBody>
                    <a:bodyPr/>
                    <a:lstStyle/>
                    <a:p>
                      <a:r>
                        <a:rPr lang="en-CA" dirty="0"/>
                        <a:t>Final Review and Feedback</a:t>
                      </a:r>
                    </a:p>
                  </a:txBody>
                  <a:tcPr/>
                </a:tc>
                <a:tc>
                  <a:txBody>
                    <a:bodyPr/>
                    <a:lstStyle/>
                    <a:p>
                      <a:r>
                        <a:rPr lang="en-CA" dirty="0"/>
                        <a:t>External Reviewers, Professor Pratik Bedi</a:t>
                      </a:r>
                    </a:p>
                  </a:txBody>
                  <a:tcPr/>
                </a:tc>
                <a:tc>
                  <a:txBody>
                    <a:bodyPr/>
                    <a:lstStyle/>
                    <a:p>
                      <a:r>
                        <a:rPr lang="en-US" dirty="0"/>
                        <a:t>Provide final feedback on the project</a:t>
                      </a:r>
                      <a:endParaRPr lang="en-CA" dirty="0"/>
                    </a:p>
                  </a:txBody>
                  <a:tcPr/>
                </a:tc>
                <a:tc>
                  <a:txBody>
                    <a:bodyPr/>
                    <a:lstStyle/>
                    <a:p>
                      <a:r>
                        <a:rPr lang="en-CA" dirty="0"/>
                        <a:t>Presentation, Email</a:t>
                      </a:r>
                    </a:p>
                  </a:txBody>
                  <a:tcPr/>
                </a:tc>
                <a:tc>
                  <a:txBody>
                    <a:bodyPr/>
                    <a:lstStyle/>
                    <a:p>
                      <a:r>
                        <a:rPr lang="en-CA" dirty="0"/>
                        <a:t>Before final submission</a:t>
                      </a:r>
                    </a:p>
                  </a:txBody>
                  <a:tcPr/>
                </a:tc>
                <a:extLst>
                  <a:ext uri="{0D108BD9-81ED-4DB2-BD59-A6C34878D82A}">
                    <a16:rowId xmlns:a16="http://schemas.microsoft.com/office/drawing/2014/main" val="3097062373"/>
                  </a:ext>
                </a:extLst>
              </a:tr>
              <a:tr h="1132039">
                <a:tc>
                  <a:txBody>
                    <a:bodyPr/>
                    <a:lstStyle/>
                    <a:p>
                      <a:r>
                        <a:rPr lang="en-CA" dirty="0"/>
                        <a:t>Final Presentation</a:t>
                      </a:r>
                    </a:p>
                  </a:txBody>
                  <a:tcPr/>
                </a:tc>
                <a:tc>
                  <a:txBody>
                    <a:bodyPr/>
                    <a:lstStyle/>
                    <a:p>
                      <a:r>
                        <a:rPr lang="en-US" dirty="0"/>
                        <a:t>Project Team, Professor Pratik Bedi, External Reviewers</a:t>
                      </a:r>
                      <a:endParaRPr lang="en-CA" dirty="0"/>
                    </a:p>
                  </a:txBody>
                  <a:tcPr/>
                </a:tc>
                <a:tc>
                  <a:txBody>
                    <a:bodyPr/>
                    <a:lstStyle/>
                    <a:p>
                      <a:r>
                        <a:rPr lang="en-CA" dirty="0"/>
                        <a:t>Deliver final project findings</a:t>
                      </a:r>
                    </a:p>
                  </a:txBody>
                  <a:tcPr/>
                </a:tc>
                <a:tc>
                  <a:txBody>
                    <a:bodyPr/>
                    <a:lstStyle/>
                    <a:p>
                      <a:r>
                        <a:rPr lang="en-CA" dirty="0"/>
                        <a:t>Presentation, Email</a:t>
                      </a:r>
                    </a:p>
                  </a:txBody>
                  <a:tcPr/>
                </a:tc>
                <a:tc>
                  <a:txBody>
                    <a:bodyPr/>
                    <a:lstStyle/>
                    <a:p>
                      <a:r>
                        <a:rPr lang="en-CA" dirty="0"/>
                        <a:t>November 18th, 2024</a:t>
                      </a:r>
                    </a:p>
                  </a:txBody>
                  <a:tcPr/>
                </a:tc>
                <a:extLst>
                  <a:ext uri="{0D108BD9-81ED-4DB2-BD59-A6C34878D82A}">
                    <a16:rowId xmlns:a16="http://schemas.microsoft.com/office/drawing/2014/main" val="3321157520"/>
                  </a:ext>
                </a:extLst>
              </a:tr>
            </a:tbl>
          </a:graphicData>
        </a:graphic>
      </p:graphicFrame>
    </p:spTree>
    <p:extLst>
      <p:ext uri="{BB962C8B-B14F-4D97-AF65-F5344CB8AC3E}">
        <p14:creationId xmlns:p14="http://schemas.microsoft.com/office/powerpoint/2010/main" val="1502475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99755"/>
            <a:ext cx="5670590" cy="708779"/>
          </a:xfrm>
          <a:prstGeom prst="rect">
            <a:avLst/>
          </a:prstGeom>
          <a:noFill/>
          <a:ln/>
        </p:spPr>
        <p:txBody>
          <a:bodyPr wrap="none" lIns="0" tIns="0" rIns="0" bIns="0" rtlCol="0" anchor="t"/>
          <a:lstStyle/>
          <a:p>
            <a:pPr marL="0" indent="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Project Scope</a:t>
            </a:r>
            <a:endParaRPr lang="en-US" sz="4450" dirty="0"/>
          </a:p>
        </p:txBody>
      </p:sp>
      <p:sp>
        <p:nvSpPr>
          <p:cNvPr id="4" name="Shape 1"/>
          <p:cNvSpPr/>
          <p:nvPr/>
        </p:nvSpPr>
        <p:spPr>
          <a:xfrm>
            <a:off x="793790" y="1948696"/>
            <a:ext cx="3664863" cy="2758559"/>
          </a:xfrm>
          <a:prstGeom prst="roundRect">
            <a:avLst>
              <a:gd name="adj" fmla="val 1233"/>
            </a:avLst>
          </a:prstGeom>
          <a:solidFill>
            <a:srgbClr val="EAE8F3"/>
          </a:solidFill>
          <a:ln/>
        </p:spPr>
        <p:txBody>
          <a:bodyPr/>
          <a:lstStyle/>
          <a:p>
            <a:endParaRPr lang="en-CA"/>
          </a:p>
        </p:txBody>
      </p:sp>
      <p:sp>
        <p:nvSpPr>
          <p:cNvPr id="5" name="Text 2"/>
          <p:cNvSpPr/>
          <p:nvPr/>
        </p:nvSpPr>
        <p:spPr>
          <a:xfrm>
            <a:off x="1020604" y="217551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Inclusions</a:t>
            </a:r>
            <a:endParaRPr lang="en-US" sz="2200" dirty="0"/>
          </a:p>
        </p:txBody>
      </p:sp>
      <p:sp>
        <p:nvSpPr>
          <p:cNvPr id="6" name="Text 3"/>
          <p:cNvSpPr/>
          <p:nvPr/>
        </p:nvSpPr>
        <p:spPr>
          <a:xfrm>
            <a:off x="1020604" y="2665928"/>
            <a:ext cx="3211235" cy="1451610"/>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K-12 and higher education institutions, public and private schools, various subject areas, multiple assessment types.</a:t>
            </a:r>
            <a:endParaRPr lang="en-US" sz="1750" dirty="0"/>
          </a:p>
        </p:txBody>
      </p:sp>
      <p:sp>
        <p:nvSpPr>
          <p:cNvPr id="7" name="Shape 4"/>
          <p:cNvSpPr/>
          <p:nvPr/>
        </p:nvSpPr>
        <p:spPr>
          <a:xfrm>
            <a:off x="4685467" y="1948696"/>
            <a:ext cx="3664863" cy="2758559"/>
          </a:xfrm>
          <a:prstGeom prst="roundRect">
            <a:avLst>
              <a:gd name="adj" fmla="val 1233"/>
            </a:avLst>
          </a:prstGeom>
          <a:solidFill>
            <a:srgbClr val="EAE8F3"/>
          </a:solidFill>
          <a:ln/>
        </p:spPr>
        <p:txBody>
          <a:bodyPr/>
          <a:lstStyle/>
          <a:p>
            <a:endParaRPr lang="en-CA"/>
          </a:p>
        </p:txBody>
      </p:sp>
      <p:sp>
        <p:nvSpPr>
          <p:cNvPr id="8" name="Text 5"/>
          <p:cNvSpPr/>
          <p:nvPr/>
        </p:nvSpPr>
        <p:spPr>
          <a:xfrm>
            <a:off x="4912281" y="217551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Exclusions</a:t>
            </a:r>
            <a:endParaRPr lang="en-US" sz="2200" dirty="0"/>
          </a:p>
        </p:txBody>
      </p:sp>
      <p:sp>
        <p:nvSpPr>
          <p:cNvPr id="9" name="Text 6"/>
          <p:cNvSpPr/>
          <p:nvPr/>
        </p:nvSpPr>
        <p:spPr>
          <a:xfrm>
            <a:off x="4912281" y="2665928"/>
            <a:ext cx="3211235" cy="1814513"/>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Vocational training programs, adult education courses, and specialized educational institutions for students with disabilities.</a:t>
            </a:r>
            <a:endParaRPr lang="en-US" sz="1750" dirty="0"/>
          </a:p>
        </p:txBody>
      </p:sp>
      <p:sp>
        <p:nvSpPr>
          <p:cNvPr id="10" name="Shape 7"/>
          <p:cNvSpPr/>
          <p:nvPr/>
        </p:nvSpPr>
        <p:spPr>
          <a:xfrm>
            <a:off x="793790" y="4934069"/>
            <a:ext cx="3664863" cy="2395657"/>
          </a:xfrm>
          <a:prstGeom prst="roundRect">
            <a:avLst>
              <a:gd name="adj" fmla="val 1420"/>
            </a:avLst>
          </a:prstGeom>
          <a:solidFill>
            <a:srgbClr val="EAE8F3"/>
          </a:solidFill>
          <a:ln/>
        </p:spPr>
        <p:txBody>
          <a:bodyPr/>
          <a:lstStyle/>
          <a:p>
            <a:endParaRPr lang="en-CA"/>
          </a:p>
        </p:txBody>
      </p:sp>
      <p:sp>
        <p:nvSpPr>
          <p:cNvPr id="11" name="Text 8"/>
          <p:cNvSpPr/>
          <p:nvPr/>
        </p:nvSpPr>
        <p:spPr>
          <a:xfrm>
            <a:off x="1020604" y="5160883"/>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Constraints</a:t>
            </a:r>
            <a:endParaRPr lang="en-US" sz="2200" dirty="0"/>
          </a:p>
        </p:txBody>
      </p:sp>
      <p:sp>
        <p:nvSpPr>
          <p:cNvPr id="12" name="Text 9"/>
          <p:cNvSpPr/>
          <p:nvPr/>
        </p:nvSpPr>
        <p:spPr>
          <a:xfrm>
            <a:off x="1020604" y="5651302"/>
            <a:ext cx="3211235" cy="1451610"/>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Limited to a 12-month study period, subject to data privacy regulations and ethical considerations.</a:t>
            </a:r>
            <a:endParaRPr lang="en-US" sz="1750" dirty="0"/>
          </a:p>
        </p:txBody>
      </p:sp>
      <p:sp>
        <p:nvSpPr>
          <p:cNvPr id="13" name="Shape 10"/>
          <p:cNvSpPr/>
          <p:nvPr/>
        </p:nvSpPr>
        <p:spPr>
          <a:xfrm>
            <a:off x="4685467" y="4934069"/>
            <a:ext cx="3664863" cy="2395657"/>
          </a:xfrm>
          <a:prstGeom prst="roundRect">
            <a:avLst>
              <a:gd name="adj" fmla="val 1420"/>
            </a:avLst>
          </a:prstGeom>
          <a:solidFill>
            <a:srgbClr val="EAE8F3"/>
          </a:solidFill>
          <a:ln/>
        </p:spPr>
        <p:txBody>
          <a:bodyPr/>
          <a:lstStyle/>
          <a:p>
            <a:endParaRPr lang="en-CA"/>
          </a:p>
        </p:txBody>
      </p:sp>
      <p:sp>
        <p:nvSpPr>
          <p:cNvPr id="14" name="Text 11"/>
          <p:cNvSpPr/>
          <p:nvPr/>
        </p:nvSpPr>
        <p:spPr>
          <a:xfrm>
            <a:off x="4912281" y="5160883"/>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Assumptions</a:t>
            </a:r>
            <a:endParaRPr lang="en-US" sz="2200" dirty="0"/>
          </a:p>
        </p:txBody>
      </p:sp>
      <p:sp>
        <p:nvSpPr>
          <p:cNvPr id="15" name="Text 12"/>
          <p:cNvSpPr/>
          <p:nvPr/>
        </p:nvSpPr>
        <p:spPr>
          <a:xfrm>
            <a:off x="4912281" y="5651302"/>
            <a:ext cx="3211235" cy="1451610"/>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Participants have reliable internet access, schools maintain consistent grading standards across modalities.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A10B5-5E8D-7DA3-C406-637F191929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C0FE300-8CD1-692C-B5F2-072163110280}"/>
              </a:ext>
            </a:extLst>
          </p:cNvPr>
          <p:cNvSpPr/>
          <p:nvPr/>
        </p:nvSpPr>
        <p:spPr>
          <a:xfrm>
            <a:off x="528835" y="295350"/>
            <a:ext cx="7597714" cy="591979"/>
          </a:xfrm>
          <a:prstGeom prst="rect">
            <a:avLst/>
          </a:prstGeom>
          <a:noFill/>
          <a:ln/>
        </p:spPr>
        <p:txBody>
          <a:bodyPr wrap="none" lIns="0" tIns="0" rIns="0" bIns="0" rtlCol="0" anchor="t"/>
          <a:lstStyle/>
          <a:p>
            <a:pPr marL="0" indent="0">
              <a:lnSpc>
                <a:spcPts val="4650"/>
              </a:lnSpc>
              <a:buNone/>
            </a:pPr>
            <a:r>
              <a:rPr lang="en-US" sz="4000" dirty="0">
                <a:solidFill>
                  <a:srgbClr val="403CCF"/>
                </a:solidFill>
                <a:latin typeface="Libre Baskerville" pitchFamily="34" charset="0"/>
                <a:ea typeface="Libre Baskerville" pitchFamily="34" charset="-122"/>
                <a:cs typeface="Libre Baskerville" pitchFamily="34" charset="-120"/>
              </a:rPr>
              <a:t>Work Breakdown Structure </a:t>
            </a:r>
            <a:r>
              <a:rPr lang="en-US" sz="3700" dirty="0">
                <a:solidFill>
                  <a:srgbClr val="403CCF"/>
                </a:solidFill>
                <a:latin typeface="Libre Baskerville" pitchFamily="34" charset="0"/>
                <a:ea typeface="Libre Baskerville" pitchFamily="34" charset="-122"/>
                <a:cs typeface="Libre Baskerville" pitchFamily="34" charset="-120"/>
              </a:rPr>
              <a:t>WBS </a:t>
            </a:r>
            <a:endParaRPr lang="en-US" sz="3700" dirty="0">
              <a:solidFill>
                <a:srgbClr val="FF0000"/>
              </a:solidFill>
            </a:endParaRPr>
          </a:p>
        </p:txBody>
      </p:sp>
      <p:graphicFrame>
        <p:nvGraphicFramePr>
          <p:cNvPr id="3" name="Diagram 2">
            <a:extLst>
              <a:ext uri="{FF2B5EF4-FFF2-40B4-BE49-F238E27FC236}">
                <a16:creationId xmlns:a16="http://schemas.microsoft.com/office/drawing/2014/main" id="{9F561468-FC01-2510-5022-80764A3E82F5}"/>
              </a:ext>
            </a:extLst>
          </p:cNvPr>
          <p:cNvGraphicFramePr/>
          <p:nvPr>
            <p:extLst>
              <p:ext uri="{D42A27DB-BD31-4B8C-83A1-F6EECF244321}">
                <p14:modId xmlns:p14="http://schemas.microsoft.com/office/powerpoint/2010/main" val="4026246274"/>
              </p:ext>
            </p:extLst>
          </p:nvPr>
        </p:nvGraphicFramePr>
        <p:xfrm>
          <a:off x="684226" y="975917"/>
          <a:ext cx="13261948" cy="70439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1906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3059" y="521851"/>
            <a:ext cx="4736544" cy="591979"/>
          </a:xfrm>
          <a:prstGeom prst="rect">
            <a:avLst/>
          </a:prstGeom>
          <a:noFill/>
          <a:ln/>
        </p:spPr>
        <p:txBody>
          <a:bodyPr wrap="none" lIns="0" tIns="0" rIns="0" bIns="0" rtlCol="0" anchor="t"/>
          <a:lstStyle/>
          <a:p>
            <a:pPr marL="0" indent="0">
              <a:lnSpc>
                <a:spcPts val="4650"/>
              </a:lnSpc>
              <a:buNone/>
            </a:pPr>
            <a:r>
              <a:rPr lang="en-US" sz="3700" dirty="0">
                <a:solidFill>
                  <a:srgbClr val="403CCF"/>
                </a:solidFill>
                <a:latin typeface="Libre Baskerville" pitchFamily="34" charset="0"/>
                <a:ea typeface="Libre Baskerville" pitchFamily="34" charset="-122"/>
                <a:cs typeface="Libre Baskerville" pitchFamily="34" charset="-120"/>
              </a:rPr>
              <a:t>Gantt Chart</a:t>
            </a:r>
            <a:endParaRPr lang="en-US" sz="3700" dirty="0"/>
          </a:p>
        </p:txBody>
      </p:sp>
      <p:graphicFrame>
        <p:nvGraphicFramePr>
          <p:cNvPr id="7" name="Table 6">
            <a:extLst>
              <a:ext uri="{FF2B5EF4-FFF2-40B4-BE49-F238E27FC236}">
                <a16:creationId xmlns:a16="http://schemas.microsoft.com/office/drawing/2014/main" id="{F617F3F9-404A-32E9-07BE-E3EEAEBD3409}"/>
              </a:ext>
            </a:extLst>
          </p:cNvPr>
          <p:cNvGraphicFramePr>
            <a:graphicFrameLocks noGrp="1"/>
          </p:cNvGraphicFramePr>
          <p:nvPr>
            <p:extLst>
              <p:ext uri="{D42A27DB-BD31-4B8C-83A1-F6EECF244321}">
                <p14:modId xmlns:p14="http://schemas.microsoft.com/office/powerpoint/2010/main" val="2838666886"/>
              </p:ext>
            </p:extLst>
          </p:nvPr>
        </p:nvGraphicFramePr>
        <p:xfrm>
          <a:off x="663060" y="1304996"/>
          <a:ext cx="12557641" cy="6339253"/>
        </p:xfrm>
        <a:graphic>
          <a:graphicData uri="http://schemas.openxmlformats.org/drawingml/2006/table">
            <a:tbl>
              <a:tblPr/>
              <a:tblGrid>
                <a:gridCol w="3762890">
                  <a:extLst>
                    <a:ext uri="{9D8B030D-6E8A-4147-A177-3AD203B41FA5}">
                      <a16:colId xmlns:a16="http://schemas.microsoft.com/office/drawing/2014/main" val="2811535369"/>
                    </a:ext>
                  </a:extLst>
                </a:gridCol>
                <a:gridCol w="3130550">
                  <a:extLst>
                    <a:ext uri="{9D8B030D-6E8A-4147-A177-3AD203B41FA5}">
                      <a16:colId xmlns:a16="http://schemas.microsoft.com/office/drawing/2014/main" val="1521199445"/>
                    </a:ext>
                  </a:extLst>
                </a:gridCol>
                <a:gridCol w="1568450">
                  <a:extLst>
                    <a:ext uri="{9D8B030D-6E8A-4147-A177-3AD203B41FA5}">
                      <a16:colId xmlns:a16="http://schemas.microsoft.com/office/drawing/2014/main" val="3446419192"/>
                    </a:ext>
                  </a:extLst>
                </a:gridCol>
                <a:gridCol w="1212850">
                  <a:extLst>
                    <a:ext uri="{9D8B030D-6E8A-4147-A177-3AD203B41FA5}">
                      <a16:colId xmlns:a16="http://schemas.microsoft.com/office/drawing/2014/main" val="3030782420"/>
                    </a:ext>
                  </a:extLst>
                </a:gridCol>
                <a:gridCol w="1155700">
                  <a:extLst>
                    <a:ext uri="{9D8B030D-6E8A-4147-A177-3AD203B41FA5}">
                      <a16:colId xmlns:a16="http://schemas.microsoft.com/office/drawing/2014/main" val="2918240616"/>
                    </a:ext>
                  </a:extLst>
                </a:gridCol>
                <a:gridCol w="1727201">
                  <a:extLst>
                    <a:ext uri="{9D8B030D-6E8A-4147-A177-3AD203B41FA5}">
                      <a16:colId xmlns:a16="http://schemas.microsoft.com/office/drawing/2014/main" val="2397973426"/>
                    </a:ext>
                  </a:extLst>
                </a:gridCol>
              </a:tblGrid>
              <a:tr h="598043">
                <a:tc>
                  <a:txBody>
                    <a:bodyPr/>
                    <a:lstStyle/>
                    <a:p>
                      <a:pPr algn="ctr" rtl="0" fontAlgn="ctr"/>
                      <a:r>
                        <a:rPr lang="en-CA" sz="1600" b="1" dirty="0">
                          <a:effectLst/>
                          <a:latin typeface="Calibri" panose="020F0502020204030204" pitchFamily="34" charset="0"/>
                        </a:rPr>
                        <a:t>Task Name</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E8E8E8"/>
                    </a:solidFill>
                  </a:tcPr>
                </a:tc>
                <a:tc>
                  <a:txBody>
                    <a:bodyPr/>
                    <a:lstStyle/>
                    <a:p>
                      <a:pPr algn="ctr" rtl="0" fontAlgn="ctr"/>
                      <a:r>
                        <a:rPr lang="en-CA" sz="1600" b="1" dirty="0">
                          <a:effectLst/>
                          <a:latin typeface="Calibri" panose="020F0502020204030204" pitchFamily="34" charset="0"/>
                        </a:rPr>
                        <a:t>Assigned To</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E8E8E8"/>
                    </a:solidFill>
                  </a:tcPr>
                </a:tc>
                <a:tc>
                  <a:txBody>
                    <a:bodyPr/>
                    <a:lstStyle/>
                    <a:p>
                      <a:pPr algn="ctr" rtl="0" fontAlgn="ctr"/>
                      <a:r>
                        <a:rPr lang="en-CA" sz="1600" b="1" dirty="0">
                          <a:effectLst/>
                          <a:latin typeface="Calibri" panose="020F0502020204030204" pitchFamily="34" charset="0"/>
                        </a:rPr>
                        <a:t>Start (Date)</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E8E8E8"/>
                    </a:solidFill>
                  </a:tcPr>
                </a:tc>
                <a:tc>
                  <a:txBody>
                    <a:bodyPr/>
                    <a:lstStyle/>
                    <a:p>
                      <a:pPr algn="ctr" rtl="0" fontAlgn="ctr"/>
                      <a:r>
                        <a:rPr lang="en-CA" sz="1600" b="1" dirty="0">
                          <a:effectLst/>
                          <a:latin typeface="Calibri" panose="020F0502020204030204" pitchFamily="34" charset="0"/>
                        </a:rPr>
                        <a:t>End (Date)</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E8E8E8"/>
                    </a:solidFill>
                  </a:tcPr>
                </a:tc>
                <a:tc>
                  <a:txBody>
                    <a:bodyPr/>
                    <a:lstStyle/>
                    <a:p>
                      <a:pPr algn="ctr" rtl="0" fontAlgn="ctr"/>
                      <a:r>
                        <a:rPr lang="en-CA" sz="1600" b="1" dirty="0">
                          <a:effectLst/>
                          <a:latin typeface="Calibri" panose="020F0502020204030204" pitchFamily="34" charset="0"/>
                        </a:rPr>
                        <a:t>Duration (Days)</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E8E8E8"/>
                    </a:solidFill>
                  </a:tcPr>
                </a:tc>
                <a:tc>
                  <a:txBody>
                    <a:bodyPr/>
                    <a:lstStyle/>
                    <a:p>
                      <a:pPr algn="ctr" rtl="0" fontAlgn="ctr"/>
                      <a:r>
                        <a:rPr lang="en-CA" sz="1600" b="1" dirty="0">
                          <a:effectLst/>
                          <a:latin typeface="Calibri" panose="020F0502020204030204" pitchFamily="34" charset="0"/>
                        </a:rPr>
                        <a:t>Percentage of Completion</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E8E8E8"/>
                    </a:solidFill>
                  </a:tcPr>
                </a:tc>
                <a:extLst>
                  <a:ext uri="{0D108BD9-81ED-4DB2-BD59-A6C34878D82A}">
                    <a16:rowId xmlns:a16="http://schemas.microsoft.com/office/drawing/2014/main" val="3068408328"/>
                  </a:ext>
                </a:extLst>
              </a:tr>
              <a:tr h="358826">
                <a:tc>
                  <a:txBody>
                    <a:bodyPr/>
                    <a:lstStyle/>
                    <a:p>
                      <a:pPr algn="l" rtl="0" fontAlgn="ctr"/>
                      <a:r>
                        <a:rPr lang="en-CA" sz="1400" b="0">
                          <a:effectLst/>
                          <a:latin typeface="Calibri" panose="020F0502020204030204" pitchFamily="34" charset="0"/>
                        </a:rPr>
                        <a:t>Define survey questions</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rtl="0" fontAlgn="ctr"/>
                      <a:r>
                        <a:rPr lang="en-CA" sz="1400" b="0" dirty="0">
                          <a:effectLst/>
                          <a:latin typeface="Calibri" panose="020F0502020204030204" pitchFamily="34" charset="0"/>
                        </a:rPr>
                        <a:t>Phuong Tran &amp; Ramandeep Singh</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28-Sep</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3</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55549523"/>
                  </a:ext>
                </a:extLst>
              </a:tr>
              <a:tr h="538238">
                <a:tc>
                  <a:txBody>
                    <a:bodyPr/>
                    <a:lstStyle/>
                    <a:p>
                      <a:pPr algn="l" rtl="0" fontAlgn="ctr"/>
                      <a:r>
                        <a:rPr lang="en-US" sz="1400" b="0">
                          <a:effectLst/>
                          <a:latin typeface="Calibri" panose="020F0502020204030204" pitchFamily="34" charset="0"/>
                        </a:rPr>
                        <a:t>Test and finalize survey tool</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noFill/>
                  </a:tcPr>
                </a:tc>
                <a:tc>
                  <a:txBody>
                    <a:bodyPr/>
                    <a:lstStyle/>
                    <a:p>
                      <a:pPr rtl="0" fontAlgn="ctr"/>
                      <a:r>
                        <a:rPr lang="en-CA" sz="1400" b="0" dirty="0">
                          <a:effectLst/>
                          <a:latin typeface="Calibri" panose="020F0502020204030204" pitchFamily="34" charset="0"/>
                        </a:rPr>
                        <a:t>Phuong Tran &amp; </a:t>
                      </a:r>
                      <a:r>
                        <a:rPr lang="en-CA" sz="1400" b="0" dirty="0" err="1">
                          <a:effectLst/>
                          <a:latin typeface="Calibri" panose="020F0502020204030204" pitchFamily="34" charset="0"/>
                        </a:rPr>
                        <a:t>Devansh</a:t>
                      </a:r>
                      <a:r>
                        <a:rPr lang="en-CA" sz="1400" b="0" dirty="0">
                          <a:effectLst/>
                          <a:latin typeface="Calibri" panose="020F0502020204030204" pitchFamily="34" charset="0"/>
                        </a:rPr>
                        <a:t> Sharma</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2-Oct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3-Oct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72760300"/>
                  </a:ext>
                </a:extLst>
              </a:tr>
              <a:tr h="358826">
                <a:tc>
                  <a:txBody>
                    <a:bodyPr/>
                    <a:lstStyle/>
                    <a:p>
                      <a:pPr algn="l" rtl="0" fontAlgn="ctr"/>
                      <a:r>
                        <a:rPr lang="en-US" sz="1400" b="0">
                          <a:effectLst/>
                          <a:latin typeface="Calibri" panose="020F0502020204030204" pitchFamily="34" charset="0"/>
                        </a:rPr>
                        <a:t>Generate and print QR codes</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noFill/>
                  </a:tcPr>
                </a:tc>
                <a:tc>
                  <a:txBody>
                    <a:bodyPr/>
                    <a:lstStyle/>
                    <a:p>
                      <a:pPr rtl="0" fontAlgn="ctr"/>
                      <a:r>
                        <a:rPr lang="en-CA" sz="1400" b="0">
                          <a:effectLst/>
                          <a:latin typeface="Calibri" panose="020F0502020204030204" pitchFamily="34" charset="0"/>
                        </a:rPr>
                        <a:t>Devansh Sharma</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4-Oct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5-Oct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12293294"/>
                  </a:ext>
                </a:extLst>
              </a:tr>
              <a:tr h="717652">
                <a:tc>
                  <a:txBody>
                    <a:bodyPr/>
                    <a:lstStyle/>
                    <a:p>
                      <a:pPr algn="l" rtl="0" fontAlgn="ctr"/>
                      <a:r>
                        <a:rPr lang="en-CA" sz="1400" b="0">
                          <a:effectLst/>
                          <a:latin typeface="Calibri" panose="020F0502020204030204" pitchFamily="34" charset="0"/>
                        </a:rPr>
                        <a:t>Organize survey distribution at Riverside Campus</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noFill/>
                  </a:tcPr>
                </a:tc>
                <a:tc>
                  <a:txBody>
                    <a:bodyPr/>
                    <a:lstStyle/>
                    <a:p>
                      <a:pPr rtl="0" fontAlgn="ctr"/>
                      <a:r>
                        <a:rPr lang="en-CA" sz="1400" b="0">
                          <a:effectLst/>
                          <a:latin typeface="Calibri" panose="020F0502020204030204" pitchFamily="34" charset="0"/>
                        </a:rPr>
                        <a:t>Keying Wang &amp; Gaurav Singh</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6-Oct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6-Oct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0</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21891235"/>
                  </a:ext>
                </a:extLst>
              </a:tr>
              <a:tr h="538238">
                <a:tc>
                  <a:txBody>
                    <a:bodyPr/>
                    <a:lstStyle/>
                    <a:p>
                      <a:pPr algn="l" rtl="0" fontAlgn="ctr"/>
                      <a:r>
                        <a:rPr lang="en-US" sz="1400" b="0">
                          <a:effectLst/>
                          <a:latin typeface="Calibri" panose="020F0502020204030204" pitchFamily="34" charset="0"/>
                        </a:rPr>
                        <a:t>Conduct surveys at Riverside Campus</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noFill/>
                  </a:tcPr>
                </a:tc>
                <a:tc>
                  <a:txBody>
                    <a:bodyPr/>
                    <a:lstStyle/>
                    <a:p>
                      <a:pPr rtl="0" fontAlgn="ctr"/>
                      <a:r>
                        <a:rPr lang="en-CA" sz="1400" b="0">
                          <a:effectLst/>
                          <a:latin typeface="Calibri" panose="020F0502020204030204" pitchFamily="34" charset="0"/>
                        </a:rPr>
                        <a:t>Ramandeep Singh</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7-Oct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7-Oct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0</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295743006"/>
                  </a:ext>
                </a:extLst>
              </a:tr>
              <a:tr h="538238">
                <a:tc>
                  <a:txBody>
                    <a:bodyPr/>
                    <a:lstStyle/>
                    <a:p>
                      <a:pPr algn="l" rtl="0" fontAlgn="ctr"/>
                      <a:r>
                        <a:rPr lang="en-US" sz="1400" b="0">
                          <a:effectLst/>
                          <a:latin typeface="Calibri" panose="020F0502020204030204" pitchFamily="34" charset="0"/>
                        </a:rPr>
                        <a:t>Conduct surveys at fitness center and cafeteria</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noFill/>
                  </a:tcPr>
                </a:tc>
                <a:tc>
                  <a:txBody>
                    <a:bodyPr/>
                    <a:lstStyle/>
                    <a:p>
                      <a:pPr rtl="0" fontAlgn="ctr"/>
                      <a:r>
                        <a:rPr lang="en-CA" sz="1400" b="0">
                          <a:effectLst/>
                          <a:latin typeface="Calibri" panose="020F0502020204030204" pitchFamily="34" charset="0"/>
                        </a:rPr>
                        <a:t>Keying Wang &amp; Phuong Tran</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8-Oct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9-Oct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563118774"/>
                  </a:ext>
                </a:extLst>
              </a:tr>
              <a:tr h="538238">
                <a:tc>
                  <a:txBody>
                    <a:bodyPr/>
                    <a:lstStyle/>
                    <a:p>
                      <a:pPr algn="l" rtl="0" fontAlgn="ctr"/>
                      <a:r>
                        <a:rPr lang="en-US" sz="1400" b="0">
                          <a:effectLst/>
                          <a:latin typeface="Calibri" panose="020F0502020204030204" pitchFamily="34" charset="0"/>
                        </a:rPr>
                        <a:t>Clean and preprocess survey data</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noFill/>
                  </a:tcPr>
                </a:tc>
                <a:tc>
                  <a:txBody>
                    <a:bodyPr/>
                    <a:lstStyle/>
                    <a:p>
                      <a:pPr rtl="0" fontAlgn="ctr"/>
                      <a:r>
                        <a:rPr lang="en-CA" sz="1400" b="0">
                          <a:effectLst/>
                          <a:latin typeface="Calibri" panose="020F0502020204030204" pitchFamily="34" charset="0"/>
                        </a:rPr>
                        <a:t>Phuong Tran</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11-Oct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11-Oct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0</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143284943"/>
                  </a:ext>
                </a:extLst>
              </a:tr>
              <a:tr h="538238">
                <a:tc>
                  <a:txBody>
                    <a:bodyPr/>
                    <a:lstStyle/>
                    <a:p>
                      <a:pPr algn="l" rtl="0" fontAlgn="ctr"/>
                      <a:r>
                        <a:rPr lang="en-CA" sz="1400" b="0">
                          <a:effectLst/>
                          <a:latin typeface="Calibri" panose="020F0502020204030204" pitchFamily="34" charset="0"/>
                        </a:rPr>
                        <a:t>Perform statistical analysis</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noFill/>
                  </a:tcPr>
                </a:tc>
                <a:tc>
                  <a:txBody>
                    <a:bodyPr/>
                    <a:lstStyle/>
                    <a:p>
                      <a:pPr rtl="0" fontAlgn="ctr"/>
                      <a:r>
                        <a:rPr lang="en-CA" sz="1400" b="0">
                          <a:effectLst/>
                          <a:latin typeface="Calibri" panose="020F0502020204030204" pitchFamily="34" charset="0"/>
                        </a:rPr>
                        <a:t>Keying Wang</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12-Oct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13-Oct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750347273"/>
                  </a:ext>
                </a:extLst>
              </a:tr>
              <a:tr h="358826">
                <a:tc>
                  <a:txBody>
                    <a:bodyPr/>
                    <a:lstStyle/>
                    <a:p>
                      <a:pPr algn="l" rtl="0" fontAlgn="ctr"/>
                      <a:r>
                        <a:rPr lang="en-CA" sz="1400" b="0">
                          <a:effectLst/>
                          <a:latin typeface="Calibri" panose="020F0502020204030204" pitchFamily="34" charset="0"/>
                        </a:rPr>
                        <a:t>Draft survey results</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noFill/>
                  </a:tcPr>
                </a:tc>
                <a:tc>
                  <a:txBody>
                    <a:bodyPr/>
                    <a:lstStyle/>
                    <a:p>
                      <a:pPr rtl="0" fontAlgn="ctr"/>
                      <a:r>
                        <a:rPr lang="en-CA" sz="1400" b="0">
                          <a:effectLst/>
                          <a:latin typeface="Calibri" panose="020F0502020204030204" pitchFamily="34" charset="0"/>
                        </a:rPr>
                        <a:t>Ramandeep Singh</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14-Oct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16-Oct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2</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956277973"/>
                  </a:ext>
                </a:extLst>
              </a:tr>
              <a:tr h="538238">
                <a:tc>
                  <a:txBody>
                    <a:bodyPr/>
                    <a:lstStyle/>
                    <a:p>
                      <a:pPr algn="l" rtl="0" fontAlgn="ctr"/>
                      <a:r>
                        <a:rPr lang="en-CA" sz="1400" b="0">
                          <a:effectLst/>
                          <a:latin typeface="Calibri" panose="020F0502020204030204" pitchFamily="34" charset="0"/>
                        </a:rPr>
                        <a:t>Review and finalize report</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noFill/>
                  </a:tcPr>
                </a:tc>
                <a:tc>
                  <a:txBody>
                    <a:bodyPr/>
                    <a:lstStyle/>
                    <a:p>
                      <a:pPr rtl="0" fontAlgn="ctr"/>
                      <a:r>
                        <a:rPr lang="en-CA" sz="1400" b="0">
                          <a:effectLst/>
                          <a:latin typeface="Calibri" panose="020F0502020204030204" pitchFamily="34" charset="0"/>
                        </a:rPr>
                        <a:t>Keying Wang &amp; Phuong Tran</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17-Oct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17-Oct</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0</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26930848"/>
                  </a:ext>
                </a:extLst>
              </a:tr>
              <a:tr h="717652">
                <a:tc>
                  <a:txBody>
                    <a:bodyPr/>
                    <a:lstStyle/>
                    <a:p>
                      <a:pPr algn="l" rtl="0" fontAlgn="ctr"/>
                      <a:r>
                        <a:rPr lang="en-CA" sz="1400" b="0" dirty="0">
                          <a:effectLst/>
                          <a:latin typeface="Calibri" panose="020F0502020204030204" pitchFamily="34" charset="0"/>
                        </a:rPr>
                        <a:t>Prepare final presentation</a:t>
                      </a:r>
                    </a:p>
                  </a:txBody>
                  <a:tcPr marL="7697" marR="7697" marT="0" marB="0" anchor="ctr">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rtl="0" fontAlgn="ctr"/>
                      <a:r>
                        <a:rPr lang="en-US" sz="1400" b="0">
                          <a:effectLst/>
                          <a:latin typeface="Calibri" panose="020F0502020204030204" pitchFamily="34" charset="0"/>
                        </a:rPr>
                        <a:t>All team members (led by Keying Wang)</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6-Nov</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19-Nov</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CA" sz="1400" b="0">
                          <a:effectLst/>
                          <a:latin typeface="Calibri" panose="020F0502020204030204" pitchFamily="34" charset="0"/>
                        </a:rPr>
                        <a:t>13</a:t>
                      </a:r>
                    </a:p>
                  </a:txBody>
                  <a:tcPr marL="7697" marR="7697" marT="0" marB="0" anchor="ctr">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CA" sz="1400" b="0" dirty="0">
                          <a:effectLst/>
                          <a:latin typeface="Calibri" panose="020F0502020204030204" pitchFamily="34" charset="0"/>
                        </a:rPr>
                        <a:t>100%</a:t>
                      </a:r>
                    </a:p>
                  </a:txBody>
                  <a:tcPr marL="7697" marR="7697" marT="0" marB="0" anchor="ctr">
                    <a:lnL w="4763"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4763"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825854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B2E3D-93AE-C708-2C78-5806A7EE2A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B7DEE3A-527B-1938-03DF-859F22A7D5A8}"/>
              </a:ext>
            </a:extLst>
          </p:cNvPr>
          <p:cNvSpPr/>
          <p:nvPr/>
        </p:nvSpPr>
        <p:spPr>
          <a:xfrm>
            <a:off x="663059" y="521851"/>
            <a:ext cx="4736544" cy="591979"/>
          </a:xfrm>
          <a:prstGeom prst="rect">
            <a:avLst/>
          </a:prstGeom>
          <a:noFill/>
          <a:ln/>
        </p:spPr>
        <p:txBody>
          <a:bodyPr wrap="none" lIns="0" tIns="0" rIns="0" bIns="0" rtlCol="0" anchor="t"/>
          <a:lstStyle/>
          <a:p>
            <a:pPr marL="0" indent="0">
              <a:lnSpc>
                <a:spcPts val="4650"/>
              </a:lnSpc>
              <a:buNone/>
            </a:pPr>
            <a:r>
              <a:rPr lang="en-US" sz="3700" dirty="0">
                <a:solidFill>
                  <a:srgbClr val="403CCF"/>
                </a:solidFill>
                <a:latin typeface="Libre Baskerville" pitchFamily="34" charset="0"/>
                <a:ea typeface="Libre Baskerville" pitchFamily="34" charset="-122"/>
                <a:cs typeface="Libre Baskerville" pitchFamily="34" charset="-120"/>
              </a:rPr>
              <a:t>Gantt Chart</a:t>
            </a:r>
            <a:endParaRPr lang="en-US" sz="3700" dirty="0"/>
          </a:p>
        </p:txBody>
      </p:sp>
      <p:graphicFrame>
        <p:nvGraphicFramePr>
          <p:cNvPr id="3" name="Chart 2">
            <a:extLst>
              <a:ext uri="{FF2B5EF4-FFF2-40B4-BE49-F238E27FC236}">
                <a16:creationId xmlns:a16="http://schemas.microsoft.com/office/drawing/2014/main" id="{07D77F13-8B6D-AA1A-E55A-84A7B9F2740D}"/>
              </a:ext>
            </a:extLst>
          </p:cNvPr>
          <p:cNvGraphicFramePr>
            <a:graphicFrameLocks/>
          </p:cNvGraphicFramePr>
          <p:nvPr>
            <p:extLst>
              <p:ext uri="{D42A27DB-BD31-4B8C-83A1-F6EECF244321}">
                <p14:modId xmlns:p14="http://schemas.microsoft.com/office/powerpoint/2010/main" val="2380758704"/>
              </p:ext>
            </p:extLst>
          </p:nvPr>
        </p:nvGraphicFramePr>
        <p:xfrm>
          <a:off x="775981" y="1265083"/>
          <a:ext cx="13078438" cy="65954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14994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630531" y="1081207"/>
            <a:ext cx="7536299" cy="708779"/>
          </a:xfrm>
          <a:prstGeom prst="rect">
            <a:avLst/>
          </a:prstGeom>
          <a:noFill/>
          <a:ln/>
        </p:spPr>
        <p:txBody>
          <a:bodyPr wrap="none" lIns="0" tIns="0" rIns="0" bIns="0" rtlCol="0" anchor="t"/>
          <a:lstStyle/>
          <a:p>
            <a:pPr marL="0" indent="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Cost and Budget Planning</a:t>
            </a:r>
            <a:endParaRPr lang="en-US" sz="4450" dirty="0"/>
          </a:p>
        </p:txBody>
      </p:sp>
      <p:sp>
        <p:nvSpPr>
          <p:cNvPr id="4" name="Shape 1"/>
          <p:cNvSpPr/>
          <p:nvPr/>
        </p:nvSpPr>
        <p:spPr>
          <a:xfrm>
            <a:off x="6630531" y="2130147"/>
            <a:ext cx="3664863" cy="2395657"/>
          </a:xfrm>
          <a:prstGeom prst="roundRect">
            <a:avLst>
              <a:gd name="adj" fmla="val 1420"/>
            </a:avLst>
          </a:prstGeom>
          <a:solidFill>
            <a:srgbClr val="EAE8F3"/>
          </a:solidFill>
          <a:ln/>
        </p:spPr>
        <p:txBody>
          <a:bodyPr/>
          <a:lstStyle/>
          <a:p>
            <a:endParaRPr lang="en-CA"/>
          </a:p>
        </p:txBody>
      </p:sp>
      <p:sp>
        <p:nvSpPr>
          <p:cNvPr id="5" name="Text 2"/>
          <p:cNvSpPr/>
          <p:nvPr/>
        </p:nvSpPr>
        <p:spPr>
          <a:xfrm>
            <a:off x="6857345" y="235696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Personnel Costs</a:t>
            </a:r>
            <a:endParaRPr lang="en-US" sz="2200" dirty="0"/>
          </a:p>
        </p:txBody>
      </p:sp>
      <p:sp>
        <p:nvSpPr>
          <p:cNvPr id="6" name="Text 3"/>
          <p:cNvSpPr/>
          <p:nvPr/>
        </p:nvSpPr>
        <p:spPr>
          <a:xfrm>
            <a:off x="6857345" y="2847380"/>
            <a:ext cx="3211235" cy="1451610"/>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62% of the budget. Includes team leader, researchers, data analysts, and support staff salaries, totaling $8,200.</a:t>
            </a:r>
            <a:endParaRPr lang="en-US" sz="1750" dirty="0"/>
          </a:p>
        </p:txBody>
      </p:sp>
      <p:sp>
        <p:nvSpPr>
          <p:cNvPr id="7" name="Shape 4"/>
          <p:cNvSpPr/>
          <p:nvPr/>
        </p:nvSpPr>
        <p:spPr>
          <a:xfrm>
            <a:off x="10522208" y="2130147"/>
            <a:ext cx="3664863" cy="2395657"/>
          </a:xfrm>
          <a:prstGeom prst="roundRect">
            <a:avLst>
              <a:gd name="adj" fmla="val 1420"/>
            </a:avLst>
          </a:prstGeom>
          <a:solidFill>
            <a:srgbClr val="EAE8F3"/>
          </a:solidFill>
          <a:ln/>
        </p:spPr>
        <p:txBody>
          <a:bodyPr/>
          <a:lstStyle/>
          <a:p>
            <a:endParaRPr lang="en-CA"/>
          </a:p>
        </p:txBody>
      </p:sp>
      <p:sp>
        <p:nvSpPr>
          <p:cNvPr id="8" name="Text 5"/>
          <p:cNvSpPr/>
          <p:nvPr/>
        </p:nvSpPr>
        <p:spPr>
          <a:xfrm>
            <a:off x="10749022" y="2356961"/>
            <a:ext cx="3191589"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Technology and Tools</a:t>
            </a:r>
            <a:endParaRPr lang="en-US" sz="2200" dirty="0"/>
          </a:p>
        </p:txBody>
      </p:sp>
      <p:sp>
        <p:nvSpPr>
          <p:cNvPr id="9" name="Text 6"/>
          <p:cNvSpPr/>
          <p:nvPr/>
        </p:nvSpPr>
        <p:spPr>
          <a:xfrm>
            <a:off x="10749022" y="2847380"/>
            <a:ext cx="3417808" cy="1088708"/>
          </a:xfrm>
          <a:prstGeom prst="rect">
            <a:avLst/>
          </a:prstGeom>
          <a:noFill/>
          <a:ln/>
        </p:spPr>
        <p:txBody>
          <a:bodyPr wrap="square" lIns="0" tIns="0" rIns="0" bIns="0" rtlCol="0" anchor="t"/>
          <a:lstStyle/>
          <a:p>
            <a:pPr marL="0" indent="0">
              <a:lnSpc>
                <a:spcPts val="2850"/>
              </a:lnSpc>
              <a:buNone/>
            </a:pPr>
            <a:r>
              <a:rPr lang="en-US" sz="1600" dirty="0">
                <a:solidFill>
                  <a:srgbClr val="49495A"/>
                </a:solidFill>
                <a:latin typeface="Open Sans" pitchFamily="34" charset="0"/>
                <a:ea typeface="Open Sans" pitchFamily="34" charset="-122"/>
                <a:cs typeface="Open Sans" pitchFamily="34" charset="-120"/>
              </a:rPr>
              <a:t>13% of the budget. Covers Tableau licenses, Canva subscriptions, and data analysis tools like Python and Google Forms, totaling $1,700.</a:t>
            </a:r>
            <a:endParaRPr lang="en-US" sz="1600" dirty="0"/>
          </a:p>
        </p:txBody>
      </p:sp>
      <p:sp>
        <p:nvSpPr>
          <p:cNvPr id="10" name="Shape 7"/>
          <p:cNvSpPr/>
          <p:nvPr/>
        </p:nvSpPr>
        <p:spPr>
          <a:xfrm>
            <a:off x="6630531" y="4752618"/>
            <a:ext cx="3664863" cy="2697664"/>
          </a:xfrm>
          <a:prstGeom prst="roundRect">
            <a:avLst>
              <a:gd name="adj" fmla="val 1420"/>
            </a:avLst>
          </a:prstGeom>
          <a:solidFill>
            <a:srgbClr val="EAE8F3"/>
          </a:solidFill>
          <a:ln/>
        </p:spPr>
        <p:txBody>
          <a:bodyPr/>
          <a:lstStyle/>
          <a:p>
            <a:endParaRPr lang="en-CA"/>
          </a:p>
        </p:txBody>
      </p:sp>
      <p:sp>
        <p:nvSpPr>
          <p:cNvPr id="11" name="Text 8"/>
          <p:cNvSpPr/>
          <p:nvPr/>
        </p:nvSpPr>
        <p:spPr>
          <a:xfrm>
            <a:off x="6857345" y="4979432"/>
            <a:ext cx="2882741"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Logistics and Travel</a:t>
            </a:r>
            <a:endParaRPr lang="en-US" sz="2200" dirty="0"/>
          </a:p>
        </p:txBody>
      </p:sp>
      <p:sp>
        <p:nvSpPr>
          <p:cNvPr id="12" name="Text 9"/>
          <p:cNvSpPr/>
          <p:nvPr/>
        </p:nvSpPr>
        <p:spPr>
          <a:xfrm>
            <a:off x="6857345" y="5469850"/>
            <a:ext cx="3211235" cy="1451610"/>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10% of the budget. Includes printing costs, participant incentives, and travel expenses for survey locations, totaling $1,300.</a:t>
            </a:r>
            <a:endParaRPr lang="en-US" sz="1750" dirty="0"/>
          </a:p>
        </p:txBody>
      </p:sp>
      <p:sp>
        <p:nvSpPr>
          <p:cNvPr id="13" name="Shape 10"/>
          <p:cNvSpPr/>
          <p:nvPr/>
        </p:nvSpPr>
        <p:spPr>
          <a:xfrm>
            <a:off x="10522208" y="4752618"/>
            <a:ext cx="3664863" cy="2697664"/>
          </a:xfrm>
          <a:prstGeom prst="roundRect">
            <a:avLst>
              <a:gd name="adj" fmla="val 1420"/>
            </a:avLst>
          </a:prstGeom>
          <a:solidFill>
            <a:srgbClr val="EAE8F3"/>
          </a:solidFill>
          <a:ln/>
        </p:spPr>
        <p:txBody>
          <a:bodyPr/>
          <a:lstStyle/>
          <a:p>
            <a:endParaRPr lang="en-CA"/>
          </a:p>
        </p:txBody>
      </p:sp>
      <p:sp>
        <p:nvSpPr>
          <p:cNvPr id="14" name="Text 11"/>
          <p:cNvSpPr/>
          <p:nvPr/>
        </p:nvSpPr>
        <p:spPr>
          <a:xfrm>
            <a:off x="10749022" y="4979432"/>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Contingency</a:t>
            </a:r>
            <a:endParaRPr lang="en-US" sz="2200" dirty="0"/>
          </a:p>
        </p:txBody>
      </p:sp>
      <p:sp>
        <p:nvSpPr>
          <p:cNvPr id="15" name="Text 12"/>
          <p:cNvSpPr/>
          <p:nvPr/>
        </p:nvSpPr>
        <p:spPr>
          <a:xfrm>
            <a:off x="10749022" y="5469850"/>
            <a:ext cx="3211235" cy="1088708"/>
          </a:xfrm>
          <a:prstGeom prst="rect">
            <a:avLst/>
          </a:prstGeom>
          <a:noFill/>
          <a:ln/>
        </p:spPr>
        <p:txBody>
          <a:bodyPr wrap="square" lIns="0" tIns="0" rIns="0" bIns="0" rtlCol="0" anchor="t"/>
          <a:lstStyle/>
          <a:p>
            <a:pPr marL="0" indent="0">
              <a:lnSpc>
                <a:spcPts val="2850"/>
              </a:lnSpc>
              <a:buNone/>
            </a:pPr>
            <a:r>
              <a:rPr lang="en-US" sz="1750" dirty="0">
                <a:solidFill>
                  <a:srgbClr val="49495A"/>
                </a:solidFill>
                <a:latin typeface="Open Sans" pitchFamily="34" charset="0"/>
                <a:ea typeface="Open Sans" pitchFamily="34" charset="-122"/>
                <a:cs typeface="Open Sans" pitchFamily="34" charset="-120"/>
              </a:rPr>
              <a:t>15% of the budget. Reserved for unforeseen expenses such as additional printing, software upgrades, or extra incentives, totaling $2,000.</a:t>
            </a:r>
            <a:endParaRPr lang="en-US" sz="1750" dirty="0"/>
          </a:p>
        </p:txBody>
      </p:sp>
      <p:pic>
        <p:nvPicPr>
          <p:cNvPr id="21" name="Picture 20">
            <a:extLst>
              <a:ext uri="{FF2B5EF4-FFF2-40B4-BE49-F238E27FC236}">
                <a16:creationId xmlns:a16="http://schemas.microsoft.com/office/drawing/2014/main" id="{F4641BBB-D242-63DF-4358-39EA0BC374F8}"/>
              </a:ext>
            </a:extLst>
          </p:cNvPr>
          <p:cNvPicPr>
            <a:picLocks noChangeAspect="1"/>
          </p:cNvPicPr>
          <p:nvPr/>
        </p:nvPicPr>
        <p:blipFill>
          <a:blip r:embed="rId3"/>
          <a:stretch>
            <a:fillRect/>
          </a:stretch>
        </p:blipFill>
        <p:spPr>
          <a:xfrm>
            <a:off x="463570" y="2534127"/>
            <a:ext cx="5828526" cy="36172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770876" y="924639"/>
            <a:ext cx="4541401" cy="567571"/>
          </a:xfrm>
          <a:prstGeom prst="rect">
            <a:avLst/>
          </a:prstGeom>
          <a:noFill/>
          <a:ln/>
        </p:spPr>
        <p:txBody>
          <a:bodyPr wrap="none" lIns="0" tIns="0" rIns="0" bIns="0" rtlCol="0" anchor="t"/>
          <a:lstStyle/>
          <a:p>
            <a:pPr marL="0" indent="0">
              <a:lnSpc>
                <a:spcPts val="4450"/>
              </a:lnSpc>
              <a:buNone/>
            </a:pPr>
            <a:r>
              <a:rPr lang="en-US" sz="3550" dirty="0">
                <a:solidFill>
                  <a:srgbClr val="403CCF"/>
                </a:solidFill>
                <a:latin typeface="Libre Baskerville" pitchFamily="34" charset="0"/>
                <a:ea typeface="Libre Baskerville" pitchFamily="34" charset="-122"/>
                <a:cs typeface="Libre Baskerville" pitchFamily="34" charset="-120"/>
              </a:rPr>
              <a:t>Risk Identification &amp; Assessment</a:t>
            </a:r>
            <a:endParaRPr lang="en-US" sz="3550" dirty="0"/>
          </a:p>
        </p:txBody>
      </p:sp>
      <p:sp>
        <p:nvSpPr>
          <p:cNvPr id="4" name="Shape 1"/>
          <p:cNvSpPr/>
          <p:nvPr/>
        </p:nvSpPr>
        <p:spPr>
          <a:xfrm>
            <a:off x="4189485" y="1764625"/>
            <a:ext cx="9465947" cy="5540335"/>
          </a:xfrm>
          <a:prstGeom prst="roundRect">
            <a:avLst>
              <a:gd name="adj" fmla="val 492"/>
            </a:avLst>
          </a:prstGeom>
          <a:noFill/>
          <a:ln w="7620">
            <a:solidFill>
              <a:srgbClr val="000000">
                <a:alpha val="8000"/>
              </a:srgbClr>
            </a:solidFill>
            <a:prstDash val="solid"/>
          </a:ln>
        </p:spPr>
        <p:txBody>
          <a:bodyPr/>
          <a:lstStyle/>
          <a:p>
            <a:endParaRPr lang="en-CA"/>
          </a:p>
        </p:txBody>
      </p:sp>
      <p:sp>
        <p:nvSpPr>
          <p:cNvPr id="5" name="Shape 2"/>
          <p:cNvSpPr/>
          <p:nvPr/>
        </p:nvSpPr>
        <p:spPr>
          <a:xfrm>
            <a:off x="3734007" y="1772245"/>
            <a:ext cx="8427849" cy="523756"/>
          </a:xfrm>
          <a:prstGeom prst="rect">
            <a:avLst/>
          </a:prstGeom>
          <a:solidFill>
            <a:srgbClr val="FFFFFF">
              <a:alpha val="4000"/>
            </a:srgbClr>
          </a:solidFill>
          <a:ln/>
        </p:spPr>
        <p:txBody>
          <a:bodyPr/>
          <a:lstStyle/>
          <a:p>
            <a:endParaRPr lang="en-CA"/>
          </a:p>
        </p:txBody>
      </p:sp>
      <p:sp>
        <p:nvSpPr>
          <p:cNvPr id="6" name="Text 3"/>
          <p:cNvSpPr/>
          <p:nvPr/>
        </p:nvSpPr>
        <p:spPr>
          <a:xfrm>
            <a:off x="4378675" y="1888808"/>
            <a:ext cx="159734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Risk</a:t>
            </a:r>
            <a:endParaRPr lang="en-US" sz="1400" dirty="0"/>
          </a:p>
        </p:txBody>
      </p:sp>
      <p:sp>
        <p:nvSpPr>
          <p:cNvPr id="7" name="Text 4"/>
          <p:cNvSpPr/>
          <p:nvPr/>
        </p:nvSpPr>
        <p:spPr>
          <a:xfrm>
            <a:off x="6554598" y="1888808"/>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Probability</a:t>
            </a:r>
            <a:endParaRPr lang="en-US" sz="1400" dirty="0"/>
          </a:p>
        </p:txBody>
      </p:sp>
      <p:sp>
        <p:nvSpPr>
          <p:cNvPr id="8" name="Text 5"/>
          <p:cNvSpPr/>
          <p:nvPr/>
        </p:nvSpPr>
        <p:spPr>
          <a:xfrm>
            <a:off x="7847973" y="1888808"/>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Impact</a:t>
            </a:r>
            <a:endParaRPr lang="en-US" sz="1400" dirty="0"/>
          </a:p>
        </p:txBody>
      </p:sp>
      <p:sp>
        <p:nvSpPr>
          <p:cNvPr id="9" name="Text 6"/>
          <p:cNvSpPr/>
          <p:nvPr/>
        </p:nvSpPr>
        <p:spPr>
          <a:xfrm>
            <a:off x="9341548" y="1888808"/>
            <a:ext cx="159734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Reasoning</a:t>
            </a:r>
            <a:endParaRPr lang="en-US" sz="1400" dirty="0"/>
          </a:p>
        </p:txBody>
      </p:sp>
      <p:sp>
        <p:nvSpPr>
          <p:cNvPr id="10" name="Shape 7"/>
          <p:cNvSpPr/>
          <p:nvPr/>
        </p:nvSpPr>
        <p:spPr>
          <a:xfrm>
            <a:off x="4197106" y="2296002"/>
            <a:ext cx="9458326" cy="841872"/>
          </a:xfrm>
          <a:prstGeom prst="rect">
            <a:avLst/>
          </a:prstGeom>
          <a:solidFill>
            <a:srgbClr val="000000">
              <a:alpha val="4000"/>
            </a:srgbClr>
          </a:solidFill>
          <a:ln/>
        </p:spPr>
        <p:txBody>
          <a:bodyPr/>
          <a:lstStyle/>
          <a:p>
            <a:endParaRPr lang="en-CA"/>
          </a:p>
        </p:txBody>
      </p:sp>
      <p:sp>
        <p:nvSpPr>
          <p:cNvPr id="11" name="Text 8"/>
          <p:cNvSpPr/>
          <p:nvPr/>
        </p:nvSpPr>
        <p:spPr>
          <a:xfrm>
            <a:off x="4378675" y="2412563"/>
            <a:ext cx="1597343" cy="581263"/>
          </a:xfrm>
          <a:prstGeom prst="rect">
            <a:avLst/>
          </a:prstGeom>
          <a:noFill/>
          <a:ln/>
        </p:spPr>
        <p:txBody>
          <a:bodyPr wrap="squar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Errors in survey question design</a:t>
            </a:r>
            <a:endParaRPr lang="en-US" sz="1400" dirty="0"/>
          </a:p>
        </p:txBody>
      </p:sp>
      <p:sp>
        <p:nvSpPr>
          <p:cNvPr id="12" name="Text 9"/>
          <p:cNvSpPr/>
          <p:nvPr/>
        </p:nvSpPr>
        <p:spPr>
          <a:xfrm>
            <a:off x="6554598" y="2412563"/>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Medium</a:t>
            </a:r>
            <a:endParaRPr lang="en-US" sz="1400" dirty="0"/>
          </a:p>
        </p:txBody>
      </p:sp>
      <p:sp>
        <p:nvSpPr>
          <p:cNvPr id="13" name="Text 10"/>
          <p:cNvSpPr/>
          <p:nvPr/>
        </p:nvSpPr>
        <p:spPr>
          <a:xfrm>
            <a:off x="7847973" y="2412563"/>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High</a:t>
            </a:r>
            <a:endParaRPr lang="en-US" sz="1400" dirty="0"/>
          </a:p>
        </p:txBody>
      </p:sp>
      <p:sp>
        <p:nvSpPr>
          <p:cNvPr id="14" name="Text 11"/>
          <p:cNvSpPr/>
          <p:nvPr/>
        </p:nvSpPr>
        <p:spPr>
          <a:xfrm>
            <a:off x="9341548" y="2412563"/>
            <a:ext cx="5825868" cy="1162526"/>
          </a:xfrm>
          <a:prstGeom prst="rect">
            <a:avLst/>
          </a:prstGeom>
          <a:noFill/>
          <a:ln/>
        </p:spPr>
        <p:txBody>
          <a:bodyPr wrap="squar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Poorly designed questions could </a:t>
            </a:r>
          </a:p>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affect data accuracy and relevance.</a:t>
            </a:r>
            <a:endParaRPr lang="en-US" sz="1400" dirty="0"/>
          </a:p>
        </p:txBody>
      </p:sp>
      <p:sp>
        <p:nvSpPr>
          <p:cNvPr id="15" name="Shape 12"/>
          <p:cNvSpPr/>
          <p:nvPr/>
        </p:nvSpPr>
        <p:spPr>
          <a:xfrm>
            <a:off x="4197106" y="3192885"/>
            <a:ext cx="9458326" cy="732052"/>
          </a:xfrm>
          <a:prstGeom prst="rect">
            <a:avLst/>
          </a:prstGeom>
          <a:solidFill>
            <a:srgbClr val="FFFFFF">
              <a:alpha val="4000"/>
            </a:srgbClr>
          </a:solidFill>
          <a:ln/>
        </p:spPr>
        <p:txBody>
          <a:bodyPr/>
          <a:lstStyle/>
          <a:p>
            <a:endParaRPr lang="en-CA"/>
          </a:p>
        </p:txBody>
      </p:sp>
      <p:sp>
        <p:nvSpPr>
          <p:cNvPr id="16" name="Text 13"/>
          <p:cNvSpPr/>
          <p:nvPr/>
        </p:nvSpPr>
        <p:spPr>
          <a:xfrm>
            <a:off x="4378675" y="3309446"/>
            <a:ext cx="1597343" cy="581263"/>
          </a:xfrm>
          <a:prstGeom prst="rect">
            <a:avLst/>
          </a:prstGeom>
          <a:noFill/>
          <a:ln/>
        </p:spPr>
        <p:txBody>
          <a:bodyPr wrap="squar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Low Participation Rates</a:t>
            </a:r>
            <a:endParaRPr lang="en-US" sz="1400" dirty="0"/>
          </a:p>
        </p:txBody>
      </p:sp>
      <p:sp>
        <p:nvSpPr>
          <p:cNvPr id="17" name="Text 14"/>
          <p:cNvSpPr/>
          <p:nvPr/>
        </p:nvSpPr>
        <p:spPr>
          <a:xfrm>
            <a:off x="6554598" y="3309446"/>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High</a:t>
            </a:r>
            <a:endParaRPr lang="en-US" sz="1400" dirty="0"/>
          </a:p>
        </p:txBody>
      </p:sp>
      <p:sp>
        <p:nvSpPr>
          <p:cNvPr id="18" name="Text 15"/>
          <p:cNvSpPr/>
          <p:nvPr/>
        </p:nvSpPr>
        <p:spPr>
          <a:xfrm>
            <a:off x="7847973" y="3309446"/>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Medium</a:t>
            </a:r>
            <a:endParaRPr lang="en-US" sz="1400" dirty="0"/>
          </a:p>
        </p:txBody>
      </p:sp>
      <p:sp>
        <p:nvSpPr>
          <p:cNvPr id="19" name="Text 16"/>
          <p:cNvSpPr/>
          <p:nvPr/>
        </p:nvSpPr>
        <p:spPr>
          <a:xfrm>
            <a:off x="9341548" y="3309446"/>
            <a:ext cx="5825868" cy="689617"/>
          </a:xfrm>
          <a:prstGeom prst="rect">
            <a:avLst/>
          </a:prstGeom>
          <a:noFill/>
          <a:ln/>
        </p:spPr>
        <p:txBody>
          <a:bodyPr wrap="squar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Students may not engage due to</a:t>
            </a:r>
          </a:p>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 survey fatigue or lack of incentives.</a:t>
            </a:r>
            <a:endParaRPr lang="en-US" sz="1400" dirty="0"/>
          </a:p>
        </p:txBody>
      </p:sp>
      <p:sp>
        <p:nvSpPr>
          <p:cNvPr id="20" name="Shape 17"/>
          <p:cNvSpPr/>
          <p:nvPr/>
        </p:nvSpPr>
        <p:spPr>
          <a:xfrm>
            <a:off x="4197106" y="3933902"/>
            <a:ext cx="9458326" cy="912665"/>
          </a:xfrm>
          <a:prstGeom prst="rect">
            <a:avLst/>
          </a:prstGeom>
          <a:solidFill>
            <a:srgbClr val="000000">
              <a:alpha val="4000"/>
            </a:srgbClr>
          </a:solidFill>
          <a:ln/>
        </p:spPr>
        <p:txBody>
          <a:bodyPr/>
          <a:lstStyle/>
          <a:p>
            <a:endParaRPr lang="en-CA"/>
          </a:p>
        </p:txBody>
      </p:sp>
      <p:sp>
        <p:nvSpPr>
          <p:cNvPr id="21" name="Text 18"/>
          <p:cNvSpPr/>
          <p:nvPr/>
        </p:nvSpPr>
        <p:spPr>
          <a:xfrm>
            <a:off x="4378675" y="4050463"/>
            <a:ext cx="1597343" cy="568415"/>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QR code distribution</a:t>
            </a:r>
          </a:p>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 issues</a:t>
            </a:r>
            <a:endParaRPr lang="en-US" sz="1400" dirty="0"/>
          </a:p>
        </p:txBody>
      </p:sp>
      <p:sp>
        <p:nvSpPr>
          <p:cNvPr id="22" name="Text 19"/>
          <p:cNvSpPr/>
          <p:nvPr/>
        </p:nvSpPr>
        <p:spPr>
          <a:xfrm>
            <a:off x="6554598" y="4050464"/>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L</a:t>
            </a:r>
            <a:r>
              <a:rPr lang="en-US" altLang="zh-CN" sz="1400" dirty="0">
                <a:solidFill>
                  <a:srgbClr val="49495A"/>
                </a:solidFill>
                <a:latin typeface="Open Sans" pitchFamily="34" charset="0"/>
                <a:ea typeface="Open Sans" pitchFamily="34" charset="-122"/>
                <a:cs typeface="Open Sans" pitchFamily="34" charset="-120"/>
              </a:rPr>
              <a:t>ow</a:t>
            </a:r>
            <a:endParaRPr lang="en-US" sz="1400" dirty="0"/>
          </a:p>
        </p:txBody>
      </p:sp>
      <p:sp>
        <p:nvSpPr>
          <p:cNvPr id="23" name="Text 20"/>
          <p:cNvSpPr/>
          <p:nvPr/>
        </p:nvSpPr>
        <p:spPr>
          <a:xfrm>
            <a:off x="7847973" y="4050464"/>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Medium</a:t>
            </a:r>
            <a:endParaRPr lang="en-US" sz="1400" dirty="0"/>
          </a:p>
        </p:txBody>
      </p:sp>
      <p:sp>
        <p:nvSpPr>
          <p:cNvPr id="24" name="Text 21"/>
          <p:cNvSpPr/>
          <p:nvPr/>
        </p:nvSpPr>
        <p:spPr>
          <a:xfrm>
            <a:off x="9341548" y="4050464"/>
            <a:ext cx="5825868" cy="871895"/>
          </a:xfrm>
          <a:prstGeom prst="rect">
            <a:avLst/>
          </a:prstGeom>
          <a:noFill/>
          <a:ln/>
        </p:spPr>
        <p:txBody>
          <a:bodyPr wrap="squar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Rare but possible, especially if QR </a:t>
            </a:r>
          </a:p>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codes aren’t tested or printed correctly.</a:t>
            </a:r>
            <a:endParaRPr lang="en-US" sz="1400" dirty="0"/>
          </a:p>
        </p:txBody>
      </p:sp>
      <p:sp>
        <p:nvSpPr>
          <p:cNvPr id="25" name="Shape 22"/>
          <p:cNvSpPr/>
          <p:nvPr/>
        </p:nvSpPr>
        <p:spPr>
          <a:xfrm>
            <a:off x="4197106" y="5018139"/>
            <a:ext cx="9458326" cy="830621"/>
          </a:xfrm>
          <a:prstGeom prst="rect">
            <a:avLst/>
          </a:prstGeom>
          <a:solidFill>
            <a:srgbClr val="FFFFFF">
              <a:alpha val="4000"/>
            </a:srgbClr>
          </a:solidFill>
          <a:ln/>
        </p:spPr>
        <p:txBody>
          <a:bodyPr/>
          <a:lstStyle/>
          <a:p>
            <a:endParaRPr lang="en-CA"/>
          </a:p>
        </p:txBody>
      </p:sp>
      <p:sp>
        <p:nvSpPr>
          <p:cNvPr id="26" name="Text 23"/>
          <p:cNvSpPr/>
          <p:nvPr/>
        </p:nvSpPr>
        <p:spPr>
          <a:xfrm>
            <a:off x="4378675" y="4874926"/>
            <a:ext cx="159734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Limited student access</a:t>
            </a:r>
            <a:endParaRPr lang="en-US" sz="1400" dirty="0"/>
          </a:p>
        </p:txBody>
      </p:sp>
      <p:sp>
        <p:nvSpPr>
          <p:cNvPr id="27" name="Text 24"/>
          <p:cNvSpPr/>
          <p:nvPr/>
        </p:nvSpPr>
        <p:spPr>
          <a:xfrm>
            <a:off x="6554598" y="4874926"/>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Medium</a:t>
            </a:r>
            <a:endParaRPr lang="en-US" sz="1400" dirty="0"/>
          </a:p>
        </p:txBody>
      </p:sp>
      <p:sp>
        <p:nvSpPr>
          <p:cNvPr id="28" name="Text 25"/>
          <p:cNvSpPr/>
          <p:nvPr/>
        </p:nvSpPr>
        <p:spPr>
          <a:xfrm>
            <a:off x="7847973" y="4874926"/>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High</a:t>
            </a:r>
            <a:endParaRPr lang="en-US" sz="1400" dirty="0"/>
          </a:p>
        </p:txBody>
      </p:sp>
      <p:sp>
        <p:nvSpPr>
          <p:cNvPr id="29" name="Text 26"/>
          <p:cNvSpPr/>
          <p:nvPr/>
        </p:nvSpPr>
        <p:spPr>
          <a:xfrm>
            <a:off x="9341548" y="4874926"/>
            <a:ext cx="5825868" cy="871895"/>
          </a:xfrm>
          <a:prstGeom prst="rect">
            <a:avLst/>
          </a:prstGeom>
          <a:noFill/>
          <a:ln/>
        </p:spPr>
        <p:txBody>
          <a:bodyPr wrap="squar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Students may be unavailable during certain times, </a:t>
            </a:r>
          </a:p>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affecting sample size and representativeness.</a:t>
            </a:r>
            <a:endParaRPr lang="en-US" sz="1400" dirty="0"/>
          </a:p>
        </p:txBody>
      </p:sp>
      <p:sp>
        <p:nvSpPr>
          <p:cNvPr id="37" name="Shape 17">
            <a:extLst>
              <a:ext uri="{FF2B5EF4-FFF2-40B4-BE49-F238E27FC236}">
                <a16:creationId xmlns:a16="http://schemas.microsoft.com/office/drawing/2014/main" id="{49AF5B4F-53C3-419E-00BE-83AD3C0A26F6}"/>
              </a:ext>
            </a:extLst>
          </p:cNvPr>
          <p:cNvSpPr/>
          <p:nvPr/>
        </p:nvSpPr>
        <p:spPr>
          <a:xfrm>
            <a:off x="4197106" y="5601426"/>
            <a:ext cx="9458326" cy="778587"/>
          </a:xfrm>
          <a:prstGeom prst="rect">
            <a:avLst/>
          </a:prstGeom>
          <a:solidFill>
            <a:srgbClr val="000000">
              <a:alpha val="4000"/>
            </a:srgbClr>
          </a:solidFill>
          <a:ln/>
        </p:spPr>
        <p:txBody>
          <a:bodyPr/>
          <a:lstStyle/>
          <a:p>
            <a:endParaRPr lang="en-CA"/>
          </a:p>
        </p:txBody>
      </p:sp>
      <p:sp>
        <p:nvSpPr>
          <p:cNvPr id="38" name="Text 18">
            <a:extLst>
              <a:ext uri="{FF2B5EF4-FFF2-40B4-BE49-F238E27FC236}">
                <a16:creationId xmlns:a16="http://schemas.microsoft.com/office/drawing/2014/main" id="{D42EA34C-E603-1386-5FB1-5B3489E035E7}"/>
              </a:ext>
            </a:extLst>
          </p:cNvPr>
          <p:cNvSpPr/>
          <p:nvPr/>
        </p:nvSpPr>
        <p:spPr>
          <a:xfrm>
            <a:off x="4378675" y="5717987"/>
            <a:ext cx="1597343" cy="568415"/>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Data quality issues</a:t>
            </a:r>
            <a:endParaRPr lang="en-US" sz="1400" dirty="0"/>
          </a:p>
        </p:txBody>
      </p:sp>
      <p:sp>
        <p:nvSpPr>
          <p:cNvPr id="39" name="Text 19">
            <a:extLst>
              <a:ext uri="{FF2B5EF4-FFF2-40B4-BE49-F238E27FC236}">
                <a16:creationId xmlns:a16="http://schemas.microsoft.com/office/drawing/2014/main" id="{5F75EFAD-340F-2BAC-A4E4-CA25CF060DA6}"/>
              </a:ext>
            </a:extLst>
          </p:cNvPr>
          <p:cNvSpPr/>
          <p:nvPr/>
        </p:nvSpPr>
        <p:spPr>
          <a:xfrm>
            <a:off x="6554598" y="5717988"/>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Medium</a:t>
            </a:r>
            <a:endParaRPr lang="en-US" sz="1400" dirty="0"/>
          </a:p>
        </p:txBody>
      </p:sp>
      <p:sp>
        <p:nvSpPr>
          <p:cNvPr id="40" name="Text 20">
            <a:extLst>
              <a:ext uri="{FF2B5EF4-FFF2-40B4-BE49-F238E27FC236}">
                <a16:creationId xmlns:a16="http://schemas.microsoft.com/office/drawing/2014/main" id="{826C2747-8980-B688-17F9-C8EED319B21A}"/>
              </a:ext>
            </a:extLst>
          </p:cNvPr>
          <p:cNvSpPr/>
          <p:nvPr/>
        </p:nvSpPr>
        <p:spPr>
          <a:xfrm>
            <a:off x="7847973" y="5717988"/>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High</a:t>
            </a:r>
            <a:endParaRPr lang="en-US" sz="1400" dirty="0"/>
          </a:p>
        </p:txBody>
      </p:sp>
      <p:sp>
        <p:nvSpPr>
          <p:cNvPr id="41" name="Text 21">
            <a:extLst>
              <a:ext uri="{FF2B5EF4-FFF2-40B4-BE49-F238E27FC236}">
                <a16:creationId xmlns:a16="http://schemas.microsoft.com/office/drawing/2014/main" id="{F8752A70-4720-EFC4-92E2-917F6551BCA5}"/>
              </a:ext>
            </a:extLst>
          </p:cNvPr>
          <p:cNvSpPr/>
          <p:nvPr/>
        </p:nvSpPr>
        <p:spPr>
          <a:xfrm>
            <a:off x="9341547" y="5717988"/>
            <a:ext cx="5825867" cy="871895"/>
          </a:xfrm>
          <a:prstGeom prst="rect">
            <a:avLst/>
          </a:prstGeom>
          <a:noFill/>
          <a:ln/>
        </p:spPr>
        <p:txBody>
          <a:bodyPr wrap="squar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Incomplete or inconsistent data could </a:t>
            </a:r>
          </a:p>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undermine analysis results and insights.</a:t>
            </a:r>
            <a:endParaRPr lang="en-US" sz="1400" dirty="0"/>
          </a:p>
        </p:txBody>
      </p:sp>
      <p:sp>
        <p:nvSpPr>
          <p:cNvPr id="42" name="Shape 22">
            <a:extLst>
              <a:ext uri="{FF2B5EF4-FFF2-40B4-BE49-F238E27FC236}">
                <a16:creationId xmlns:a16="http://schemas.microsoft.com/office/drawing/2014/main" id="{7E14E611-50FD-2459-FDFB-FCAB27E76430}"/>
              </a:ext>
            </a:extLst>
          </p:cNvPr>
          <p:cNvSpPr/>
          <p:nvPr/>
        </p:nvSpPr>
        <p:spPr>
          <a:xfrm>
            <a:off x="4197106" y="6629651"/>
            <a:ext cx="9458326" cy="675309"/>
          </a:xfrm>
          <a:prstGeom prst="rect">
            <a:avLst/>
          </a:prstGeom>
          <a:solidFill>
            <a:srgbClr val="FFFFFF">
              <a:alpha val="4000"/>
            </a:srgbClr>
          </a:solidFill>
          <a:ln/>
        </p:spPr>
        <p:txBody>
          <a:bodyPr/>
          <a:lstStyle/>
          <a:p>
            <a:endParaRPr lang="en-CA"/>
          </a:p>
        </p:txBody>
      </p:sp>
      <p:sp>
        <p:nvSpPr>
          <p:cNvPr id="43" name="Text 23">
            <a:extLst>
              <a:ext uri="{FF2B5EF4-FFF2-40B4-BE49-F238E27FC236}">
                <a16:creationId xmlns:a16="http://schemas.microsoft.com/office/drawing/2014/main" id="{6928CC9F-545D-F94E-70A3-7D3E1E5B08EA}"/>
              </a:ext>
            </a:extLst>
          </p:cNvPr>
          <p:cNvSpPr/>
          <p:nvPr/>
        </p:nvSpPr>
        <p:spPr>
          <a:xfrm>
            <a:off x="4378675" y="6486437"/>
            <a:ext cx="159734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Delays in reporting</a:t>
            </a:r>
          </a:p>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 and presentation</a:t>
            </a:r>
            <a:endParaRPr lang="en-US" sz="1400" dirty="0"/>
          </a:p>
        </p:txBody>
      </p:sp>
      <p:sp>
        <p:nvSpPr>
          <p:cNvPr id="44" name="Text 24">
            <a:extLst>
              <a:ext uri="{FF2B5EF4-FFF2-40B4-BE49-F238E27FC236}">
                <a16:creationId xmlns:a16="http://schemas.microsoft.com/office/drawing/2014/main" id="{94F9B0DF-74AD-2A6B-3D4D-2D0AE10CA851}"/>
              </a:ext>
            </a:extLst>
          </p:cNvPr>
          <p:cNvSpPr/>
          <p:nvPr/>
        </p:nvSpPr>
        <p:spPr>
          <a:xfrm>
            <a:off x="6554598" y="6486437"/>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Medium</a:t>
            </a:r>
            <a:endParaRPr lang="en-US" sz="1400" dirty="0"/>
          </a:p>
        </p:txBody>
      </p:sp>
      <p:sp>
        <p:nvSpPr>
          <p:cNvPr id="45" name="Text 25">
            <a:extLst>
              <a:ext uri="{FF2B5EF4-FFF2-40B4-BE49-F238E27FC236}">
                <a16:creationId xmlns:a16="http://schemas.microsoft.com/office/drawing/2014/main" id="{FFC6239D-8D12-129E-49F4-58AFDB3DA99B}"/>
              </a:ext>
            </a:extLst>
          </p:cNvPr>
          <p:cNvSpPr/>
          <p:nvPr/>
        </p:nvSpPr>
        <p:spPr>
          <a:xfrm>
            <a:off x="7847973" y="6486437"/>
            <a:ext cx="1593533" cy="290632"/>
          </a:xfrm>
          <a:prstGeom prst="rect">
            <a:avLst/>
          </a:prstGeom>
          <a:noFill/>
          <a:ln/>
        </p:spPr>
        <p:txBody>
          <a:bodyPr wrap="non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Medium</a:t>
            </a:r>
            <a:endParaRPr lang="en-US" sz="1400" dirty="0"/>
          </a:p>
        </p:txBody>
      </p:sp>
      <p:sp>
        <p:nvSpPr>
          <p:cNvPr id="46" name="Text 26">
            <a:extLst>
              <a:ext uri="{FF2B5EF4-FFF2-40B4-BE49-F238E27FC236}">
                <a16:creationId xmlns:a16="http://schemas.microsoft.com/office/drawing/2014/main" id="{EF290A86-2F03-511B-F87F-EBE70B5E2F7D}"/>
              </a:ext>
            </a:extLst>
          </p:cNvPr>
          <p:cNvSpPr/>
          <p:nvPr/>
        </p:nvSpPr>
        <p:spPr>
          <a:xfrm>
            <a:off x="9341548" y="6486437"/>
            <a:ext cx="4313884" cy="871895"/>
          </a:xfrm>
          <a:prstGeom prst="rect">
            <a:avLst/>
          </a:prstGeom>
          <a:noFill/>
          <a:ln/>
        </p:spPr>
        <p:txBody>
          <a:bodyPr wrap="square" lIns="0" tIns="0" rIns="0" bIns="0" rtlCol="0" anchor="t"/>
          <a:lstStyle/>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Missed deadlines could affect stakeholder</a:t>
            </a:r>
          </a:p>
          <a:p>
            <a:pPr marL="0" indent="0">
              <a:lnSpc>
                <a:spcPts val="2250"/>
              </a:lnSpc>
              <a:buNone/>
            </a:pPr>
            <a:r>
              <a:rPr lang="en-US" sz="1400" dirty="0">
                <a:solidFill>
                  <a:srgbClr val="49495A"/>
                </a:solidFill>
                <a:latin typeface="Open Sans" pitchFamily="34" charset="0"/>
                <a:ea typeface="Open Sans" pitchFamily="34" charset="-122"/>
                <a:cs typeface="Open Sans" pitchFamily="34" charset="-120"/>
              </a:rPr>
              <a:t> trust and reduce the project’s impact.</a:t>
            </a:r>
            <a:endParaRPr lang="en-US" sz="1400" dirty="0"/>
          </a:p>
        </p:txBody>
      </p:sp>
      <p:sp>
        <p:nvSpPr>
          <p:cNvPr id="48" name="TextBox 47">
            <a:extLst>
              <a:ext uri="{FF2B5EF4-FFF2-40B4-BE49-F238E27FC236}">
                <a16:creationId xmlns:a16="http://schemas.microsoft.com/office/drawing/2014/main" id="{BDBFA7EE-D137-8221-DEB1-A87D3CA17400}"/>
              </a:ext>
            </a:extLst>
          </p:cNvPr>
          <p:cNvSpPr txBox="1"/>
          <p:nvPr/>
        </p:nvSpPr>
        <p:spPr>
          <a:xfrm>
            <a:off x="628925" y="1865133"/>
            <a:ext cx="2780661" cy="4486100"/>
          </a:xfrm>
          <a:prstGeom prst="rect">
            <a:avLst/>
          </a:prstGeom>
          <a:noFill/>
        </p:spPr>
        <p:txBody>
          <a:bodyPr wrap="square">
            <a:spAutoFit/>
          </a:bodyPr>
          <a:lstStyle/>
          <a:p>
            <a:pPr>
              <a:lnSpc>
                <a:spcPct val="150000"/>
              </a:lnSpc>
            </a:pPr>
            <a:r>
              <a:rPr lang="en-US" sz="1600" b="1" dirty="0"/>
              <a:t>Risk Identification</a:t>
            </a:r>
          </a:p>
          <a:p>
            <a:pPr>
              <a:lnSpc>
                <a:spcPct val="150000"/>
              </a:lnSpc>
              <a:buFont typeface="Arial" panose="020B0604020202020204" pitchFamily="34" charset="0"/>
              <a:buChar char="•"/>
            </a:pPr>
            <a:r>
              <a:rPr lang="en-US" sz="1600" b="1" dirty="0"/>
              <a:t>Survey Design</a:t>
            </a:r>
            <a:r>
              <a:rPr lang="en-US" sz="1600" dirty="0"/>
              <a:t>: Errors in question clarity or relevance; insufficient pilot testing.</a:t>
            </a:r>
          </a:p>
          <a:p>
            <a:pPr>
              <a:lnSpc>
                <a:spcPct val="150000"/>
              </a:lnSpc>
              <a:buFont typeface="Arial" panose="020B0604020202020204" pitchFamily="34" charset="0"/>
              <a:buChar char="•"/>
            </a:pPr>
            <a:r>
              <a:rPr lang="en-US" sz="1600" b="1" dirty="0"/>
              <a:t>Data Collection</a:t>
            </a:r>
            <a:r>
              <a:rPr lang="en-US" sz="1600" dirty="0"/>
              <a:t>: Low participation rates, QR code issues, limited access to participants.</a:t>
            </a:r>
          </a:p>
          <a:p>
            <a:pPr>
              <a:lnSpc>
                <a:spcPct val="150000"/>
              </a:lnSpc>
              <a:buFont typeface="Arial" panose="020B0604020202020204" pitchFamily="34" charset="0"/>
              <a:buChar char="•"/>
            </a:pPr>
            <a:r>
              <a:rPr lang="en-US" sz="1600" b="1" dirty="0"/>
              <a:t>Data Analysis</a:t>
            </a:r>
            <a:r>
              <a:rPr lang="en-US" sz="1600" dirty="0"/>
              <a:t>: Poor data quality, integration challenges.</a:t>
            </a:r>
          </a:p>
          <a:p>
            <a:pPr>
              <a:lnSpc>
                <a:spcPct val="150000"/>
              </a:lnSpc>
              <a:buFont typeface="Arial" panose="020B0604020202020204" pitchFamily="34" charset="0"/>
              <a:buChar char="•"/>
            </a:pPr>
            <a:r>
              <a:rPr lang="en-US" sz="1600" b="1" dirty="0"/>
              <a:t>Reporting and Presentation</a:t>
            </a:r>
            <a:r>
              <a:rPr lang="en-US" sz="1600" dirty="0"/>
              <a:t>: Delays in meeting deadlines.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AF8E0-A6E9-0152-B658-213FCE09C508}"/>
              </a:ext>
            </a:extLst>
          </p:cNvPr>
          <p:cNvSpPr>
            <a:spLocks noGrp="1"/>
          </p:cNvSpPr>
          <p:nvPr>
            <p:ph type="title"/>
          </p:nvPr>
        </p:nvSpPr>
        <p:spPr>
          <a:xfrm>
            <a:off x="1595719" y="1375694"/>
            <a:ext cx="10817217" cy="2882407"/>
          </a:xfrm>
        </p:spPr>
        <p:txBody>
          <a:bodyPr vert="horz" lIns="91440" tIns="45720" rIns="91440" bIns="45720" rtlCol="0" anchor="b">
            <a:normAutofit/>
          </a:bodyPr>
          <a:lstStyle/>
          <a:p>
            <a:pPr algn="l">
              <a:lnSpc>
                <a:spcPct val="90000"/>
              </a:lnSpc>
            </a:pPr>
            <a:r>
              <a:rPr lang="en-US" sz="6000" kern="1200" dirty="0">
                <a:solidFill>
                  <a:schemeClr val="tx1"/>
                </a:solidFill>
                <a:latin typeface="+mj-lt"/>
                <a:ea typeface="+mj-ea"/>
                <a:cs typeface="+mj-cs"/>
              </a:rPr>
              <a:t>PROJECT EXECUTION</a:t>
            </a:r>
          </a:p>
        </p:txBody>
      </p:sp>
      <p:sp>
        <p:nvSpPr>
          <p:cNvPr id="20" name="Rectangle 1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 y="5249464"/>
            <a:ext cx="14630407" cy="2980133"/>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768786" y="5249464"/>
            <a:ext cx="4861612" cy="298013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255314"/>
            <a:ext cx="14630380" cy="2344714"/>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5257112"/>
            <a:ext cx="14630399" cy="2423332"/>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131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433A64-79AB-1850-158A-93D9686F37DA}"/>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4630398" cy="189114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4627" cy="1890553"/>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4630401" cy="1889173"/>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0">
            <a:extLst>
              <a:ext uri="{FF2B5EF4-FFF2-40B4-BE49-F238E27FC236}">
                <a16:creationId xmlns:a16="http://schemas.microsoft.com/office/drawing/2014/main" id="{93634636-40DF-33C2-A047-B6A83D47FEFE}"/>
              </a:ext>
            </a:extLst>
          </p:cNvPr>
          <p:cNvSpPr/>
          <p:nvPr/>
        </p:nvSpPr>
        <p:spPr>
          <a:xfrm>
            <a:off x="839655" y="297645"/>
            <a:ext cx="8476465" cy="1391040"/>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CA" altLang="zh-CN" sz="4800" kern="1200" dirty="0">
                <a:solidFill>
                  <a:srgbClr val="FFFFFF"/>
                </a:solidFill>
                <a:latin typeface="+mj-lt"/>
                <a:ea typeface="+mj-ea"/>
                <a:cs typeface="+mj-cs"/>
              </a:rPr>
              <a:t>M</a:t>
            </a:r>
            <a:r>
              <a:rPr lang="en-US" altLang="zh-CN" sz="4800" kern="1200" dirty="0" err="1">
                <a:solidFill>
                  <a:srgbClr val="FFFFFF"/>
                </a:solidFill>
                <a:latin typeface="+mj-lt"/>
                <a:ea typeface="+mj-ea"/>
                <a:cs typeface="+mj-cs"/>
              </a:rPr>
              <a:t>anage</a:t>
            </a:r>
            <a:r>
              <a:rPr lang="en-US" altLang="zh-CN" sz="4800" kern="1200" dirty="0">
                <a:solidFill>
                  <a:srgbClr val="FFFFFF"/>
                </a:solidFill>
                <a:latin typeface="+mj-lt"/>
                <a:ea typeface="+mj-ea"/>
                <a:cs typeface="+mj-cs"/>
              </a:rPr>
              <a:t> Project Work</a:t>
            </a:r>
            <a:endParaRPr lang="en-US" sz="4800" kern="1200" dirty="0">
              <a:solidFill>
                <a:srgbClr val="FFFFFF"/>
              </a:solidFill>
              <a:latin typeface="+mj-lt"/>
              <a:ea typeface="+mj-ea"/>
              <a:cs typeface="+mj-cs"/>
            </a:endParaRPr>
          </a:p>
        </p:txBody>
      </p:sp>
      <p:graphicFrame>
        <p:nvGraphicFramePr>
          <p:cNvPr id="2" name="Table 1">
            <a:extLst>
              <a:ext uri="{FF2B5EF4-FFF2-40B4-BE49-F238E27FC236}">
                <a16:creationId xmlns:a16="http://schemas.microsoft.com/office/drawing/2014/main" id="{30486DC3-1308-D654-45E2-3870C7AE77AD}"/>
              </a:ext>
            </a:extLst>
          </p:cNvPr>
          <p:cNvGraphicFramePr>
            <a:graphicFrameLocks noGrp="1"/>
          </p:cNvGraphicFramePr>
          <p:nvPr>
            <p:extLst>
              <p:ext uri="{D42A27DB-BD31-4B8C-83A1-F6EECF244321}">
                <p14:modId xmlns:p14="http://schemas.microsoft.com/office/powerpoint/2010/main" val="1679683496"/>
              </p:ext>
            </p:extLst>
          </p:nvPr>
        </p:nvGraphicFramePr>
        <p:xfrm>
          <a:off x="518670" y="2393855"/>
          <a:ext cx="13593060" cy="5171713"/>
        </p:xfrm>
        <a:graphic>
          <a:graphicData uri="http://schemas.openxmlformats.org/drawingml/2006/table">
            <a:tbl>
              <a:tblPr firstRow="1" firstCol="1" bandRow="1">
                <a:tableStyleId>{5C22544A-7EE6-4342-B048-85BDC9FD1C3A}</a:tableStyleId>
              </a:tblPr>
              <a:tblGrid>
                <a:gridCol w="2445194">
                  <a:extLst>
                    <a:ext uri="{9D8B030D-6E8A-4147-A177-3AD203B41FA5}">
                      <a16:colId xmlns:a16="http://schemas.microsoft.com/office/drawing/2014/main" val="498309230"/>
                    </a:ext>
                  </a:extLst>
                </a:gridCol>
                <a:gridCol w="2475675">
                  <a:extLst>
                    <a:ext uri="{9D8B030D-6E8A-4147-A177-3AD203B41FA5}">
                      <a16:colId xmlns:a16="http://schemas.microsoft.com/office/drawing/2014/main" val="229540972"/>
                    </a:ext>
                  </a:extLst>
                </a:gridCol>
                <a:gridCol w="2518857">
                  <a:extLst>
                    <a:ext uri="{9D8B030D-6E8A-4147-A177-3AD203B41FA5}">
                      <a16:colId xmlns:a16="http://schemas.microsoft.com/office/drawing/2014/main" val="2418136753"/>
                    </a:ext>
                  </a:extLst>
                </a:gridCol>
                <a:gridCol w="1454567">
                  <a:extLst>
                    <a:ext uri="{9D8B030D-6E8A-4147-A177-3AD203B41FA5}">
                      <a16:colId xmlns:a16="http://schemas.microsoft.com/office/drawing/2014/main" val="1851299371"/>
                    </a:ext>
                  </a:extLst>
                </a:gridCol>
                <a:gridCol w="1147219">
                  <a:extLst>
                    <a:ext uri="{9D8B030D-6E8A-4147-A177-3AD203B41FA5}">
                      <a16:colId xmlns:a16="http://schemas.microsoft.com/office/drawing/2014/main" val="4078089015"/>
                    </a:ext>
                  </a:extLst>
                </a:gridCol>
                <a:gridCol w="3551548">
                  <a:extLst>
                    <a:ext uri="{9D8B030D-6E8A-4147-A177-3AD203B41FA5}">
                      <a16:colId xmlns:a16="http://schemas.microsoft.com/office/drawing/2014/main" val="4100275431"/>
                    </a:ext>
                  </a:extLst>
                </a:gridCol>
              </a:tblGrid>
              <a:tr h="423535">
                <a:tc>
                  <a:txBody>
                    <a:bodyPr/>
                    <a:lstStyle/>
                    <a:p>
                      <a:pPr algn="ctr">
                        <a:lnSpc>
                          <a:spcPct val="115000"/>
                        </a:lnSpc>
                        <a:spcBef>
                          <a:spcPts val="600"/>
                        </a:spcBef>
                        <a:spcAft>
                          <a:spcPts val="600"/>
                        </a:spcAft>
                      </a:pPr>
                      <a:r>
                        <a:rPr lang="en-US" sz="1600" b="1" kern="100">
                          <a:solidFill>
                            <a:schemeClr val="tx1"/>
                          </a:solidFill>
                          <a:effectLst/>
                        </a:rPr>
                        <a:t>Task</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Assigned To</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Start Date</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Due Date</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Status</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Notes/Issues</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a:noFill/>
                    </a:lnT>
                    <a:lnB w="19050">
                      <a:solidFill>
                        <a:schemeClr val="accent1"/>
                      </a:solidFill>
                    </a:lnB>
                    <a:noFill/>
                  </a:tcPr>
                </a:tc>
                <a:extLst>
                  <a:ext uri="{0D108BD9-81ED-4DB2-BD59-A6C34878D82A}">
                    <a16:rowId xmlns:a16="http://schemas.microsoft.com/office/drawing/2014/main" val="1363176529"/>
                  </a:ext>
                </a:extLst>
              </a:tr>
              <a:tr h="791363">
                <a:tc>
                  <a:txBody>
                    <a:bodyPr/>
                    <a:lstStyle/>
                    <a:p>
                      <a:pPr>
                        <a:lnSpc>
                          <a:spcPct val="115000"/>
                        </a:lnSpc>
                        <a:spcBef>
                          <a:spcPts val="600"/>
                        </a:spcBef>
                        <a:spcAft>
                          <a:spcPts val="600"/>
                        </a:spcAft>
                      </a:pPr>
                      <a:r>
                        <a:rPr lang="en-US" sz="1600" kern="100">
                          <a:solidFill>
                            <a:schemeClr val="tx1"/>
                          </a:solidFill>
                          <a:effectLst/>
                        </a:rPr>
                        <a:t>Monitor team task performance</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 Keying Wang</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September 13, 2024</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November 19, 2024</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Completed</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Weekly updates provided in team meetings</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19050">
                      <a:solidFill>
                        <a:schemeClr val="accent1"/>
                      </a:solidFill>
                    </a:lnT>
                    <a:lnB w="3175">
                      <a:solidFill>
                        <a:schemeClr val="tx1"/>
                      </a:solidFill>
                    </a:lnB>
                    <a:noFill/>
                  </a:tcPr>
                </a:tc>
                <a:extLst>
                  <a:ext uri="{0D108BD9-81ED-4DB2-BD59-A6C34878D82A}">
                    <a16:rowId xmlns:a16="http://schemas.microsoft.com/office/drawing/2014/main" val="2589821807"/>
                  </a:ext>
                </a:extLst>
              </a:tr>
              <a:tr h="791363">
                <a:tc>
                  <a:txBody>
                    <a:bodyPr/>
                    <a:lstStyle/>
                    <a:p>
                      <a:pPr>
                        <a:lnSpc>
                          <a:spcPct val="115000"/>
                        </a:lnSpc>
                        <a:spcBef>
                          <a:spcPts val="600"/>
                        </a:spcBef>
                        <a:spcAft>
                          <a:spcPts val="600"/>
                        </a:spcAft>
                      </a:pPr>
                      <a:r>
                        <a:rPr lang="en-US" sz="1600" kern="100">
                          <a:solidFill>
                            <a:schemeClr val="tx1"/>
                          </a:solidFill>
                          <a:effectLst/>
                        </a:rPr>
                        <a:t>Allocate tools and materials</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Devansh Sharma, Keying Wang</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September 13, 2024</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November 19, 2024</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Completed</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Tools allocated (Google Forms, Tableau, etc.)</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416251513"/>
                  </a:ext>
                </a:extLst>
              </a:tr>
              <a:tr h="791363">
                <a:tc>
                  <a:txBody>
                    <a:bodyPr/>
                    <a:lstStyle/>
                    <a:p>
                      <a:pPr>
                        <a:lnSpc>
                          <a:spcPct val="115000"/>
                        </a:lnSpc>
                        <a:spcBef>
                          <a:spcPts val="600"/>
                        </a:spcBef>
                        <a:spcAft>
                          <a:spcPts val="600"/>
                        </a:spcAft>
                      </a:pPr>
                      <a:r>
                        <a:rPr lang="en-US" sz="1600" kern="100">
                          <a:solidFill>
                            <a:schemeClr val="tx1"/>
                          </a:solidFill>
                          <a:effectLst/>
                        </a:rPr>
                        <a:t>Conduct data validation</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Gaurav Singh, Ramandeep Singh</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September 28, 2024</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October 10, 2024</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Completed</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Daily checks during data collection phase</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3425250397"/>
                  </a:ext>
                </a:extLst>
              </a:tr>
              <a:tr h="791363">
                <a:tc>
                  <a:txBody>
                    <a:bodyPr/>
                    <a:lstStyle/>
                    <a:p>
                      <a:pPr>
                        <a:lnSpc>
                          <a:spcPct val="115000"/>
                        </a:lnSpc>
                        <a:spcBef>
                          <a:spcPts val="600"/>
                        </a:spcBef>
                        <a:spcAft>
                          <a:spcPts val="600"/>
                        </a:spcAft>
                      </a:pPr>
                      <a:r>
                        <a:rPr lang="en-US" sz="1600" kern="100">
                          <a:solidFill>
                            <a:schemeClr val="tx1"/>
                          </a:solidFill>
                          <a:effectLst/>
                        </a:rPr>
                        <a:t>Conduct quality assurance activities</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Tran Bao Diem Phuong, Keying Wang</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September 28, 2024</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dirty="0">
                          <a:solidFill>
                            <a:schemeClr val="tx1"/>
                          </a:solidFill>
                          <a:effectLst/>
                        </a:rPr>
                        <a:t>November 19, 2024</a:t>
                      </a:r>
                      <a:endParaRPr lang="en-CA" sz="1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dirty="0">
                          <a:solidFill>
                            <a:schemeClr val="tx1"/>
                          </a:solidFill>
                          <a:effectLst/>
                        </a:rPr>
                        <a:t>Completed</a:t>
                      </a:r>
                      <a:endParaRPr lang="en-CA" sz="1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dirty="0">
                          <a:solidFill>
                            <a:schemeClr val="tx1"/>
                          </a:solidFill>
                          <a:effectLst/>
                        </a:rPr>
                        <a:t>Weekly reviews of data collection and analysis methods</a:t>
                      </a:r>
                      <a:endParaRPr lang="en-CA" sz="1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3598948782"/>
                  </a:ext>
                </a:extLst>
              </a:tr>
              <a:tr h="791363">
                <a:tc>
                  <a:txBody>
                    <a:bodyPr/>
                    <a:lstStyle/>
                    <a:p>
                      <a:pPr>
                        <a:lnSpc>
                          <a:spcPct val="115000"/>
                        </a:lnSpc>
                        <a:spcBef>
                          <a:spcPts val="600"/>
                        </a:spcBef>
                        <a:spcAft>
                          <a:spcPts val="600"/>
                        </a:spcAft>
                      </a:pPr>
                      <a:r>
                        <a:rPr lang="en-US" sz="1600" kern="100">
                          <a:solidFill>
                            <a:schemeClr val="tx1"/>
                          </a:solidFill>
                          <a:effectLst/>
                        </a:rPr>
                        <a:t>Resolve resource-related conflicts</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Keying Wang</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dirty="0">
                          <a:solidFill>
                            <a:schemeClr val="tx1"/>
                          </a:solidFill>
                          <a:effectLst/>
                        </a:rPr>
                        <a:t>As Needed</a:t>
                      </a:r>
                      <a:endParaRPr lang="en-CA" sz="1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a:solidFill>
                        <a:schemeClr val="tx1"/>
                      </a:solidFill>
                    </a:lnT>
                    <a:lnB w="3175">
                      <a:solidFill>
                        <a:schemeClr val="tx1"/>
                      </a:solidFill>
                    </a:lnB>
                    <a:noFill/>
                  </a:tcPr>
                </a:tc>
                <a:tc>
                  <a:txBody>
                    <a:bodyPr/>
                    <a:lstStyle/>
                    <a:p>
                      <a:pPr marL="0" algn="l" defTabSz="914400" rtl="0" eaLnBrk="1" latinLnBrk="0" hangingPunct="1">
                        <a:lnSpc>
                          <a:spcPct val="115000"/>
                        </a:lnSpc>
                        <a:spcBef>
                          <a:spcPts val="600"/>
                        </a:spcBef>
                        <a:spcAft>
                          <a:spcPts val="600"/>
                        </a:spcAft>
                      </a:pPr>
                      <a:r>
                        <a:rPr lang="en-US" sz="1600" kern="100" dirty="0">
                          <a:solidFill>
                            <a:schemeClr val="tx1"/>
                          </a:solidFill>
                          <a:effectLst/>
                          <a:latin typeface="+mn-lt"/>
                          <a:ea typeface="+mn-ea"/>
                          <a:cs typeface="+mn-cs"/>
                        </a:rPr>
                        <a:t>As Needed</a:t>
                      </a:r>
                      <a:endParaRPr lang="en-CA" sz="1600" kern="100" dirty="0">
                        <a:solidFill>
                          <a:schemeClr val="tx1"/>
                        </a:solidFill>
                        <a:effectLst/>
                        <a:latin typeface="+mn-lt"/>
                        <a:ea typeface="+mn-ea"/>
                        <a:cs typeface="+mn-cs"/>
                      </a:endParaRPr>
                    </a:p>
                  </a:txBody>
                  <a:tcPr marL="9459" marR="9459" marT="0" marB="0" anchor="ctr">
                    <a:lnL>
                      <a:noFill/>
                    </a:lnL>
                    <a:lnR>
                      <a:noFill/>
                    </a:lnR>
                    <a:lnT w="3175">
                      <a:solidFill>
                        <a:schemeClr val="tx1"/>
                      </a:solidFill>
                    </a:lnT>
                    <a:lnB w="3175">
                      <a:solidFill>
                        <a:schemeClr val="tx1"/>
                      </a:solidFill>
                    </a:lnB>
                    <a:noFill/>
                  </a:tcPr>
                </a:tc>
                <a:tc>
                  <a:txBody>
                    <a:bodyPr/>
                    <a:lstStyle/>
                    <a:p>
                      <a:pPr marL="0" algn="l" defTabSz="914400" rtl="0" eaLnBrk="1" latinLnBrk="0" hangingPunct="1">
                        <a:lnSpc>
                          <a:spcPct val="115000"/>
                        </a:lnSpc>
                        <a:spcBef>
                          <a:spcPts val="600"/>
                        </a:spcBef>
                        <a:spcAft>
                          <a:spcPts val="600"/>
                        </a:spcAft>
                      </a:pPr>
                      <a:r>
                        <a:rPr lang="en-US" sz="1600" kern="100" dirty="0">
                          <a:solidFill>
                            <a:schemeClr val="tx1"/>
                          </a:solidFill>
                          <a:effectLst/>
                          <a:latin typeface="+mn-lt"/>
                          <a:ea typeface="+mn-ea"/>
                          <a:cs typeface="+mn-cs"/>
                        </a:rPr>
                        <a:t>Resolved</a:t>
                      </a:r>
                      <a:endParaRPr lang="en-CA" sz="1600" kern="100" dirty="0">
                        <a:solidFill>
                          <a:schemeClr val="tx1"/>
                        </a:solidFill>
                        <a:effectLst/>
                        <a:latin typeface="+mn-lt"/>
                        <a:ea typeface="+mn-ea"/>
                        <a:cs typeface="+mn-cs"/>
                      </a:endParaRPr>
                    </a:p>
                  </a:txBody>
                  <a:tcPr marL="12612" marR="12612" marT="6306" marB="6306">
                    <a:lnL>
                      <a:noFill/>
                    </a:lnL>
                    <a:lnR>
                      <a:noFill/>
                    </a:lnR>
                    <a:lnT w="3175">
                      <a:solidFill>
                        <a:schemeClr val="tx1"/>
                      </a:solidFill>
                    </a:lnT>
                    <a:lnB w="3175">
                      <a:solidFill>
                        <a:schemeClr val="tx1"/>
                      </a:solidFill>
                    </a:lnB>
                    <a:noFill/>
                  </a:tcPr>
                </a:tc>
                <a:tc>
                  <a:txBody>
                    <a:bodyPr/>
                    <a:lstStyle/>
                    <a:p>
                      <a:r>
                        <a:rPr lang="en-US" sz="1600" kern="100" dirty="0">
                          <a:solidFill>
                            <a:schemeClr val="tx1"/>
                          </a:solidFill>
                          <a:effectLst/>
                          <a:latin typeface="+mn-lt"/>
                          <a:ea typeface="+mn-ea"/>
                          <a:cs typeface="+mn-cs"/>
                        </a:rPr>
                        <a:t>Conflicts documented and resolved as necessary</a:t>
                      </a:r>
                      <a:endParaRPr lang="en-CA" sz="1600" kern="100" dirty="0">
                        <a:solidFill>
                          <a:schemeClr val="tx1"/>
                        </a:solidFill>
                        <a:effectLst/>
                        <a:latin typeface="+mn-lt"/>
                        <a:ea typeface="+mn-ea"/>
                        <a:cs typeface="+mn-cs"/>
                      </a:endParaRPr>
                    </a:p>
                  </a:txBody>
                  <a:tcPr marL="12612" marR="12612" marT="6306" marB="6306">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762351072"/>
                  </a:ext>
                </a:extLst>
              </a:tr>
              <a:tr h="791363">
                <a:tc>
                  <a:txBody>
                    <a:bodyPr/>
                    <a:lstStyle/>
                    <a:p>
                      <a:pPr>
                        <a:lnSpc>
                          <a:spcPct val="115000"/>
                        </a:lnSpc>
                        <a:spcBef>
                          <a:spcPts val="600"/>
                        </a:spcBef>
                        <a:spcAft>
                          <a:spcPts val="600"/>
                        </a:spcAft>
                      </a:pPr>
                      <a:r>
                        <a:rPr lang="en-US" sz="1600" kern="100">
                          <a:solidFill>
                            <a:schemeClr val="tx1"/>
                          </a:solidFill>
                          <a:effectLst/>
                        </a:rPr>
                        <a:t>Final progress reporting</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cap="flat" cmpd="sng" algn="ctr">
                      <a:solidFill>
                        <a:schemeClr val="tx1"/>
                      </a:solidFill>
                      <a:prstDash val="solid"/>
                      <a:round/>
                      <a:headEnd type="none" w="med" len="med"/>
                      <a:tailEnd type="none" w="med" len="med"/>
                    </a:lnT>
                    <a:lnB w="12700">
                      <a:solidFill>
                        <a:schemeClr val="accent1"/>
                      </a:solidFill>
                    </a:lnB>
                    <a:noFill/>
                  </a:tcPr>
                </a:tc>
                <a:tc>
                  <a:txBody>
                    <a:bodyPr/>
                    <a:lstStyle/>
                    <a:p>
                      <a:pPr>
                        <a:lnSpc>
                          <a:spcPct val="115000"/>
                        </a:lnSpc>
                        <a:spcBef>
                          <a:spcPts val="600"/>
                        </a:spcBef>
                        <a:spcAft>
                          <a:spcPts val="600"/>
                        </a:spcAft>
                      </a:pPr>
                      <a:r>
                        <a:rPr lang="en-US" sz="1600" kern="100">
                          <a:solidFill>
                            <a:schemeClr val="tx1"/>
                          </a:solidFill>
                          <a:effectLst/>
                        </a:rPr>
                        <a:t>Keying Wang, Tran Bao Diem Phuong</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cap="flat" cmpd="sng" algn="ctr">
                      <a:solidFill>
                        <a:schemeClr val="tx1"/>
                      </a:solidFill>
                      <a:prstDash val="solid"/>
                      <a:round/>
                      <a:headEnd type="none" w="med" len="med"/>
                      <a:tailEnd type="none" w="med" len="med"/>
                    </a:lnT>
                    <a:lnB w="12700">
                      <a:solidFill>
                        <a:schemeClr val="accent1"/>
                      </a:solidFill>
                    </a:lnB>
                    <a:noFill/>
                  </a:tcPr>
                </a:tc>
                <a:tc>
                  <a:txBody>
                    <a:bodyPr/>
                    <a:lstStyle/>
                    <a:p>
                      <a:pPr>
                        <a:lnSpc>
                          <a:spcPct val="115000"/>
                        </a:lnSpc>
                        <a:spcBef>
                          <a:spcPts val="600"/>
                        </a:spcBef>
                        <a:spcAft>
                          <a:spcPts val="600"/>
                        </a:spcAft>
                      </a:pPr>
                      <a:r>
                        <a:rPr lang="en-US" sz="1600" kern="100">
                          <a:solidFill>
                            <a:schemeClr val="tx1"/>
                          </a:solidFill>
                          <a:effectLst/>
                        </a:rPr>
                        <a:t>November 11, 2024</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cap="flat" cmpd="sng" algn="ctr">
                      <a:solidFill>
                        <a:schemeClr val="tx1"/>
                      </a:solidFill>
                      <a:prstDash val="solid"/>
                      <a:round/>
                      <a:headEnd type="none" w="med" len="med"/>
                      <a:tailEnd type="none" w="med" len="med"/>
                    </a:lnT>
                    <a:lnB w="12700">
                      <a:solidFill>
                        <a:schemeClr val="accent1"/>
                      </a:solidFill>
                    </a:lnB>
                    <a:noFill/>
                  </a:tcPr>
                </a:tc>
                <a:tc>
                  <a:txBody>
                    <a:bodyPr/>
                    <a:lstStyle/>
                    <a:p>
                      <a:pPr>
                        <a:lnSpc>
                          <a:spcPct val="115000"/>
                        </a:lnSpc>
                        <a:spcBef>
                          <a:spcPts val="600"/>
                        </a:spcBef>
                        <a:spcAft>
                          <a:spcPts val="600"/>
                        </a:spcAft>
                      </a:pPr>
                      <a:r>
                        <a:rPr lang="en-US" sz="1600" kern="100">
                          <a:solidFill>
                            <a:schemeClr val="tx1"/>
                          </a:solidFill>
                          <a:effectLst/>
                        </a:rPr>
                        <a:t>November 18, 2024</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cap="flat" cmpd="sng" algn="ctr">
                      <a:solidFill>
                        <a:schemeClr val="tx1"/>
                      </a:solidFill>
                      <a:prstDash val="solid"/>
                      <a:round/>
                      <a:headEnd type="none" w="med" len="med"/>
                      <a:tailEnd type="none" w="med" len="med"/>
                    </a:lnT>
                    <a:lnB w="12700">
                      <a:solidFill>
                        <a:schemeClr val="accent1"/>
                      </a:solidFill>
                    </a:lnB>
                    <a:noFill/>
                  </a:tcPr>
                </a:tc>
                <a:tc>
                  <a:txBody>
                    <a:bodyPr/>
                    <a:lstStyle/>
                    <a:p>
                      <a:pPr>
                        <a:lnSpc>
                          <a:spcPct val="115000"/>
                        </a:lnSpc>
                        <a:spcBef>
                          <a:spcPts val="600"/>
                        </a:spcBef>
                        <a:spcAft>
                          <a:spcPts val="600"/>
                        </a:spcAft>
                      </a:pPr>
                      <a:r>
                        <a:rPr lang="en-US" sz="1600" kern="100">
                          <a:solidFill>
                            <a:schemeClr val="tx1"/>
                          </a:solidFill>
                          <a:effectLst/>
                        </a:rPr>
                        <a:t>Completed</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cap="flat" cmpd="sng" algn="ctr">
                      <a:solidFill>
                        <a:schemeClr val="tx1"/>
                      </a:solidFill>
                      <a:prstDash val="solid"/>
                      <a:round/>
                      <a:headEnd type="none" w="med" len="med"/>
                      <a:tailEnd type="none" w="med" len="med"/>
                    </a:lnT>
                    <a:lnB w="12700">
                      <a:solidFill>
                        <a:schemeClr val="accent1"/>
                      </a:solidFill>
                    </a:lnB>
                    <a:noFill/>
                  </a:tcPr>
                </a:tc>
                <a:tc>
                  <a:txBody>
                    <a:bodyPr/>
                    <a:lstStyle/>
                    <a:p>
                      <a:pPr>
                        <a:lnSpc>
                          <a:spcPct val="115000"/>
                        </a:lnSpc>
                        <a:spcBef>
                          <a:spcPts val="600"/>
                        </a:spcBef>
                        <a:spcAft>
                          <a:spcPts val="600"/>
                        </a:spcAft>
                      </a:pPr>
                      <a:r>
                        <a:rPr lang="en-US" sz="1600" kern="100" dirty="0">
                          <a:solidFill>
                            <a:schemeClr val="tx1"/>
                          </a:solidFill>
                          <a:effectLst/>
                        </a:rPr>
                        <a:t>Final report sent to Professor Pratik Bedi</a:t>
                      </a:r>
                      <a:endParaRPr lang="en-CA" sz="1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459" marR="9459" marT="0" marB="0" anchor="ctr">
                    <a:lnL>
                      <a:noFill/>
                    </a:lnL>
                    <a:lnR>
                      <a:noFill/>
                    </a:lnR>
                    <a:lnT w="3175" cap="flat" cmpd="sng" algn="ctr">
                      <a:solidFill>
                        <a:schemeClr val="tx1"/>
                      </a:solidFill>
                      <a:prstDash val="solid"/>
                      <a:round/>
                      <a:headEnd type="none" w="med" len="med"/>
                      <a:tailEnd type="none" w="med" len="med"/>
                    </a:lnT>
                    <a:lnB w="12700">
                      <a:solidFill>
                        <a:schemeClr val="accent1"/>
                      </a:solidFill>
                    </a:lnB>
                    <a:noFill/>
                  </a:tcPr>
                </a:tc>
                <a:extLst>
                  <a:ext uri="{0D108BD9-81ED-4DB2-BD59-A6C34878D82A}">
                    <a16:rowId xmlns:a16="http://schemas.microsoft.com/office/drawing/2014/main" val="2215208443"/>
                  </a:ext>
                </a:extLst>
              </a:tr>
            </a:tbl>
          </a:graphicData>
        </a:graphic>
      </p:graphicFrame>
    </p:spTree>
    <p:extLst>
      <p:ext uri="{BB962C8B-B14F-4D97-AF65-F5344CB8AC3E}">
        <p14:creationId xmlns:p14="http://schemas.microsoft.com/office/powerpoint/2010/main" val="1398981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754023" y="1337805"/>
            <a:ext cx="5386388" cy="578393"/>
          </a:xfrm>
          <a:prstGeom prst="rect">
            <a:avLst/>
          </a:prstGeom>
          <a:noFill/>
          <a:ln/>
        </p:spPr>
        <p:txBody>
          <a:bodyPr wrap="none" lIns="0" tIns="0" rIns="0" bIns="0" rtlCol="0" anchor="t"/>
          <a:lstStyle/>
          <a:p>
            <a:pPr marL="0" indent="0">
              <a:lnSpc>
                <a:spcPts val="5300"/>
              </a:lnSpc>
              <a:buNone/>
            </a:pPr>
            <a:r>
              <a:rPr lang="en-US" sz="2800" dirty="0">
                <a:latin typeface="Libre Baskerville" pitchFamily="34" charset="0"/>
                <a:ea typeface="Libre Baskerville" pitchFamily="34" charset="-122"/>
                <a:cs typeface="Libre Baskerville" pitchFamily="34" charset="-120"/>
              </a:rPr>
              <a:t>Survey Design</a:t>
            </a:r>
            <a:endParaRPr lang="en-US" sz="2800" dirty="0"/>
          </a:p>
        </p:txBody>
      </p:sp>
      <p:sp>
        <p:nvSpPr>
          <p:cNvPr id="4" name="Shape 1"/>
          <p:cNvSpPr/>
          <p:nvPr/>
        </p:nvSpPr>
        <p:spPr>
          <a:xfrm>
            <a:off x="754023" y="2359237"/>
            <a:ext cx="484703" cy="484703"/>
          </a:xfrm>
          <a:prstGeom prst="roundRect">
            <a:avLst>
              <a:gd name="adj" fmla="val 6668"/>
            </a:avLst>
          </a:prstGeom>
          <a:solidFill>
            <a:srgbClr val="EAE8F3"/>
          </a:solidFill>
          <a:ln/>
        </p:spPr>
        <p:txBody>
          <a:bodyPr/>
          <a:lstStyle/>
          <a:p>
            <a:endParaRPr lang="en-CA"/>
          </a:p>
        </p:txBody>
      </p:sp>
      <p:sp>
        <p:nvSpPr>
          <p:cNvPr id="5" name="Text 2"/>
          <p:cNvSpPr/>
          <p:nvPr/>
        </p:nvSpPr>
        <p:spPr>
          <a:xfrm>
            <a:off x="924282" y="2439962"/>
            <a:ext cx="144185" cy="323136"/>
          </a:xfrm>
          <a:prstGeom prst="rect">
            <a:avLst/>
          </a:prstGeom>
          <a:noFill/>
          <a:ln/>
        </p:spPr>
        <p:txBody>
          <a:bodyPr wrap="none" lIns="0" tIns="0" rIns="0" bIns="0" rtlCol="0" anchor="t"/>
          <a:lstStyle/>
          <a:p>
            <a:pPr marL="0" indent="0" algn="ctr">
              <a:lnSpc>
                <a:spcPts val="2500"/>
              </a:lnSpc>
              <a:buNone/>
            </a:pPr>
            <a:r>
              <a:rPr lang="en-US" sz="2500" dirty="0">
                <a:solidFill>
                  <a:srgbClr val="49495A"/>
                </a:solidFill>
                <a:latin typeface="Libre Baskerville" pitchFamily="34" charset="0"/>
                <a:ea typeface="Libre Baskerville" pitchFamily="34" charset="-122"/>
                <a:cs typeface="Libre Baskerville" pitchFamily="34" charset="-120"/>
              </a:rPr>
              <a:t>1</a:t>
            </a:r>
            <a:endParaRPr lang="en-US" sz="2500" dirty="0"/>
          </a:p>
        </p:txBody>
      </p:sp>
      <p:sp>
        <p:nvSpPr>
          <p:cNvPr id="6" name="Text 3"/>
          <p:cNvSpPr/>
          <p:nvPr/>
        </p:nvSpPr>
        <p:spPr>
          <a:xfrm>
            <a:off x="1454110" y="2359237"/>
            <a:ext cx="3128129" cy="336590"/>
          </a:xfrm>
          <a:prstGeom prst="rect">
            <a:avLst/>
          </a:prstGeom>
          <a:noFill/>
          <a:ln/>
        </p:spPr>
        <p:txBody>
          <a:bodyPr wrap="none" lIns="0" tIns="0" rIns="0" bIns="0" rtlCol="0" anchor="t"/>
          <a:lstStyle/>
          <a:p>
            <a:pPr marL="0" indent="0">
              <a:lnSpc>
                <a:spcPts val="2650"/>
              </a:lnSpc>
              <a:buNone/>
            </a:pPr>
            <a:r>
              <a:rPr lang="en-US" sz="2100" dirty="0">
                <a:solidFill>
                  <a:srgbClr val="49495A"/>
                </a:solidFill>
                <a:latin typeface="Libre Baskerville" pitchFamily="34" charset="0"/>
                <a:ea typeface="Libre Baskerville" pitchFamily="34" charset="-122"/>
                <a:cs typeface="Libre Baskerville" pitchFamily="34" charset="-120"/>
              </a:rPr>
              <a:t>Student Questionnaire</a:t>
            </a:r>
            <a:endParaRPr lang="en-US" sz="2100" dirty="0"/>
          </a:p>
        </p:txBody>
      </p:sp>
      <p:sp>
        <p:nvSpPr>
          <p:cNvPr id="7" name="Text 4"/>
          <p:cNvSpPr/>
          <p:nvPr/>
        </p:nvSpPr>
        <p:spPr>
          <a:xfrm>
            <a:off x="1454110" y="2825010"/>
            <a:ext cx="5112387" cy="689610"/>
          </a:xfrm>
          <a:prstGeom prst="rect">
            <a:avLst/>
          </a:prstGeom>
          <a:noFill/>
          <a:ln/>
        </p:spPr>
        <p:txBody>
          <a:bodyPr wrap="square" lIns="0" tIns="0" rIns="0" bIns="0" rtlCol="0" anchor="t"/>
          <a:lstStyle/>
          <a:p>
            <a:pPr marL="0" indent="0">
              <a:lnSpc>
                <a:spcPts val="2700"/>
              </a:lnSpc>
              <a:buNone/>
            </a:pPr>
            <a:r>
              <a:rPr lang="en-US" sz="1650" dirty="0">
                <a:solidFill>
                  <a:srgbClr val="49495A"/>
                </a:solidFill>
                <a:latin typeface="Open Sans" pitchFamily="34" charset="0"/>
                <a:ea typeface="Open Sans" pitchFamily="34" charset="-122"/>
                <a:cs typeface="Open Sans" pitchFamily="34" charset="-120"/>
              </a:rPr>
              <a:t>Assess learning experiences, engagement levels, and preferences for online vs. offline education.</a:t>
            </a:r>
            <a:endParaRPr lang="en-US" sz="1650" dirty="0"/>
          </a:p>
        </p:txBody>
      </p:sp>
      <p:sp>
        <p:nvSpPr>
          <p:cNvPr id="8" name="Shape 5"/>
          <p:cNvSpPr/>
          <p:nvPr/>
        </p:nvSpPr>
        <p:spPr>
          <a:xfrm>
            <a:off x="753904" y="3804001"/>
            <a:ext cx="484703" cy="484703"/>
          </a:xfrm>
          <a:prstGeom prst="roundRect">
            <a:avLst>
              <a:gd name="adj" fmla="val 6668"/>
            </a:avLst>
          </a:prstGeom>
          <a:solidFill>
            <a:srgbClr val="EAE8F3"/>
          </a:solidFill>
          <a:ln/>
        </p:spPr>
        <p:txBody>
          <a:bodyPr/>
          <a:lstStyle/>
          <a:p>
            <a:endParaRPr lang="en-CA"/>
          </a:p>
        </p:txBody>
      </p:sp>
      <p:sp>
        <p:nvSpPr>
          <p:cNvPr id="9" name="Text 6"/>
          <p:cNvSpPr/>
          <p:nvPr/>
        </p:nvSpPr>
        <p:spPr>
          <a:xfrm>
            <a:off x="896660" y="3884726"/>
            <a:ext cx="199072" cy="323136"/>
          </a:xfrm>
          <a:prstGeom prst="rect">
            <a:avLst/>
          </a:prstGeom>
          <a:noFill/>
          <a:ln/>
        </p:spPr>
        <p:txBody>
          <a:bodyPr wrap="none" lIns="0" tIns="0" rIns="0" bIns="0" rtlCol="0" anchor="t"/>
          <a:lstStyle/>
          <a:p>
            <a:pPr marL="0" indent="0" algn="ctr">
              <a:lnSpc>
                <a:spcPts val="2500"/>
              </a:lnSpc>
              <a:buNone/>
            </a:pPr>
            <a:r>
              <a:rPr lang="en-US" sz="2500" dirty="0">
                <a:solidFill>
                  <a:srgbClr val="49495A"/>
                </a:solidFill>
                <a:latin typeface="Libre Baskerville" pitchFamily="34" charset="0"/>
                <a:ea typeface="Libre Baskerville" pitchFamily="34" charset="-122"/>
                <a:cs typeface="Libre Baskerville" pitchFamily="34" charset="-120"/>
              </a:rPr>
              <a:t>2</a:t>
            </a:r>
            <a:endParaRPr lang="en-US" sz="2500" dirty="0"/>
          </a:p>
        </p:txBody>
      </p:sp>
      <p:sp>
        <p:nvSpPr>
          <p:cNvPr id="10" name="Text 7"/>
          <p:cNvSpPr/>
          <p:nvPr/>
        </p:nvSpPr>
        <p:spPr>
          <a:xfrm>
            <a:off x="1453991" y="3804001"/>
            <a:ext cx="3486150" cy="336590"/>
          </a:xfrm>
          <a:prstGeom prst="rect">
            <a:avLst/>
          </a:prstGeom>
          <a:noFill/>
          <a:ln/>
        </p:spPr>
        <p:txBody>
          <a:bodyPr wrap="none" lIns="0" tIns="0" rIns="0" bIns="0" rtlCol="0" anchor="t"/>
          <a:lstStyle/>
          <a:p>
            <a:pPr marL="0" indent="0">
              <a:lnSpc>
                <a:spcPts val="2650"/>
              </a:lnSpc>
              <a:buNone/>
            </a:pPr>
            <a:r>
              <a:rPr lang="en-US" sz="2100" dirty="0">
                <a:solidFill>
                  <a:srgbClr val="49495A"/>
                </a:solidFill>
                <a:latin typeface="Libre Baskerville" pitchFamily="34" charset="0"/>
                <a:ea typeface="Libre Baskerville" pitchFamily="34" charset="-122"/>
                <a:cs typeface="Libre Baskerville" pitchFamily="34" charset="-120"/>
              </a:rPr>
              <a:t>Teacher Evaluation Form</a:t>
            </a:r>
            <a:endParaRPr lang="en-US" sz="2100" dirty="0"/>
          </a:p>
        </p:txBody>
      </p:sp>
      <p:sp>
        <p:nvSpPr>
          <p:cNvPr id="11" name="Text 8"/>
          <p:cNvSpPr/>
          <p:nvPr/>
        </p:nvSpPr>
        <p:spPr>
          <a:xfrm>
            <a:off x="1453991" y="4269774"/>
            <a:ext cx="5278202" cy="689610"/>
          </a:xfrm>
          <a:prstGeom prst="rect">
            <a:avLst/>
          </a:prstGeom>
          <a:noFill/>
          <a:ln/>
        </p:spPr>
        <p:txBody>
          <a:bodyPr wrap="square" lIns="0" tIns="0" rIns="0" bIns="0" rtlCol="0" anchor="t"/>
          <a:lstStyle/>
          <a:p>
            <a:pPr marL="0" indent="0">
              <a:lnSpc>
                <a:spcPts val="2700"/>
              </a:lnSpc>
              <a:buNone/>
            </a:pPr>
            <a:r>
              <a:rPr lang="en-US" sz="1650" dirty="0">
                <a:solidFill>
                  <a:srgbClr val="49495A"/>
                </a:solidFill>
                <a:latin typeface="Open Sans" pitchFamily="34" charset="0"/>
                <a:ea typeface="Open Sans" pitchFamily="34" charset="-122"/>
                <a:cs typeface="Open Sans" pitchFamily="34" charset="-120"/>
              </a:rPr>
              <a:t>Gather insights on teaching methods, challenges, and observed student performance across modalities.</a:t>
            </a:r>
            <a:endParaRPr lang="en-US" sz="1650" dirty="0"/>
          </a:p>
        </p:txBody>
      </p:sp>
      <p:sp>
        <p:nvSpPr>
          <p:cNvPr id="12" name="Shape 9"/>
          <p:cNvSpPr/>
          <p:nvPr/>
        </p:nvSpPr>
        <p:spPr>
          <a:xfrm>
            <a:off x="754023" y="5243643"/>
            <a:ext cx="484703" cy="484703"/>
          </a:xfrm>
          <a:prstGeom prst="roundRect">
            <a:avLst>
              <a:gd name="adj" fmla="val 6668"/>
            </a:avLst>
          </a:prstGeom>
          <a:solidFill>
            <a:srgbClr val="EAE8F3"/>
          </a:solidFill>
          <a:ln/>
        </p:spPr>
        <p:txBody>
          <a:bodyPr/>
          <a:lstStyle/>
          <a:p>
            <a:endParaRPr lang="en-CA"/>
          </a:p>
        </p:txBody>
      </p:sp>
      <p:sp>
        <p:nvSpPr>
          <p:cNvPr id="13" name="Text 10"/>
          <p:cNvSpPr/>
          <p:nvPr/>
        </p:nvSpPr>
        <p:spPr>
          <a:xfrm>
            <a:off x="896779" y="5324368"/>
            <a:ext cx="199072" cy="323136"/>
          </a:xfrm>
          <a:prstGeom prst="rect">
            <a:avLst/>
          </a:prstGeom>
          <a:noFill/>
          <a:ln/>
        </p:spPr>
        <p:txBody>
          <a:bodyPr wrap="none" lIns="0" tIns="0" rIns="0" bIns="0" rtlCol="0" anchor="t"/>
          <a:lstStyle/>
          <a:p>
            <a:pPr marL="0" indent="0" algn="ctr">
              <a:lnSpc>
                <a:spcPts val="2500"/>
              </a:lnSpc>
              <a:buNone/>
            </a:pPr>
            <a:r>
              <a:rPr lang="en-US" sz="2500" dirty="0">
                <a:solidFill>
                  <a:srgbClr val="49495A"/>
                </a:solidFill>
                <a:latin typeface="Libre Baskerville" pitchFamily="34" charset="0"/>
                <a:ea typeface="Libre Baskerville" pitchFamily="34" charset="-122"/>
                <a:cs typeface="Libre Baskerville" pitchFamily="34" charset="-120"/>
              </a:rPr>
              <a:t>3</a:t>
            </a:r>
            <a:endParaRPr lang="en-US" sz="2500" dirty="0"/>
          </a:p>
        </p:txBody>
      </p:sp>
      <p:sp>
        <p:nvSpPr>
          <p:cNvPr id="14" name="Text 11"/>
          <p:cNvSpPr/>
          <p:nvPr/>
        </p:nvSpPr>
        <p:spPr>
          <a:xfrm>
            <a:off x="1454110" y="5243643"/>
            <a:ext cx="3306961" cy="336590"/>
          </a:xfrm>
          <a:prstGeom prst="rect">
            <a:avLst/>
          </a:prstGeom>
          <a:noFill/>
          <a:ln/>
        </p:spPr>
        <p:txBody>
          <a:bodyPr wrap="none" lIns="0" tIns="0" rIns="0" bIns="0" rtlCol="0" anchor="t"/>
          <a:lstStyle/>
          <a:p>
            <a:pPr marL="0" indent="0">
              <a:lnSpc>
                <a:spcPts val="2750"/>
              </a:lnSpc>
              <a:buNone/>
            </a:pPr>
            <a:r>
              <a:rPr lang="en-US" sz="2000" dirty="0">
                <a:latin typeface="Libre Baskerville" pitchFamily="34" charset="0"/>
                <a:ea typeface="Libre Baskerville" pitchFamily="34" charset="-122"/>
                <a:cs typeface="Libre Baskerville" pitchFamily="34" charset="-120"/>
              </a:rPr>
              <a:t>In-Depth Interviews</a:t>
            </a:r>
          </a:p>
        </p:txBody>
      </p:sp>
      <p:sp>
        <p:nvSpPr>
          <p:cNvPr id="15" name="Text 12"/>
          <p:cNvSpPr/>
          <p:nvPr/>
        </p:nvSpPr>
        <p:spPr>
          <a:xfrm>
            <a:off x="1454110" y="5709416"/>
            <a:ext cx="4873047" cy="689610"/>
          </a:xfrm>
          <a:prstGeom prst="rect">
            <a:avLst/>
          </a:prstGeom>
          <a:noFill/>
          <a:ln/>
        </p:spPr>
        <p:txBody>
          <a:bodyPr wrap="square" lIns="0" tIns="0" rIns="0" bIns="0" rtlCol="0" anchor="t"/>
          <a:lstStyle/>
          <a:p>
            <a:pPr marL="0" indent="0">
              <a:lnSpc>
                <a:spcPts val="2700"/>
              </a:lnSpc>
              <a:buNone/>
            </a:pPr>
            <a:r>
              <a:rPr lang="en-US" sz="1650" dirty="0">
                <a:solidFill>
                  <a:srgbClr val="49495A"/>
                </a:solidFill>
                <a:latin typeface="Open Sans" pitchFamily="34" charset="0"/>
                <a:ea typeface="Open Sans" pitchFamily="34" charset="-122"/>
                <a:cs typeface="Open Sans" pitchFamily="34" charset="-120"/>
              </a:rPr>
              <a:t>Collect perspectives on </a:t>
            </a:r>
            <a:r>
              <a:rPr lang="en-US" altLang="zh-CN" sz="1650" dirty="0">
                <a:solidFill>
                  <a:srgbClr val="49495A"/>
                </a:solidFill>
                <a:latin typeface="Open Sans" pitchFamily="34" charset="0"/>
                <a:ea typeface="Open Sans" pitchFamily="34" charset="-122"/>
                <a:cs typeface="Open Sans" pitchFamily="34" charset="-120"/>
              </a:rPr>
              <a:t>student in </a:t>
            </a:r>
            <a:r>
              <a:rPr lang="en-US" altLang="zh-CN" sz="1650" dirty="0" err="1">
                <a:solidFill>
                  <a:srgbClr val="49495A"/>
                </a:solidFill>
                <a:latin typeface="Open Sans" pitchFamily="34" charset="0"/>
                <a:ea typeface="Open Sans" pitchFamily="34" charset="-122"/>
                <a:cs typeface="Open Sans" pitchFamily="34" charset="-120"/>
              </a:rPr>
              <a:t>St.clair</a:t>
            </a:r>
            <a:r>
              <a:rPr lang="en-US" sz="1650" dirty="0">
                <a:solidFill>
                  <a:srgbClr val="49495A"/>
                </a:solidFill>
                <a:latin typeface="Open Sans" pitchFamily="34" charset="0"/>
                <a:ea typeface="Open Sans" pitchFamily="34" charset="-122"/>
                <a:cs typeface="Open Sans" pitchFamily="34" charset="-120"/>
              </a:rPr>
              <a:t> learning progress and home study environment.</a:t>
            </a:r>
            <a:endParaRPr lang="en-US" sz="1650" dirty="0"/>
          </a:p>
        </p:txBody>
      </p:sp>
      <p:sp>
        <p:nvSpPr>
          <p:cNvPr id="16" name="Shape 13"/>
          <p:cNvSpPr/>
          <p:nvPr/>
        </p:nvSpPr>
        <p:spPr>
          <a:xfrm>
            <a:off x="753904" y="6694767"/>
            <a:ext cx="484703" cy="484703"/>
          </a:xfrm>
          <a:prstGeom prst="roundRect">
            <a:avLst>
              <a:gd name="adj" fmla="val 6668"/>
            </a:avLst>
          </a:prstGeom>
          <a:solidFill>
            <a:srgbClr val="EAE8F3"/>
          </a:solidFill>
          <a:ln/>
        </p:spPr>
        <p:txBody>
          <a:bodyPr/>
          <a:lstStyle/>
          <a:p>
            <a:endParaRPr lang="en-CA"/>
          </a:p>
        </p:txBody>
      </p:sp>
      <p:sp>
        <p:nvSpPr>
          <p:cNvPr id="17" name="Text 14"/>
          <p:cNvSpPr/>
          <p:nvPr/>
        </p:nvSpPr>
        <p:spPr>
          <a:xfrm>
            <a:off x="901660" y="6775492"/>
            <a:ext cx="189071" cy="323136"/>
          </a:xfrm>
          <a:prstGeom prst="rect">
            <a:avLst/>
          </a:prstGeom>
          <a:noFill/>
          <a:ln/>
        </p:spPr>
        <p:txBody>
          <a:bodyPr wrap="none" lIns="0" tIns="0" rIns="0" bIns="0" rtlCol="0" anchor="t"/>
          <a:lstStyle/>
          <a:p>
            <a:pPr marL="0" indent="0" algn="ctr">
              <a:lnSpc>
                <a:spcPts val="2500"/>
              </a:lnSpc>
              <a:buNone/>
            </a:pPr>
            <a:r>
              <a:rPr lang="en-US" sz="2500" dirty="0">
                <a:solidFill>
                  <a:srgbClr val="49495A"/>
                </a:solidFill>
                <a:latin typeface="Libre Baskerville" pitchFamily="34" charset="0"/>
                <a:ea typeface="Libre Baskerville" pitchFamily="34" charset="-122"/>
                <a:cs typeface="Libre Baskerville" pitchFamily="34" charset="-120"/>
              </a:rPr>
              <a:t>4</a:t>
            </a:r>
            <a:endParaRPr lang="en-US" sz="2500" dirty="0"/>
          </a:p>
        </p:txBody>
      </p:sp>
      <p:sp>
        <p:nvSpPr>
          <p:cNvPr id="18" name="Text 15"/>
          <p:cNvSpPr/>
          <p:nvPr/>
        </p:nvSpPr>
        <p:spPr>
          <a:xfrm>
            <a:off x="1453991" y="6694767"/>
            <a:ext cx="3591758" cy="336590"/>
          </a:xfrm>
          <a:prstGeom prst="rect">
            <a:avLst/>
          </a:prstGeom>
          <a:noFill/>
          <a:ln/>
        </p:spPr>
        <p:txBody>
          <a:bodyPr wrap="none" lIns="0" tIns="0" rIns="0" bIns="0" rtlCol="0" anchor="t"/>
          <a:lstStyle/>
          <a:p>
            <a:pPr marL="0" indent="0">
              <a:lnSpc>
                <a:spcPts val="2650"/>
              </a:lnSpc>
              <a:buNone/>
            </a:pPr>
            <a:r>
              <a:rPr lang="en-US" sz="2100" dirty="0">
                <a:solidFill>
                  <a:srgbClr val="49495A"/>
                </a:solidFill>
                <a:latin typeface="Libre Baskerville" pitchFamily="34" charset="0"/>
                <a:ea typeface="Libre Baskerville" pitchFamily="34" charset="-122"/>
                <a:cs typeface="Libre Baskerville" pitchFamily="34" charset="-120"/>
              </a:rPr>
              <a:t>Data Analysis and </a:t>
            </a:r>
            <a:r>
              <a:rPr lang="en-US" sz="2100" dirty="0" err="1">
                <a:solidFill>
                  <a:srgbClr val="49495A"/>
                </a:solidFill>
                <a:latin typeface="Libre Baskerville" pitchFamily="34" charset="0"/>
                <a:ea typeface="Libre Baskerville" pitchFamily="34" charset="-122"/>
                <a:cs typeface="Libre Baskerville" pitchFamily="34" charset="-120"/>
              </a:rPr>
              <a:t>Visulization</a:t>
            </a:r>
            <a:endParaRPr lang="en-US" sz="2100" dirty="0"/>
          </a:p>
        </p:txBody>
      </p:sp>
      <p:sp>
        <p:nvSpPr>
          <p:cNvPr id="19" name="Text 16"/>
          <p:cNvSpPr/>
          <p:nvPr/>
        </p:nvSpPr>
        <p:spPr>
          <a:xfrm>
            <a:off x="1453991" y="7160540"/>
            <a:ext cx="5161601" cy="689610"/>
          </a:xfrm>
          <a:prstGeom prst="rect">
            <a:avLst/>
          </a:prstGeom>
          <a:noFill/>
          <a:ln/>
        </p:spPr>
        <p:txBody>
          <a:bodyPr wrap="square" lIns="0" tIns="0" rIns="0" bIns="0" rtlCol="0" anchor="t"/>
          <a:lstStyle/>
          <a:p>
            <a:pPr marL="0" indent="0">
              <a:lnSpc>
                <a:spcPts val="2700"/>
              </a:lnSpc>
              <a:buNone/>
            </a:pPr>
            <a:r>
              <a:rPr lang="en-US" sz="1650" dirty="0">
                <a:solidFill>
                  <a:srgbClr val="49495A"/>
                </a:solidFill>
                <a:latin typeface="Open Sans" pitchFamily="34" charset="0"/>
                <a:ea typeface="Open Sans" pitchFamily="34" charset="-122"/>
                <a:cs typeface="Open Sans" pitchFamily="34" charset="-120"/>
              </a:rPr>
              <a:t>Integrate all collected data and perform visual analysis</a:t>
            </a:r>
            <a:endParaRPr lang="en-US" sz="1650" dirty="0"/>
          </a:p>
        </p:txBody>
      </p:sp>
      <p:sp>
        <p:nvSpPr>
          <p:cNvPr id="20" name="Text 0">
            <a:extLst>
              <a:ext uri="{FF2B5EF4-FFF2-40B4-BE49-F238E27FC236}">
                <a16:creationId xmlns:a16="http://schemas.microsoft.com/office/drawing/2014/main" id="{A6B3C30A-0E73-89EF-8796-4D2B16BC9B12}"/>
              </a:ext>
            </a:extLst>
          </p:cNvPr>
          <p:cNvSpPr/>
          <p:nvPr/>
        </p:nvSpPr>
        <p:spPr>
          <a:xfrm>
            <a:off x="753904" y="323124"/>
            <a:ext cx="5386388" cy="673298"/>
          </a:xfrm>
          <a:prstGeom prst="rect">
            <a:avLst/>
          </a:prstGeom>
          <a:noFill/>
          <a:ln/>
        </p:spPr>
        <p:txBody>
          <a:bodyPr wrap="none" lIns="0" tIns="0" rIns="0" bIns="0" rtlCol="0" anchor="t"/>
          <a:lstStyle/>
          <a:p>
            <a:pPr marL="0" indent="0">
              <a:lnSpc>
                <a:spcPts val="5300"/>
              </a:lnSpc>
              <a:buNone/>
            </a:pPr>
            <a:r>
              <a:rPr lang="en-CA" sz="4400" dirty="0">
                <a:solidFill>
                  <a:srgbClr val="403CCF"/>
                </a:solidFill>
              </a:rPr>
              <a:t>Data Collection and Analysis</a:t>
            </a:r>
            <a:endParaRPr lang="en-US" sz="4200" dirty="0">
              <a:solidFill>
                <a:srgbClr val="403CCF"/>
              </a:solidFill>
            </a:endParaRPr>
          </a:p>
        </p:txBody>
      </p:sp>
      <p:pic>
        <p:nvPicPr>
          <p:cNvPr id="22" name="Picture 21">
            <a:extLst>
              <a:ext uri="{FF2B5EF4-FFF2-40B4-BE49-F238E27FC236}">
                <a16:creationId xmlns:a16="http://schemas.microsoft.com/office/drawing/2014/main" id="{57F3DA1A-DF39-3009-46F6-FA0F42AE2B30}"/>
              </a:ext>
            </a:extLst>
          </p:cNvPr>
          <p:cNvPicPr>
            <a:picLocks noChangeAspect="1"/>
          </p:cNvPicPr>
          <p:nvPr/>
        </p:nvPicPr>
        <p:blipFill>
          <a:blip r:embed="rId3"/>
          <a:stretch>
            <a:fillRect/>
          </a:stretch>
        </p:blipFill>
        <p:spPr>
          <a:xfrm>
            <a:off x="6928845" y="1369512"/>
            <a:ext cx="3963310" cy="2153732"/>
          </a:xfrm>
          <a:prstGeom prst="rect">
            <a:avLst/>
          </a:prstGeom>
        </p:spPr>
      </p:pic>
      <p:sp>
        <p:nvSpPr>
          <p:cNvPr id="23" name="Text 0">
            <a:extLst>
              <a:ext uri="{FF2B5EF4-FFF2-40B4-BE49-F238E27FC236}">
                <a16:creationId xmlns:a16="http://schemas.microsoft.com/office/drawing/2014/main" id="{AA934AED-9F54-150A-4A52-EA1FDCC6B4C6}"/>
              </a:ext>
            </a:extLst>
          </p:cNvPr>
          <p:cNvSpPr/>
          <p:nvPr/>
        </p:nvSpPr>
        <p:spPr>
          <a:xfrm>
            <a:off x="11167984" y="1361392"/>
            <a:ext cx="3229139" cy="902168"/>
          </a:xfrm>
          <a:prstGeom prst="rect">
            <a:avLst/>
          </a:prstGeom>
          <a:noFill/>
          <a:ln/>
        </p:spPr>
        <p:txBody>
          <a:bodyPr wrap="none" lIns="0" tIns="0" rIns="0" bIns="0" rtlCol="0" anchor="t"/>
          <a:lstStyle/>
          <a:p>
            <a:pPr marL="0" indent="0">
              <a:buNone/>
            </a:pPr>
            <a:r>
              <a:rPr lang="en-US" dirty="0">
                <a:solidFill>
                  <a:srgbClr val="FF0000"/>
                </a:solidFill>
                <a:ea typeface="Libre Baskerville" pitchFamily="34" charset="-122"/>
                <a:cs typeface="Libre Baskerville" pitchFamily="34" charset="-120"/>
              </a:rPr>
              <a:t>205 questionnaires</a:t>
            </a:r>
          </a:p>
          <a:p>
            <a:pPr marL="0" indent="0">
              <a:buNone/>
            </a:pPr>
            <a:r>
              <a:rPr lang="en-US" dirty="0">
                <a:solidFill>
                  <a:srgbClr val="FF0000"/>
                </a:solidFill>
                <a:ea typeface="Libre Baskerville" pitchFamily="34" charset="-122"/>
                <a:cs typeface="Libre Baskerville" pitchFamily="34" charset="-120"/>
              </a:rPr>
              <a:t>80% from international students</a:t>
            </a:r>
          </a:p>
          <a:p>
            <a:pPr marL="0" indent="0">
              <a:buNone/>
            </a:pPr>
            <a:r>
              <a:rPr lang="en-US" dirty="0">
                <a:solidFill>
                  <a:srgbClr val="FF0000"/>
                </a:solidFill>
                <a:ea typeface="Libre Baskerville" pitchFamily="34" charset="-122"/>
                <a:cs typeface="Libre Baskerville" pitchFamily="34" charset="-120"/>
              </a:rPr>
              <a:t>20% from local students</a:t>
            </a:r>
            <a:endParaRPr lang="en-US" dirty="0">
              <a:solidFill>
                <a:srgbClr val="FF0000"/>
              </a:solidFill>
            </a:endParaRPr>
          </a:p>
        </p:txBody>
      </p:sp>
      <p:pic>
        <p:nvPicPr>
          <p:cNvPr id="21" name="Picture 20">
            <a:extLst>
              <a:ext uri="{FF2B5EF4-FFF2-40B4-BE49-F238E27FC236}">
                <a16:creationId xmlns:a16="http://schemas.microsoft.com/office/drawing/2014/main" id="{81D0BFAF-413B-B3A4-D280-FE297D6CFE10}"/>
              </a:ext>
            </a:extLst>
          </p:cNvPr>
          <p:cNvPicPr>
            <a:picLocks noChangeAspect="1"/>
          </p:cNvPicPr>
          <p:nvPr/>
        </p:nvPicPr>
        <p:blipFill>
          <a:blip r:embed="rId4"/>
          <a:stretch>
            <a:fillRect/>
          </a:stretch>
        </p:blipFill>
        <p:spPr>
          <a:xfrm>
            <a:off x="6928845" y="4593418"/>
            <a:ext cx="4247750" cy="2437445"/>
          </a:xfrm>
          <a:prstGeom prst="rect">
            <a:avLst/>
          </a:prstGeom>
        </p:spPr>
      </p:pic>
      <p:pic>
        <p:nvPicPr>
          <p:cNvPr id="25" name="Picture 24">
            <a:extLst>
              <a:ext uri="{FF2B5EF4-FFF2-40B4-BE49-F238E27FC236}">
                <a16:creationId xmlns:a16="http://schemas.microsoft.com/office/drawing/2014/main" id="{EB2BB9D4-3514-56A3-8B85-1C4F59CE4AE8}"/>
              </a:ext>
            </a:extLst>
          </p:cNvPr>
          <p:cNvPicPr>
            <a:picLocks noChangeAspect="1"/>
          </p:cNvPicPr>
          <p:nvPr/>
        </p:nvPicPr>
        <p:blipFill>
          <a:blip r:embed="rId5"/>
          <a:stretch>
            <a:fillRect/>
          </a:stretch>
        </p:blipFill>
        <p:spPr>
          <a:xfrm>
            <a:off x="11423171" y="2887905"/>
            <a:ext cx="2973952" cy="414295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552410"/>
            <a:ext cx="7194947" cy="708779"/>
          </a:xfrm>
          <a:prstGeom prst="rect">
            <a:avLst/>
          </a:prstGeom>
          <a:noFill/>
          <a:ln/>
        </p:spPr>
        <p:txBody>
          <a:bodyPr wrap="none" lIns="0" tIns="0" rIns="0" bIns="0" rtlCol="0" anchor="t"/>
          <a:lstStyle/>
          <a:p>
            <a:pPr marL="0" indent="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Quality Management</a:t>
            </a:r>
            <a:endParaRPr lang="en-US" sz="4450" dirty="0"/>
          </a:p>
        </p:txBody>
      </p:sp>
      <p:graphicFrame>
        <p:nvGraphicFramePr>
          <p:cNvPr id="15" name="Table 14">
            <a:extLst>
              <a:ext uri="{FF2B5EF4-FFF2-40B4-BE49-F238E27FC236}">
                <a16:creationId xmlns:a16="http://schemas.microsoft.com/office/drawing/2014/main" id="{78848355-9036-EC4A-0672-C8E29AE13EE8}"/>
              </a:ext>
            </a:extLst>
          </p:cNvPr>
          <p:cNvGraphicFramePr>
            <a:graphicFrameLocks noGrp="1"/>
          </p:cNvGraphicFramePr>
          <p:nvPr>
            <p:extLst>
              <p:ext uri="{D42A27DB-BD31-4B8C-83A1-F6EECF244321}">
                <p14:modId xmlns:p14="http://schemas.microsoft.com/office/powerpoint/2010/main" val="2955507935"/>
              </p:ext>
            </p:extLst>
          </p:nvPr>
        </p:nvGraphicFramePr>
        <p:xfrm>
          <a:off x="793789" y="2771775"/>
          <a:ext cx="8208697" cy="4307482"/>
        </p:xfrm>
        <a:graphic>
          <a:graphicData uri="http://schemas.openxmlformats.org/drawingml/2006/table">
            <a:tbl>
              <a:tblPr firstRow="1" bandRow="1">
                <a:tableStyleId>{5C22544A-7EE6-4342-B048-85BDC9FD1C3A}</a:tableStyleId>
              </a:tblPr>
              <a:tblGrid>
                <a:gridCol w="1769447">
                  <a:extLst>
                    <a:ext uri="{9D8B030D-6E8A-4147-A177-3AD203B41FA5}">
                      <a16:colId xmlns:a16="http://schemas.microsoft.com/office/drawing/2014/main" val="2976017431"/>
                    </a:ext>
                  </a:extLst>
                </a:gridCol>
                <a:gridCol w="2727221">
                  <a:extLst>
                    <a:ext uri="{9D8B030D-6E8A-4147-A177-3AD203B41FA5}">
                      <a16:colId xmlns:a16="http://schemas.microsoft.com/office/drawing/2014/main" val="3015665937"/>
                    </a:ext>
                  </a:extLst>
                </a:gridCol>
                <a:gridCol w="3712029">
                  <a:extLst>
                    <a:ext uri="{9D8B030D-6E8A-4147-A177-3AD203B41FA5}">
                      <a16:colId xmlns:a16="http://schemas.microsoft.com/office/drawing/2014/main" val="4204105018"/>
                    </a:ext>
                  </a:extLst>
                </a:gridCol>
              </a:tblGrid>
              <a:tr h="570139">
                <a:tc>
                  <a:txBody>
                    <a:bodyPr/>
                    <a:lstStyle/>
                    <a:p>
                      <a:pPr algn="l"/>
                      <a:endParaRPr lang="en-CA" sz="2000">
                        <a:solidFill>
                          <a:schemeClr val="bg1"/>
                        </a:solidFill>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bg1"/>
                          </a:solidFill>
                          <a:latin typeface="+mn-lt"/>
                          <a:ea typeface="Libre Baskerville" pitchFamily="34" charset="-122"/>
                          <a:cs typeface="Libre Baskerville" pitchFamily="34" charset="-120"/>
                        </a:rPr>
                        <a:t>Quality Objectives</a:t>
                      </a:r>
                      <a:endParaRPr lang="en-US" sz="2000" dirty="0">
                        <a:solidFill>
                          <a:schemeClr val="bg1"/>
                        </a:solidFill>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bg1"/>
                          </a:solidFill>
                          <a:latin typeface="+mn-lt"/>
                          <a:ea typeface="Libre Baskerville" pitchFamily="34" charset="-122"/>
                          <a:cs typeface="Libre Baskerville" pitchFamily="34" charset="-120"/>
                        </a:rPr>
                        <a:t>Responsibilities and Frequency</a:t>
                      </a:r>
                      <a:endParaRPr lang="en-US" sz="2000" dirty="0">
                        <a:solidFill>
                          <a:schemeClr val="bg1"/>
                        </a:solidFill>
                        <a:latin typeface="+mn-lt"/>
                      </a:endParaRPr>
                    </a:p>
                  </a:txBody>
                  <a:tcPr/>
                </a:tc>
                <a:extLst>
                  <a:ext uri="{0D108BD9-81ED-4DB2-BD59-A6C34878D82A}">
                    <a16:rowId xmlns:a16="http://schemas.microsoft.com/office/drawing/2014/main" val="2914539704"/>
                  </a:ext>
                </a:extLst>
              </a:tr>
              <a:tr h="1239657">
                <a:tc>
                  <a:txBody>
                    <a:bodyPr/>
                    <a:lstStyle/>
                    <a:p>
                      <a:pPr algn="l"/>
                      <a:r>
                        <a:rPr lang="en-US" sz="2000" dirty="0">
                          <a:solidFill>
                            <a:srgbClr val="49495A"/>
                          </a:solidFill>
                          <a:latin typeface="+mn-lt"/>
                          <a:ea typeface="Open Sans" pitchFamily="34" charset="-122"/>
                          <a:cs typeface="Open Sans" pitchFamily="34" charset="-120"/>
                        </a:rPr>
                        <a:t>Survey Design</a:t>
                      </a:r>
                      <a:endParaRPr lang="en-CA" sz="2000" dirty="0">
                        <a:latin typeface="+mn-lt"/>
                      </a:endParaRPr>
                    </a:p>
                  </a:txBody>
                  <a:tcPr/>
                </a:tc>
                <a:tc>
                  <a:txBody>
                    <a:bodyPr/>
                    <a:lstStyle/>
                    <a:p>
                      <a:pPr algn="l"/>
                      <a:r>
                        <a:rPr lang="en-US" sz="2000" dirty="0">
                          <a:solidFill>
                            <a:srgbClr val="49495A"/>
                          </a:solidFill>
                          <a:latin typeface="+mn-lt"/>
                          <a:ea typeface="Open Sans" pitchFamily="34" charset="-122"/>
                          <a:cs typeface="Open Sans" pitchFamily="34" charset="-120"/>
                        </a:rPr>
                        <a:t>Ensure surveys are clear, effective, and reliable.</a:t>
                      </a:r>
                      <a:endParaRPr lang="en-CA" sz="2000" dirty="0">
                        <a:latin typeface="+mn-lt"/>
                      </a:endParaRPr>
                    </a:p>
                  </a:txBody>
                  <a:tcPr/>
                </a:tc>
                <a:tc>
                  <a:txBody>
                    <a:bodyPr/>
                    <a:lstStyle/>
                    <a:p>
                      <a:pPr algn="l"/>
                      <a:r>
                        <a:rPr lang="en-US" sz="2000" dirty="0">
                          <a:latin typeface="+mn-lt"/>
                        </a:rPr>
                        <a:t>Conduct reviews after initial design and pilot testing.</a:t>
                      </a:r>
                      <a:endParaRPr lang="en-CA" sz="2000" dirty="0">
                        <a:latin typeface="+mn-lt"/>
                      </a:endParaRPr>
                    </a:p>
                  </a:txBody>
                  <a:tcPr/>
                </a:tc>
                <a:extLst>
                  <a:ext uri="{0D108BD9-81ED-4DB2-BD59-A6C34878D82A}">
                    <a16:rowId xmlns:a16="http://schemas.microsoft.com/office/drawing/2014/main" val="3343624612"/>
                  </a:ext>
                </a:extLst>
              </a:tr>
              <a:tr h="1197552">
                <a:tc>
                  <a:txBody>
                    <a:bodyPr/>
                    <a:lstStyle/>
                    <a:p>
                      <a:pPr algn="l"/>
                      <a:r>
                        <a:rPr lang="en-US" sz="2000" dirty="0">
                          <a:solidFill>
                            <a:srgbClr val="49495A"/>
                          </a:solidFill>
                          <a:latin typeface="+mn-lt"/>
                          <a:ea typeface="Open Sans" pitchFamily="34" charset="-122"/>
                          <a:cs typeface="Open Sans" pitchFamily="34" charset="-120"/>
                        </a:rPr>
                        <a:t>Data Collection</a:t>
                      </a:r>
                      <a:endParaRPr lang="en-CA" sz="2000" dirty="0">
                        <a:latin typeface="+mn-lt"/>
                      </a:endParaRPr>
                    </a:p>
                  </a:txBody>
                  <a:tcPr/>
                </a:tc>
                <a:tc>
                  <a:txBody>
                    <a:bodyPr/>
                    <a:lstStyle/>
                    <a:p>
                      <a:pPr algn="l"/>
                      <a:r>
                        <a:rPr lang="en-US" sz="2000" dirty="0">
                          <a:solidFill>
                            <a:srgbClr val="49495A"/>
                          </a:solidFill>
                          <a:latin typeface="+mn-lt"/>
                          <a:ea typeface="Open Sans" pitchFamily="34" charset="-122"/>
                          <a:cs typeface="Open Sans" pitchFamily="34" charset="-120"/>
                        </a:rPr>
                        <a:t>Ensure data is accurate, timely, and consistent.</a:t>
                      </a:r>
                      <a:endParaRPr lang="en-CA" sz="2000" dirty="0">
                        <a:latin typeface="+mn-lt"/>
                      </a:endParaRPr>
                    </a:p>
                  </a:txBody>
                  <a:tcPr/>
                </a:tc>
                <a:tc>
                  <a:txBody>
                    <a:bodyPr/>
                    <a:lstStyle/>
                    <a:p>
                      <a:pPr algn="l"/>
                      <a:r>
                        <a:rPr lang="en-US" sz="2000" dirty="0">
                          <a:latin typeface="+mn-lt"/>
                        </a:rPr>
                        <a:t>Daily validation during the data collection phase.</a:t>
                      </a:r>
                      <a:endParaRPr lang="en-CA" sz="2000" dirty="0">
                        <a:latin typeface="+mn-lt"/>
                      </a:endParaRPr>
                    </a:p>
                  </a:txBody>
                  <a:tcPr/>
                </a:tc>
                <a:extLst>
                  <a:ext uri="{0D108BD9-81ED-4DB2-BD59-A6C34878D82A}">
                    <a16:rowId xmlns:a16="http://schemas.microsoft.com/office/drawing/2014/main" val="4187307690"/>
                  </a:ext>
                </a:extLst>
              </a:tr>
              <a:tr h="1300134">
                <a:tc>
                  <a:txBody>
                    <a:bodyPr/>
                    <a:lstStyle/>
                    <a:p>
                      <a:pPr algn="l"/>
                      <a:r>
                        <a:rPr lang="en-US" sz="2000" dirty="0">
                          <a:solidFill>
                            <a:srgbClr val="49495A"/>
                          </a:solidFill>
                          <a:latin typeface="+mn-lt"/>
                          <a:ea typeface="Open Sans" pitchFamily="34" charset="-122"/>
                          <a:cs typeface="Open Sans" pitchFamily="34" charset="-120"/>
                        </a:rPr>
                        <a:t>Data Analysis</a:t>
                      </a:r>
                      <a:endParaRPr lang="en-CA" sz="2000" dirty="0">
                        <a:latin typeface="+mn-lt"/>
                      </a:endParaRPr>
                    </a:p>
                  </a:txBody>
                  <a:tcPr/>
                </a:tc>
                <a:tc>
                  <a:txBody>
                    <a:bodyPr/>
                    <a:lstStyle/>
                    <a:p>
                      <a:pPr algn="l"/>
                      <a:r>
                        <a:rPr lang="en-US" sz="2000" dirty="0">
                          <a:solidFill>
                            <a:srgbClr val="49495A"/>
                          </a:solidFill>
                          <a:latin typeface="+mn-lt"/>
                          <a:ea typeface="Open Sans" pitchFamily="34" charset="-122"/>
                          <a:cs typeface="Open Sans" pitchFamily="34" charset="-120"/>
                        </a:rPr>
                        <a:t>Ensure final analysis meets required standards.</a:t>
                      </a:r>
                      <a:endParaRPr lang="en-CA" sz="2000" dirty="0">
                        <a:latin typeface="+mn-lt"/>
                      </a:endParaRPr>
                    </a:p>
                  </a:txBody>
                  <a:tcPr/>
                </a:tc>
                <a:tc>
                  <a:txBody>
                    <a:bodyPr/>
                    <a:lstStyle/>
                    <a:p>
                      <a:pPr algn="l"/>
                      <a:r>
                        <a:rPr lang="en-CA" sz="2000" dirty="0">
                          <a:latin typeface="+mn-lt"/>
                        </a:rPr>
                        <a:t>Weekly review of progress</a:t>
                      </a:r>
                    </a:p>
                  </a:txBody>
                  <a:tcPr/>
                </a:tc>
                <a:extLst>
                  <a:ext uri="{0D108BD9-81ED-4DB2-BD59-A6C34878D82A}">
                    <a16:rowId xmlns:a16="http://schemas.microsoft.com/office/drawing/2014/main" val="2180464193"/>
                  </a:ext>
                </a:extLst>
              </a:tr>
            </a:tbl>
          </a:graphicData>
        </a:graphic>
      </p:graphicFrame>
      <p:sp>
        <p:nvSpPr>
          <p:cNvPr id="16" name="Text 0">
            <a:extLst>
              <a:ext uri="{FF2B5EF4-FFF2-40B4-BE49-F238E27FC236}">
                <a16:creationId xmlns:a16="http://schemas.microsoft.com/office/drawing/2014/main" id="{9B06B897-58D2-56BC-927D-AFA06381037A}"/>
              </a:ext>
            </a:extLst>
          </p:cNvPr>
          <p:cNvSpPr/>
          <p:nvPr/>
        </p:nvSpPr>
        <p:spPr>
          <a:xfrm>
            <a:off x="793790" y="1647827"/>
            <a:ext cx="7731085" cy="885823"/>
          </a:xfrm>
          <a:prstGeom prst="rect">
            <a:avLst/>
          </a:prstGeom>
          <a:noFill/>
          <a:ln/>
        </p:spPr>
        <p:txBody>
          <a:bodyPr wrap="none" lIns="0" tIns="0" rIns="0" bIns="0" rtlCol="0" anchor="t"/>
          <a:lstStyle/>
          <a:p>
            <a:pPr marL="0" indent="0">
              <a:lnSpc>
                <a:spcPct val="150000"/>
              </a:lnSpc>
              <a:buNone/>
            </a:pPr>
            <a:r>
              <a:rPr lang="en-US" sz="2000" dirty="0"/>
              <a:t>The Quality Management Plan ensures all deliverables meet </a:t>
            </a:r>
          </a:p>
          <a:p>
            <a:pPr marL="0" indent="0">
              <a:lnSpc>
                <a:spcPct val="150000"/>
              </a:lnSpc>
              <a:buNone/>
            </a:pPr>
            <a:r>
              <a:rPr lang="en-US" sz="2000" dirty="0"/>
              <a:t>predefined standards through systematic review and validation processes.</a:t>
            </a:r>
          </a:p>
        </p:txBody>
      </p:sp>
      <p:sp>
        <p:nvSpPr>
          <p:cNvPr id="17" name="Shape 1">
            <a:extLst>
              <a:ext uri="{FF2B5EF4-FFF2-40B4-BE49-F238E27FC236}">
                <a16:creationId xmlns:a16="http://schemas.microsoft.com/office/drawing/2014/main" id="{61D92E09-A68B-854E-7606-CB04DB2126A1}"/>
              </a:ext>
            </a:extLst>
          </p:cNvPr>
          <p:cNvSpPr/>
          <p:nvPr/>
        </p:nvSpPr>
        <p:spPr>
          <a:xfrm>
            <a:off x="9608044" y="552410"/>
            <a:ext cx="3664863" cy="3286126"/>
          </a:xfrm>
          <a:prstGeom prst="roundRect">
            <a:avLst>
              <a:gd name="adj" fmla="val 1425"/>
            </a:avLst>
          </a:prstGeom>
          <a:solidFill>
            <a:srgbClr val="EAE8F3"/>
          </a:solidFill>
          <a:ln/>
        </p:spPr>
        <p:txBody>
          <a:bodyPr/>
          <a:lstStyle/>
          <a:p>
            <a:endParaRPr lang="en-CA"/>
          </a:p>
        </p:txBody>
      </p:sp>
      <p:sp>
        <p:nvSpPr>
          <p:cNvPr id="18" name="Text 2">
            <a:extLst>
              <a:ext uri="{FF2B5EF4-FFF2-40B4-BE49-F238E27FC236}">
                <a16:creationId xmlns:a16="http://schemas.microsoft.com/office/drawing/2014/main" id="{B50B4653-759D-AA97-B724-AC4C9AB3B374}"/>
              </a:ext>
            </a:extLst>
          </p:cNvPr>
          <p:cNvSpPr/>
          <p:nvPr/>
        </p:nvSpPr>
        <p:spPr>
          <a:xfrm>
            <a:off x="9834858" y="779224"/>
            <a:ext cx="3211235" cy="478074"/>
          </a:xfrm>
          <a:prstGeom prst="rect">
            <a:avLst/>
          </a:prstGeom>
          <a:noFill/>
          <a:ln/>
        </p:spPr>
        <p:txBody>
          <a:bodyPr wrap="squar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Assurance Activities</a:t>
            </a:r>
          </a:p>
        </p:txBody>
      </p:sp>
      <p:sp>
        <p:nvSpPr>
          <p:cNvPr id="19" name="Text 3">
            <a:extLst>
              <a:ext uri="{FF2B5EF4-FFF2-40B4-BE49-F238E27FC236}">
                <a16:creationId xmlns:a16="http://schemas.microsoft.com/office/drawing/2014/main" id="{874DFD99-C2FE-ED6C-82E1-BFFB38E99AF7}"/>
              </a:ext>
            </a:extLst>
          </p:cNvPr>
          <p:cNvSpPr/>
          <p:nvPr/>
        </p:nvSpPr>
        <p:spPr>
          <a:xfrm>
            <a:off x="9834858" y="1330621"/>
            <a:ext cx="3211235" cy="1555452"/>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dirty="0">
                <a:solidFill>
                  <a:srgbClr val="49495A"/>
                </a:solidFill>
                <a:latin typeface="Open Sans" pitchFamily="34" charset="0"/>
                <a:ea typeface="Open Sans" pitchFamily="34" charset="-122"/>
                <a:cs typeface="Open Sans" pitchFamily="34" charset="-120"/>
              </a:rPr>
              <a:t>Regular Review of Survey Design.</a:t>
            </a:r>
          </a:p>
          <a:p>
            <a:pPr marL="285750" indent="-285750">
              <a:lnSpc>
                <a:spcPts val="2850"/>
              </a:lnSpc>
              <a:buFont typeface="Arial" panose="020B0604020202020204" pitchFamily="34" charset="0"/>
              <a:buChar char="•"/>
            </a:pPr>
            <a:r>
              <a:rPr lang="en-US" dirty="0">
                <a:solidFill>
                  <a:srgbClr val="49495A"/>
                </a:solidFill>
                <a:latin typeface="Open Sans" pitchFamily="34" charset="0"/>
                <a:ea typeface="Open Sans" pitchFamily="34" charset="-122"/>
                <a:cs typeface="Open Sans" pitchFamily="34" charset="-120"/>
              </a:rPr>
              <a:t>Validation of Collected Data.</a:t>
            </a:r>
          </a:p>
          <a:p>
            <a:pPr marL="285750" indent="-285750">
              <a:lnSpc>
                <a:spcPts val="2850"/>
              </a:lnSpc>
              <a:buFont typeface="Arial" panose="020B0604020202020204" pitchFamily="34" charset="0"/>
              <a:buChar char="•"/>
            </a:pPr>
            <a:r>
              <a:rPr lang="en-US" dirty="0">
                <a:solidFill>
                  <a:srgbClr val="49495A"/>
                </a:solidFill>
                <a:latin typeface="Open Sans" pitchFamily="34" charset="0"/>
                <a:ea typeface="Open Sans" pitchFamily="34" charset="-122"/>
                <a:cs typeface="Open Sans" pitchFamily="34" charset="-120"/>
              </a:rPr>
              <a:t>Cross-checking and Audits.</a:t>
            </a:r>
            <a:endParaRPr lang="en-US" dirty="0"/>
          </a:p>
        </p:txBody>
      </p:sp>
      <p:sp>
        <p:nvSpPr>
          <p:cNvPr id="20" name="Shape 4">
            <a:extLst>
              <a:ext uri="{FF2B5EF4-FFF2-40B4-BE49-F238E27FC236}">
                <a16:creationId xmlns:a16="http://schemas.microsoft.com/office/drawing/2014/main" id="{516A20C2-873E-B3AE-355B-4F7C19FA71A6}"/>
              </a:ext>
            </a:extLst>
          </p:cNvPr>
          <p:cNvSpPr/>
          <p:nvPr/>
        </p:nvSpPr>
        <p:spPr>
          <a:xfrm>
            <a:off x="9608044" y="4049282"/>
            <a:ext cx="3664863" cy="3286126"/>
          </a:xfrm>
          <a:prstGeom prst="roundRect">
            <a:avLst>
              <a:gd name="adj" fmla="val 1425"/>
            </a:avLst>
          </a:prstGeom>
          <a:solidFill>
            <a:srgbClr val="EAE8F3"/>
          </a:solidFill>
          <a:ln/>
        </p:spPr>
        <p:txBody>
          <a:bodyPr/>
          <a:lstStyle/>
          <a:p>
            <a:endParaRPr lang="en-CA"/>
          </a:p>
        </p:txBody>
      </p:sp>
      <p:sp>
        <p:nvSpPr>
          <p:cNvPr id="21" name="Text 5">
            <a:extLst>
              <a:ext uri="{FF2B5EF4-FFF2-40B4-BE49-F238E27FC236}">
                <a16:creationId xmlns:a16="http://schemas.microsoft.com/office/drawing/2014/main" id="{AD263FB9-02F4-5941-2C1D-244FD0E82A93}"/>
              </a:ext>
            </a:extLst>
          </p:cNvPr>
          <p:cNvSpPr/>
          <p:nvPr/>
        </p:nvSpPr>
        <p:spPr>
          <a:xfrm>
            <a:off x="9834858" y="4276096"/>
            <a:ext cx="3211235" cy="478074"/>
          </a:xfrm>
          <a:prstGeom prst="rect">
            <a:avLst/>
          </a:prstGeom>
          <a:noFill/>
          <a:ln/>
        </p:spPr>
        <p:txBody>
          <a:bodyPr wrap="squar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Control Methods</a:t>
            </a:r>
            <a:endParaRPr lang="en-US" sz="2200" dirty="0"/>
          </a:p>
        </p:txBody>
      </p:sp>
      <p:sp>
        <p:nvSpPr>
          <p:cNvPr id="22" name="Text 6">
            <a:extLst>
              <a:ext uri="{FF2B5EF4-FFF2-40B4-BE49-F238E27FC236}">
                <a16:creationId xmlns:a16="http://schemas.microsoft.com/office/drawing/2014/main" id="{80C2B878-3D9A-823A-B78F-6639B74F3D88}"/>
              </a:ext>
            </a:extLst>
          </p:cNvPr>
          <p:cNvSpPr/>
          <p:nvPr/>
        </p:nvSpPr>
        <p:spPr>
          <a:xfrm>
            <a:off x="9834858" y="4827493"/>
            <a:ext cx="3211235" cy="1088708"/>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dirty="0">
                <a:solidFill>
                  <a:srgbClr val="49495A"/>
                </a:solidFill>
                <a:latin typeface="Open Sans" pitchFamily="34" charset="0"/>
                <a:ea typeface="Open Sans" pitchFamily="34" charset="-122"/>
                <a:cs typeface="Open Sans" pitchFamily="34" charset="-120"/>
              </a:rPr>
              <a:t>Peer Reviews of Survey and Data Collection.</a:t>
            </a:r>
          </a:p>
          <a:p>
            <a:pPr marL="285750" indent="-285750">
              <a:lnSpc>
                <a:spcPts val="2850"/>
              </a:lnSpc>
              <a:buFont typeface="Arial" panose="020B0604020202020204" pitchFamily="34" charset="0"/>
              <a:buChar char="•"/>
            </a:pPr>
            <a:r>
              <a:rPr lang="en-US" dirty="0">
                <a:solidFill>
                  <a:srgbClr val="49495A"/>
                </a:solidFill>
                <a:latin typeface="Open Sans" pitchFamily="34" charset="0"/>
                <a:ea typeface="Open Sans" pitchFamily="34" charset="-122"/>
                <a:cs typeface="Open Sans" pitchFamily="34" charset="-120"/>
              </a:rPr>
              <a:t>Audits of Collected Data.</a:t>
            </a:r>
          </a:p>
          <a:p>
            <a:pPr marL="285750" indent="-285750">
              <a:lnSpc>
                <a:spcPts val="2850"/>
              </a:lnSpc>
              <a:buFont typeface="Arial" panose="020B0604020202020204" pitchFamily="34" charset="0"/>
              <a:buChar char="•"/>
            </a:pPr>
            <a:r>
              <a:rPr lang="en-US" dirty="0">
                <a:solidFill>
                  <a:srgbClr val="49495A"/>
                </a:solidFill>
                <a:latin typeface="Open Sans" pitchFamily="34" charset="0"/>
                <a:ea typeface="Open Sans" pitchFamily="34" charset="-122"/>
                <a:cs typeface="Open Sans" pitchFamily="34" charset="-120"/>
              </a:rPr>
              <a:t>Reporting Errors and Issue Resolution.</a:t>
            </a:r>
          </a:p>
          <a:p>
            <a:pPr marL="285750" indent="-285750">
              <a:lnSpc>
                <a:spcPts val="2850"/>
              </a:lnSpc>
              <a:buFont typeface="Arial" panose="020B0604020202020204" pitchFamily="34" charset="0"/>
              <a:buChar char="•"/>
            </a:pPr>
            <a:r>
              <a:rPr lang="en-US" dirty="0">
                <a:solidFill>
                  <a:srgbClr val="49495A"/>
                </a:solidFill>
                <a:latin typeface="Open Sans" pitchFamily="34" charset="0"/>
                <a:ea typeface="Open Sans" pitchFamily="34" charset="-122"/>
                <a:cs typeface="Open Sans" pitchFamily="34" charset="-120"/>
              </a:rPr>
              <a:t>Final Report Review.</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62" name="Shape 1">
            <a:extLst>
              <a:ext uri="{FF2B5EF4-FFF2-40B4-BE49-F238E27FC236}">
                <a16:creationId xmlns:a16="http://schemas.microsoft.com/office/drawing/2014/main" id="{B524C70B-A982-0C35-5966-03D68883DD91}"/>
              </a:ext>
            </a:extLst>
          </p:cNvPr>
          <p:cNvSpPr/>
          <p:nvPr/>
        </p:nvSpPr>
        <p:spPr>
          <a:xfrm>
            <a:off x="11347765" y="4508087"/>
            <a:ext cx="2976875" cy="2900810"/>
          </a:xfrm>
          <a:prstGeom prst="roundRect">
            <a:avLst>
              <a:gd name="adj" fmla="val 1420"/>
            </a:avLst>
          </a:prstGeom>
          <a:solidFill>
            <a:srgbClr val="EAE8F3"/>
          </a:solidFill>
          <a:ln/>
        </p:spPr>
        <p:txBody>
          <a:bodyPr/>
          <a:lstStyle/>
          <a:p>
            <a:endParaRPr lang="en-CA"/>
          </a:p>
        </p:txBody>
      </p:sp>
      <p:sp>
        <p:nvSpPr>
          <p:cNvPr id="63" name="Shape 1">
            <a:extLst>
              <a:ext uri="{FF2B5EF4-FFF2-40B4-BE49-F238E27FC236}">
                <a16:creationId xmlns:a16="http://schemas.microsoft.com/office/drawing/2014/main" id="{F0A270C9-9F1F-F6E6-A688-ADB588CF7657}"/>
              </a:ext>
            </a:extLst>
          </p:cNvPr>
          <p:cNvSpPr/>
          <p:nvPr/>
        </p:nvSpPr>
        <p:spPr>
          <a:xfrm>
            <a:off x="8254081" y="4508087"/>
            <a:ext cx="2822417" cy="2900810"/>
          </a:xfrm>
          <a:prstGeom prst="roundRect">
            <a:avLst>
              <a:gd name="adj" fmla="val 1420"/>
            </a:avLst>
          </a:prstGeom>
          <a:solidFill>
            <a:srgbClr val="EAE8F3"/>
          </a:solidFill>
          <a:ln/>
        </p:spPr>
        <p:txBody>
          <a:bodyPr/>
          <a:lstStyle/>
          <a:p>
            <a:endParaRPr lang="en-CA"/>
          </a:p>
        </p:txBody>
      </p:sp>
      <p:sp>
        <p:nvSpPr>
          <p:cNvPr id="61" name="Shape 1">
            <a:extLst>
              <a:ext uri="{FF2B5EF4-FFF2-40B4-BE49-F238E27FC236}">
                <a16:creationId xmlns:a16="http://schemas.microsoft.com/office/drawing/2014/main" id="{73D95C43-B5C5-6A3F-5E18-9E3E3043A25D}"/>
              </a:ext>
            </a:extLst>
          </p:cNvPr>
          <p:cNvSpPr/>
          <p:nvPr/>
        </p:nvSpPr>
        <p:spPr>
          <a:xfrm>
            <a:off x="11347765" y="1985027"/>
            <a:ext cx="2976875" cy="2127528"/>
          </a:xfrm>
          <a:prstGeom prst="roundRect">
            <a:avLst>
              <a:gd name="adj" fmla="val 1420"/>
            </a:avLst>
          </a:prstGeom>
          <a:solidFill>
            <a:srgbClr val="EAE8F3"/>
          </a:solidFill>
          <a:ln/>
        </p:spPr>
        <p:txBody>
          <a:bodyPr/>
          <a:lstStyle/>
          <a:p>
            <a:endParaRPr lang="en-CA"/>
          </a:p>
        </p:txBody>
      </p:sp>
      <p:sp>
        <p:nvSpPr>
          <p:cNvPr id="3" name="Text 0"/>
          <p:cNvSpPr/>
          <p:nvPr/>
        </p:nvSpPr>
        <p:spPr>
          <a:xfrm>
            <a:off x="676870" y="531852"/>
            <a:ext cx="5800130" cy="604361"/>
          </a:xfrm>
          <a:prstGeom prst="rect">
            <a:avLst/>
          </a:prstGeom>
          <a:noFill/>
          <a:ln/>
        </p:spPr>
        <p:txBody>
          <a:bodyPr wrap="none" lIns="0" tIns="0" rIns="0" bIns="0" rtlCol="0" anchor="t"/>
          <a:lstStyle/>
          <a:p>
            <a:pPr marL="0" indent="0">
              <a:lnSpc>
                <a:spcPts val="4750"/>
              </a:lnSpc>
              <a:buNone/>
            </a:pPr>
            <a:r>
              <a:rPr lang="en-US" sz="3800" dirty="0">
                <a:solidFill>
                  <a:srgbClr val="403CCF"/>
                </a:solidFill>
                <a:latin typeface="Libre Baskerville" pitchFamily="34" charset="0"/>
                <a:ea typeface="Libre Baskerville" pitchFamily="34" charset="-122"/>
                <a:cs typeface="Libre Baskerville" pitchFamily="34" charset="-120"/>
              </a:rPr>
              <a:t>Resource Management</a:t>
            </a:r>
            <a:endParaRPr lang="en-US" sz="3800" dirty="0"/>
          </a:p>
        </p:txBody>
      </p:sp>
      <p:sp>
        <p:nvSpPr>
          <p:cNvPr id="4" name="Shape 1"/>
          <p:cNvSpPr/>
          <p:nvPr/>
        </p:nvSpPr>
        <p:spPr>
          <a:xfrm>
            <a:off x="2178883" y="1791670"/>
            <a:ext cx="22860" cy="6274118"/>
          </a:xfrm>
          <a:prstGeom prst="roundRect">
            <a:avLst>
              <a:gd name="adj" fmla="val 126907"/>
            </a:avLst>
          </a:prstGeom>
          <a:solidFill>
            <a:srgbClr val="D0CED9"/>
          </a:solidFill>
          <a:ln/>
        </p:spPr>
        <p:txBody>
          <a:bodyPr/>
          <a:lstStyle/>
          <a:p>
            <a:endParaRPr lang="en-CA"/>
          </a:p>
        </p:txBody>
      </p:sp>
      <p:sp>
        <p:nvSpPr>
          <p:cNvPr id="5" name="Shape 2"/>
          <p:cNvSpPr/>
          <p:nvPr/>
        </p:nvSpPr>
        <p:spPr>
          <a:xfrm>
            <a:off x="2384980" y="2215294"/>
            <a:ext cx="676870" cy="22860"/>
          </a:xfrm>
          <a:prstGeom prst="roundRect">
            <a:avLst>
              <a:gd name="adj" fmla="val 126907"/>
            </a:avLst>
          </a:prstGeom>
          <a:solidFill>
            <a:srgbClr val="D0CED9"/>
          </a:solidFill>
          <a:ln/>
        </p:spPr>
        <p:txBody>
          <a:bodyPr/>
          <a:lstStyle/>
          <a:p>
            <a:endParaRPr lang="en-CA"/>
          </a:p>
        </p:txBody>
      </p:sp>
      <p:sp>
        <p:nvSpPr>
          <p:cNvPr id="6" name="Shape 3"/>
          <p:cNvSpPr/>
          <p:nvPr/>
        </p:nvSpPr>
        <p:spPr>
          <a:xfrm>
            <a:off x="676870" y="1910880"/>
            <a:ext cx="1730969" cy="604361"/>
          </a:xfrm>
          <a:prstGeom prst="roundRect">
            <a:avLst>
              <a:gd name="adj" fmla="val 6668"/>
            </a:avLst>
          </a:prstGeom>
          <a:solidFill>
            <a:srgbClr val="EAE8F3"/>
          </a:solidFill>
          <a:ln/>
        </p:spPr>
        <p:txBody>
          <a:bodyPr/>
          <a:lstStyle/>
          <a:p>
            <a:endParaRPr lang="en-CA"/>
          </a:p>
        </p:txBody>
      </p:sp>
      <p:sp>
        <p:nvSpPr>
          <p:cNvPr id="7" name="Text 4"/>
          <p:cNvSpPr/>
          <p:nvPr/>
        </p:nvSpPr>
        <p:spPr>
          <a:xfrm>
            <a:off x="676870" y="1910880"/>
            <a:ext cx="1842893" cy="275550"/>
          </a:xfrm>
          <a:prstGeom prst="rect">
            <a:avLst/>
          </a:prstGeom>
          <a:noFill/>
          <a:ln/>
        </p:spPr>
        <p:txBody>
          <a:bodyPr wrap="none" lIns="0" tIns="0" rIns="0" bIns="0" rtlCol="0" anchor="t"/>
          <a:lstStyle/>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September 28 </a:t>
            </a:r>
          </a:p>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 October 10</a:t>
            </a:r>
            <a:endParaRPr lang="en-US" sz="2250" dirty="0"/>
          </a:p>
        </p:txBody>
      </p:sp>
      <p:sp>
        <p:nvSpPr>
          <p:cNvPr id="8" name="Text 5"/>
          <p:cNvSpPr/>
          <p:nvPr/>
        </p:nvSpPr>
        <p:spPr>
          <a:xfrm>
            <a:off x="3254017" y="1985027"/>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Survey Design</a:t>
            </a:r>
            <a:endParaRPr lang="en-US" sz="1900" dirty="0"/>
          </a:p>
        </p:txBody>
      </p:sp>
      <p:sp>
        <p:nvSpPr>
          <p:cNvPr id="9" name="Text 6"/>
          <p:cNvSpPr/>
          <p:nvPr/>
        </p:nvSpPr>
        <p:spPr>
          <a:xfrm>
            <a:off x="3254017" y="2403176"/>
            <a:ext cx="3826787" cy="367157"/>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Finalize survey design after feedback.</a:t>
            </a:r>
            <a:endParaRPr lang="en-US" sz="1500" dirty="0"/>
          </a:p>
        </p:txBody>
      </p:sp>
      <p:sp>
        <p:nvSpPr>
          <p:cNvPr id="10" name="Shape 7"/>
          <p:cNvSpPr/>
          <p:nvPr/>
        </p:nvSpPr>
        <p:spPr>
          <a:xfrm>
            <a:off x="2384980" y="3164579"/>
            <a:ext cx="676870" cy="22860"/>
          </a:xfrm>
          <a:prstGeom prst="roundRect">
            <a:avLst>
              <a:gd name="adj" fmla="val 126907"/>
            </a:avLst>
          </a:prstGeom>
          <a:solidFill>
            <a:srgbClr val="D0CED9"/>
          </a:solidFill>
          <a:ln/>
        </p:spPr>
        <p:txBody>
          <a:bodyPr/>
          <a:lstStyle/>
          <a:p>
            <a:endParaRPr lang="en-CA"/>
          </a:p>
        </p:txBody>
      </p:sp>
      <p:sp>
        <p:nvSpPr>
          <p:cNvPr id="13" name="Text 10"/>
          <p:cNvSpPr/>
          <p:nvPr/>
        </p:nvSpPr>
        <p:spPr>
          <a:xfrm>
            <a:off x="3254017" y="2934312"/>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Data Collection</a:t>
            </a:r>
            <a:endParaRPr lang="en-US" sz="1900" dirty="0"/>
          </a:p>
        </p:txBody>
      </p:sp>
      <p:sp>
        <p:nvSpPr>
          <p:cNvPr id="14" name="Text 11"/>
          <p:cNvSpPr/>
          <p:nvPr/>
        </p:nvSpPr>
        <p:spPr>
          <a:xfrm>
            <a:off x="3254017" y="3352460"/>
            <a:ext cx="5194539" cy="273457"/>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Coordinate survey distribution and data collection.</a:t>
            </a:r>
            <a:endParaRPr lang="en-US" sz="1500" dirty="0"/>
          </a:p>
        </p:txBody>
      </p:sp>
      <p:sp>
        <p:nvSpPr>
          <p:cNvPr id="15" name="Shape 12"/>
          <p:cNvSpPr/>
          <p:nvPr/>
        </p:nvSpPr>
        <p:spPr>
          <a:xfrm>
            <a:off x="2384980" y="4141239"/>
            <a:ext cx="676870" cy="22860"/>
          </a:xfrm>
          <a:prstGeom prst="roundRect">
            <a:avLst>
              <a:gd name="adj" fmla="val 126907"/>
            </a:avLst>
          </a:prstGeom>
          <a:solidFill>
            <a:srgbClr val="D0CED9"/>
          </a:solidFill>
          <a:ln/>
        </p:spPr>
        <p:txBody>
          <a:bodyPr/>
          <a:lstStyle/>
          <a:p>
            <a:endParaRPr lang="en-CA"/>
          </a:p>
        </p:txBody>
      </p:sp>
      <p:sp>
        <p:nvSpPr>
          <p:cNvPr id="18" name="Text 15"/>
          <p:cNvSpPr/>
          <p:nvPr/>
        </p:nvSpPr>
        <p:spPr>
          <a:xfrm>
            <a:off x="3254017" y="3910972"/>
            <a:ext cx="259413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Data Validation</a:t>
            </a:r>
            <a:endParaRPr lang="en-US" sz="1900" dirty="0"/>
          </a:p>
        </p:txBody>
      </p:sp>
      <p:sp>
        <p:nvSpPr>
          <p:cNvPr id="19" name="Text 16"/>
          <p:cNvSpPr/>
          <p:nvPr/>
        </p:nvSpPr>
        <p:spPr>
          <a:xfrm>
            <a:off x="3254017" y="4329119"/>
            <a:ext cx="4722813" cy="302181"/>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Ensure data accuracy and completeness.</a:t>
            </a:r>
            <a:endParaRPr lang="en-US" sz="1500" dirty="0"/>
          </a:p>
        </p:txBody>
      </p:sp>
      <p:sp>
        <p:nvSpPr>
          <p:cNvPr id="20" name="Shape 17"/>
          <p:cNvSpPr/>
          <p:nvPr/>
        </p:nvSpPr>
        <p:spPr>
          <a:xfrm>
            <a:off x="2384980" y="5091922"/>
            <a:ext cx="676870" cy="22860"/>
          </a:xfrm>
          <a:prstGeom prst="roundRect">
            <a:avLst>
              <a:gd name="adj" fmla="val 126907"/>
            </a:avLst>
          </a:prstGeom>
          <a:solidFill>
            <a:srgbClr val="D0CED9"/>
          </a:solidFill>
          <a:ln/>
        </p:spPr>
        <p:txBody>
          <a:bodyPr/>
          <a:lstStyle/>
          <a:p>
            <a:endParaRPr lang="en-CA"/>
          </a:p>
        </p:txBody>
      </p:sp>
      <p:sp>
        <p:nvSpPr>
          <p:cNvPr id="23" name="Text 20"/>
          <p:cNvSpPr/>
          <p:nvPr/>
        </p:nvSpPr>
        <p:spPr>
          <a:xfrm>
            <a:off x="3254017" y="4861655"/>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Data Analysis</a:t>
            </a:r>
            <a:endParaRPr lang="en-US" sz="1900" dirty="0"/>
          </a:p>
        </p:txBody>
      </p:sp>
      <p:sp>
        <p:nvSpPr>
          <p:cNvPr id="24" name="Text 21"/>
          <p:cNvSpPr/>
          <p:nvPr/>
        </p:nvSpPr>
        <p:spPr>
          <a:xfrm>
            <a:off x="3254017" y="5279804"/>
            <a:ext cx="4517073" cy="302181"/>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Analyze collected data and identify insights.</a:t>
            </a:r>
            <a:endParaRPr lang="en-US" sz="1500" dirty="0"/>
          </a:p>
        </p:txBody>
      </p:sp>
      <p:sp>
        <p:nvSpPr>
          <p:cNvPr id="25" name="Shape 17">
            <a:extLst>
              <a:ext uri="{FF2B5EF4-FFF2-40B4-BE49-F238E27FC236}">
                <a16:creationId xmlns:a16="http://schemas.microsoft.com/office/drawing/2014/main" id="{101B7384-7290-CF35-BA09-FAC999DCEBE8}"/>
              </a:ext>
            </a:extLst>
          </p:cNvPr>
          <p:cNvSpPr/>
          <p:nvPr/>
        </p:nvSpPr>
        <p:spPr>
          <a:xfrm>
            <a:off x="2384980" y="6007170"/>
            <a:ext cx="676870" cy="22860"/>
          </a:xfrm>
          <a:prstGeom prst="roundRect">
            <a:avLst>
              <a:gd name="adj" fmla="val 126907"/>
            </a:avLst>
          </a:prstGeom>
          <a:solidFill>
            <a:srgbClr val="D0CED9"/>
          </a:solidFill>
          <a:ln/>
        </p:spPr>
        <p:txBody>
          <a:bodyPr/>
          <a:lstStyle/>
          <a:p>
            <a:endParaRPr lang="en-CA"/>
          </a:p>
        </p:txBody>
      </p:sp>
      <p:sp>
        <p:nvSpPr>
          <p:cNvPr id="28" name="Text 20">
            <a:extLst>
              <a:ext uri="{FF2B5EF4-FFF2-40B4-BE49-F238E27FC236}">
                <a16:creationId xmlns:a16="http://schemas.microsoft.com/office/drawing/2014/main" id="{B97CFDC1-FA78-20EA-2B12-26C8C32CA281}"/>
              </a:ext>
            </a:extLst>
          </p:cNvPr>
          <p:cNvSpPr/>
          <p:nvPr/>
        </p:nvSpPr>
        <p:spPr>
          <a:xfrm>
            <a:off x="3254017" y="5776903"/>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Report Writing</a:t>
            </a:r>
            <a:endParaRPr lang="en-US" sz="1900" dirty="0"/>
          </a:p>
        </p:txBody>
      </p:sp>
      <p:sp>
        <p:nvSpPr>
          <p:cNvPr id="29" name="Text 21">
            <a:extLst>
              <a:ext uri="{FF2B5EF4-FFF2-40B4-BE49-F238E27FC236}">
                <a16:creationId xmlns:a16="http://schemas.microsoft.com/office/drawing/2014/main" id="{03D61EA7-6EF6-0F60-CDE8-3A18A916CAFD}"/>
              </a:ext>
            </a:extLst>
          </p:cNvPr>
          <p:cNvSpPr/>
          <p:nvPr/>
        </p:nvSpPr>
        <p:spPr>
          <a:xfrm>
            <a:off x="3254017" y="6195052"/>
            <a:ext cx="5148819" cy="302181"/>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Write final report, incorporating data analysis findings.</a:t>
            </a:r>
            <a:endParaRPr lang="en-US" sz="1500" dirty="0"/>
          </a:p>
        </p:txBody>
      </p:sp>
      <p:sp>
        <p:nvSpPr>
          <p:cNvPr id="31" name="Shape 17">
            <a:extLst>
              <a:ext uri="{FF2B5EF4-FFF2-40B4-BE49-F238E27FC236}">
                <a16:creationId xmlns:a16="http://schemas.microsoft.com/office/drawing/2014/main" id="{E828C875-9E53-74EB-85E8-2109AEEBC9B6}"/>
              </a:ext>
            </a:extLst>
          </p:cNvPr>
          <p:cNvSpPr/>
          <p:nvPr/>
        </p:nvSpPr>
        <p:spPr>
          <a:xfrm>
            <a:off x="2384980" y="7077532"/>
            <a:ext cx="676870" cy="22860"/>
          </a:xfrm>
          <a:prstGeom prst="roundRect">
            <a:avLst>
              <a:gd name="adj" fmla="val 126907"/>
            </a:avLst>
          </a:prstGeom>
          <a:solidFill>
            <a:srgbClr val="D0CED9"/>
          </a:solidFill>
          <a:ln/>
        </p:spPr>
        <p:txBody>
          <a:bodyPr/>
          <a:lstStyle/>
          <a:p>
            <a:endParaRPr lang="en-CA"/>
          </a:p>
        </p:txBody>
      </p:sp>
      <p:sp>
        <p:nvSpPr>
          <p:cNvPr id="34" name="Text 20">
            <a:extLst>
              <a:ext uri="{FF2B5EF4-FFF2-40B4-BE49-F238E27FC236}">
                <a16:creationId xmlns:a16="http://schemas.microsoft.com/office/drawing/2014/main" id="{13E0F880-8AAC-D96A-3849-AFCDEAC6EBAA}"/>
              </a:ext>
            </a:extLst>
          </p:cNvPr>
          <p:cNvSpPr/>
          <p:nvPr/>
        </p:nvSpPr>
        <p:spPr>
          <a:xfrm>
            <a:off x="3254017" y="6847265"/>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Final Presentation Preparation</a:t>
            </a:r>
            <a:endParaRPr lang="en-US" sz="1900" dirty="0"/>
          </a:p>
        </p:txBody>
      </p:sp>
      <p:sp>
        <p:nvSpPr>
          <p:cNvPr id="35" name="Text 21">
            <a:extLst>
              <a:ext uri="{FF2B5EF4-FFF2-40B4-BE49-F238E27FC236}">
                <a16:creationId xmlns:a16="http://schemas.microsoft.com/office/drawing/2014/main" id="{EABD6B64-544E-AE1C-03A3-276ACF139CE4}"/>
              </a:ext>
            </a:extLst>
          </p:cNvPr>
          <p:cNvSpPr/>
          <p:nvPr/>
        </p:nvSpPr>
        <p:spPr>
          <a:xfrm>
            <a:off x="3254017" y="7265414"/>
            <a:ext cx="4608513" cy="302181"/>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Prepare for presentation to stakeholders.</a:t>
            </a:r>
            <a:endParaRPr lang="en-US" sz="1500" dirty="0"/>
          </a:p>
        </p:txBody>
      </p:sp>
      <p:sp>
        <p:nvSpPr>
          <p:cNvPr id="37" name="Shape 3">
            <a:extLst>
              <a:ext uri="{FF2B5EF4-FFF2-40B4-BE49-F238E27FC236}">
                <a16:creationId xmlns:a16="http://schemas.microsoft.com/office/drawing/2014/main" id="{F70D2851-2369-3075-D39E-C4973C0F370C}"/>
              </a:ext>
            </a:extLst>
          </p:cNvPr>
          <p:cNvSpPr/>
          <p:nvPr/>
        </p:nvSpPr>
        <p:spPr>
          <a:xfrm>
            <a:off x="676870" y="2885258"/>
            <a:ext cx="1730969" cy="604361"/>
          </a:xfrm>
          <a:prstGeom prst="roundRect">
            <a:avLst>
              <a:gd name="adj" fmla="val 6668"/>
            </a:avLst>
          </a:prstGeom>
          <a:solidFill>
            <a:srgbClr val="EAE8F3"/>
          </a:solidFill>
          <a:ln/>
        </p:spPr>
        <p:txBody>
          <a:bodyPr/>
          <a:lstStyle/>
          <a:p>
            <a:endParaRPr lang="en-CA"/>
          </a:p>
        </p:txBody>
      </p:sp>
      <p:sp>
        <p:nvSpPr>
          <p:cNvPr id="38" name="Text 4">
            <a:extLst>
              <a:ext uri="{FF2B5EF4-FFF2-40B4-BE49-F238E27FC236}">
                <a16:creationId xmlns:a16="http://schemas.microsoft.com/office/drawing/2014/main" id="{B11234B1-47D2-9E2E-DF48-FD65670517BF}"/>
              </a:ext>
            </a:extLst>
          </p:cNvPr>
          <p:cNvSpPr/>
          <p:nvPr/>
        </p:nvSpPr>
        <p:spPr>
          <a:xfrm>
            <a:off x="676870" y="2885258"/>
            <a:ext cx="1842893" cy="275550"/>
          </a:xfrm>
          <a:prstGeom prst="rect">
            <a:avLst/>
          </a:prstGeom>
          <a:noFill/>
          <a:ln/>
        </p:spPr>
        <p:txBody>
          <a:bodyPr wrap="none" lIns="0" tIns="0" rIns="0" bIns="0" rtlCol="0" anchor="t"/>
          <a:lstStyle/>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October 10 </a:t>
            </a:r>
          </a:p>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 October 20</a:t>
            </a:r>
            <a:endParaRPr lang="en-US" sz="2250" dirty="0"/>
          </a:p>
        </p:txBody>
      </p:sp>
      <p:sp>
        <p:nvSpPr>
          <p:cNvPr id="39" name="Shape 3">
            <a:extLst>
              <a:ext uri="{FF2B5EF4-FFF2-40B4-BE49-F238E27FC236}">
                <a16:creationId xmlns:a16="http://schemas.microsoft.com/office/drawing/2014/main" id="{50C732E8-F484-2C1E-599B-816C09E35923}"/>
              </a:ext>
            </a:extLst>
          </p:cNvPr>
          <p:cNvSpPr/>
          <p:nvPr/>
        </p:nvSpPr>
        <p:spPr>
          <a:xfrm>
            <a:off x="676870" y="3849306"/>
            <a:ext cx="1730969" cy="604361"/>
          </a:xfrm>
          <a:prstGeom prst="roundRect">
            <a:avLst>
              <a:gd name="adj" fmla="val 6668"/>
            </a:avLst>
          </a:prstGeom>
          <a:solidFill>
            <a:srgbClr val="EAE8F3"/>
          </a:solidFill>
          <a:ln/>
        </p:spPr>
        <p:txBody>
          <a:bodyPr/>
          <a:lstStyle/>
          <a:p>
            <a:endParaRPr lang="en-CA"/>
          </a:p>
        </p:txBody>
      </p:sp>
      <p:sp>
        <p:nvSpPr>
          <p:cNvPr id="40" name="Text 4">
            <a:extLst>
              <a:ext uri="{FF2B5EF4-FFF2-40B4-BE49-F238E27FC236}">
                <a16:creationId xmlns:a16="http://schemas.microsoft.com/office/drawing/2014/main" id="{67866452-3FB2-18DA-FF7D-910B94DE29BE}"/>
              </a:ext>
            </a:extLst>
          </p:cNvPr>
          <p:cNvSpPr/>
          <p:nvPr/>
        </p:nvSpPr>
        <p:spPr>
          <a:xfrm>
            <a:off x="676870" y="3849306"/>
            <a:ext cx="1842893" cy="566738"/>
          </a:xfrm>
          <a:prstGeom prst="rect">
            <a:avLst/>
          </a:prstGeom>
          <a:noFill/>
          <a:ln/>
        </p:spPr>
        <p:txBody>
          <a:bodyPr wrap="none" lIns="0" tIns="0" rIns="0" bIns="0" rtlCol="0" anchor="t"/>
          <a:lstStyle/>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October 10 </a:t>
            </a:r>
          </a:p>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 October 20</a:t>
            </a:r>
            <a:endParaRPr lang="en-US" sz="2250" dirty="0"/>
          </a:p>
        </p:txBody>
      </p:sp>
      <p:sp>
        <p:nvSpPr>
          <p:cNvPr id="41" name="Shape 3">
            <a:extLst>
              <a:ext uri="{FF2B5EF4-FFF2-40B4-BE49-F238E27FC236}">
                <a16:creationId xmlns:a16="http://schemas.microsoft.com/office/drawing/2014/main" id="{81B699C4-3C65-183E-3D67-8C04B3DA9093}"/>
              </a:ext>
            </a:extLst>
          </p:cNvPr>
          <p:cNvSpPr/>
          <p:nvPr/>
        </p:nvSpPr>
        <p:spPr>
          <a:xfrm>
            <a:off x="676870" y="4823684"/>
            <a:ext cx="1730969" cy="604361"/>
          </a:xfrm>
          <a:prstGeom prst="roundRect">
            <a:avLst>
              <a:gd name="adj" fmla="val 6668"/>
            </a:avLst>
          </a:prstGeom>
          <a:solidFill>
            <a:srgbClr val="EAE8F3"/>
          </a:solidFill>
          <a:ln/>
        </p:spPr>
        <p:txBody>
          <a:bodyPr/>
          <a:lstStyle/>
          <a:p>
            <a:endParaRPr lang="en-CA"/>
          </a:p>
        </p:txBody>
      </p:sp>
      <p:sp>
        <p:nvSpPr>
          <p:cNvPr id="42" name="Text 4">
            <a:extLst>
              <a:ext uri="{FF2B5EF4-FFF2-40B4-BE49-F238E27FC236}">
                <a16:creationId xmlns:a16="http://schemas.microsoft.com/office/drawing/2014/main" id="{B920C974-4B86-2BF1-4B98-9C4645FFF4BF}"/>
              </a:ext>
            </a:extLst>
          </p:cNvPr>
          <p:cNvSpPr/>
          <p:nvPr/>
        </p:nvSpPr>
        <p:spPr>
          <a:xfrm>
            <a:off x="676870" y="4823684"/>
            <a:ext cx="1842893" cy="275550"/>
          </a:xfrm>
          <a:prstGeom prst="rect">
            <a:avLst/>
          </a:prstGeom>
          <a:noFill/>
          <a:ln/>
        </p:spPr>
        <p:txBody>
          <a:bodyPr wrap="none" lIns="0" tIns="0" rIns="0" bIns="0" rtlCol="0" anchor="t"/>
          <a:lstStyle/>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October 20 </a:t>
            </a:r>
          </a:p>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 October 25</a:t>
            </a:r>
            <a:endParaRPr lang="en-US" sz="2250" dirty="0"/>
          </a:p>
        </p:txBody>
      </p:sp>
      <p:sp>
        <p:nvSpPr>
          <p:cNvPr id="43" name="Shape 3">
            <a:extLst>
              <a:ext uri="{FF2B5EF4-FFF2-40B4-BE49-F238E27FC236}">
                <a16:creationId xmlns:a16="http://schemas.microsoft.com/office/drawing/2014/main" id="{230390D4-E65C-D28D-C4A6-059BB84DC6BD}"/>
              </a:ext>
            </a:extLst>
          </p:cNvPr>
          <p:cNvSpPr/>
          <p:nvPr/>
        </p:nvSpPr>
        <p:spPr>
          <a:xfrm>
            <a:off x="676870" y="5743688"/>
            <a:ext cx="1730969" cy="604361"/>
          </a:xfrm>
          <a:prstGeom prst="roundRect">
            <a:avLst>
              <a:gd name="adj" fmla="val 6668"/>
            </a:avLst>
          </a:prstGeom>
          <a:solidFill>
            <a:srgbClr val="EAE8F3"/>
          </a:solidFill>
          <a:ln/>
        </p:spPr>
        <p:txBody>
          <a:bodyPr/>
          <a:lstStyle/>
          <a:p>
            <a:endParaRPr lang="en-CA"/>
          </a:p>
        </p:txBody>
      </p:sp>
      <p:sp>
        <p:nvSpPr>
          <p:cNvPr id="44" name="Text 4">
            <a:extLst>
              <a:ext uri="{FF2B5EF4-FFF2-40B4-BE49-F238E27FC236}">
                <a16:creationId xmlns:a16="http://schemas.microsoft.com/office/drawing/2014/main" id="{E12B9472-18EC-C767-662F-4EFF8739ABBA}"/>
              </a:ext>
            </a:extLst>
          </p:cNvPr>
          <p:cNvSpPr/>
          <p:nvPr/>
        </p:nvSpPr>
        <p:spPr>
          <a:xfrm>
            <a:off x="676870" y="5743688"/>
            <a:ext cx="1842893" cy="566738"/>
          </a:xfrm>
          <a:prstGeom prst="rect">
            <a:avLst/>
          </a:prstGeom>
          <a:noFill/>
          <a:ln/>
        </p:spPr>
        <p:txBody>
          <a:bodyPr wrap="none" lIns="0" tIns="0" rIns="0" bIns="0" rtlCol="0" anchor="t"/>
          <a:lstStyle/>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October 25 </a:t>
            </a:r>
          </a:p>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 November 5</a:t>
            </a:r>
            <a:endParaRPr lang="en-US" sz="2250" dirty="0"/>
          </a:p>
        </p:txBody>
      </p:sp>
      <p:sp>
        <p:nvSpPr>
          <p:cNvPr id="45" name="Shape 3">
            <a:extLst>
              <a:ext uri="{FF2B5EF4-FFF2-40B4-BE49-F238E27FC236}">
                <a16:creationId xmlns:a16="http://schemas.microsoft.com/office/drawing/2014/main" id="{2D78B2A3-73B5-2384-82A3-487268E57ABD}"/>
              </a:ext>
            </a:extLst>
          </p:cNvPr>
          <p:cNvSpPr/>
          <p:nvPr/>
        </p:nvSpPr>
        <p:spPr>
          <a:xfrm>
            <a:off x="676870" y="6718066"/>
            <a:ext cx="1730969" cy="604361"/>
          </a:xfrm>
          <a:prstGeom prst="roundRect">
            <a:avLst>
              <a:gd name="adj" fmla="val 6668"/>
            </a:avLst>
          </a:prstGeom>
          <a:solidFill>
            <a:srgbClr val="EAE8F3"/>
          </a:solidFill>
          <a:ln/>
        </p:spPr>
        <p:txBody>
          <a:bodyPr/>
          <a:lstStyle/>
          <a:p>
            <a:endParaRPr lang="en-CA"/>
          </a:p>
        </p:txBody>
      </p:sp>
      <p:sp>
        <p:nvSpPr>
          <p:cNvPr id="46" name="Text 4">
            <a:extLst>
              <a:ext uri="{FF2B5EF4-FFF2-40B4-BE49-F238E27FC236}">
                <a16:creationId xmlns:a16="http://schemas.microsoft.com/office/drawing/2014/main" id="{517B201F-0CA6-6AE8-92EB-9F7158C5D44B}"/>
              </a:ext>
            </a:extLst>
          </p:cNvPr>
          <p:cNvSpPr/>
          <p:nvPr/>
        </p:nvSpPr>
        <p:spPr>
          <a:xfrm>
            <a:off x="676870" y="6718066"/>
            <a:ext cx="1842893" cy="275550"/>
          </a:xfrm>
          <a:prstGeom prst="rect">
            <a:avLst/>
          </a:prstGeom>
          <a:noFill/>
          <a:ln/>
        </p:spPr>
        <p:txBody>
          <a:bodyPr wrap="none" lIns="0" tIns="0" rIns="0" bIns="0" rtlCol="0" anchor="t"/>
          <a:lstStyle/>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November 5 </a:t>
            </a:r>
          </a:p>
          <a:p>
            <a:pPr marL="0" indent="0" algn="ctr">
              <a:lnSpc>
                <a:spcPts val="2250"/>
              </a:lnSpc>
              <a:buNone/>
            </a:pPr>
            <a:r>
              <a:rPr lang="en-US" sz="1800" dirty="0">
                <a:effectLst/>
                <a:latin typeface="Aptos" panose="020B0004020202020204" pitchFamily="34" charset="0"/>
                <a:ea typeface="DengXian" panose="02010600030101010101" pitchFamily="2" charset="-122"/>
                <a:cs typeface="Times New Roman" panose="02020603050405020304" pitchFamily="18" charset="0"/>
              </a:rPr>
              <a:t>- November 10</a:t>
            </a:r>
            <a:endParaRPr lang="en-US" sz="2250" dirty="0"/>
          </a:p>
        </p:txBody>
      </p:sp>
      <p:sp>
        <p:nvSpPr>
          <p:cNvPr id="48" name="TextBox 47">
            <a:extLst>
              <a:ext uri="{FF2B5EF4-FFF2-40B4-BE49-F238E27FC236}">
                <a16:creationId xmlns:a16="http://schemas.microsoft.com/office/drawing/2014/main" id="{D876D9DC-5B44-8594-9C3B-15145F1A7452}"/>
              </a:ext>
            </a:extLst>
          </p:cNvPr>
          <p:cNvSpPr txBox="1"/>
          <p:nvPr/>
        </p:nvSpPr>
        <p:spPr>
          <a:xfrm>
            <a:off x="676870" y="1340917"/>
            <a:ext cx="3781067" cy="400110"/>
          </a:xfrm>
          <a:prstGeom prst="rect">
            <a:avLst/>
          </a:prstGeom>
          <a:noFill/>
        </p:spPr>
        <p:txBody>
          <a:bodyPr wrap="square">
            <a:spAutoFit/>
          </a:bodyPr>
          <a:lstStyle/>
          <a:p>
            <a:r>
              <a:rPr lang="en-US" sz="2000" b="1" dirty="0">
                <a:effectLst/>
                <a:latin typeface="Aptos" panose="020B0004020202020204" pitchFamily="34" charset="0"/>
                <a:ea typeface="DengXian" panose="02010600030101010101" pitchFamily="2" charset="-122"/>
                <a:cs typeface="Times New Roman" panose="02020603050405020304" pitchFamily="18" charset="0"/>
              </a:rPr>
              <a:t>Resource work activities chart</a:t>
            </a:r>
            <a:endParaRPr lang="en-CA" sz="2000" dirty="0"/>
          </a:p>
        </p:txBody>
      </p:sp>
      <p:sp>
        <p:nvSpPr>
          <p:cNvPr id="49" name="Shape 1">
            <a:extLst>
              <a:ext uri="{FF2B5EF4-FFF2-40B4-BE49-F238E27FC236}">
                <a16:creationId xmlns:a16="http://schemas.microsoft.com/office/drawing/2014/main" id="{FED03D14-FE6E-C97A-B96B-6848F7862666}"/>
              </a:ext>
            </a:extLst>
          </p:cNvPr>
          <p:cNvSpPr/>
          <p:nvPr/>
        </p:nvSpPr>
        <p:spPr>
          <a:xfrm>
            <a:off x="8254081" y="1985027"/>
            <a:ext cx="2822417" cy="2127528"/>
          </a:xfrm>
          <a:prstGeom prst="roundRect">
            <a:avLst>
              <a:gd name="adj" fmla="val 1420"/>
            </a:avLst>
          </a:prstGeom>
          <a:solidFill>
            <a:srgbClr val="EAE8F3"/>
          </a:solidFill>
          <a:ln/>
        </p:spPr>
        <p:txBody>
          <a:bodyPr/>
          <a:lstStyle/>
          <a:p>
            <a:endParaRPr lang="en-CA"/>
          </a:p>
        </p:txBody>
      </p:sp>
      <p:sp>
        <p:nvSpPr>
          <p:cNvPr id="50" name="Text 2">
            <a:extLst>
              <a:ext uri="{FF2B5EF4-FFF2-40B4-BE49-F238E27FC236}">
                <a16:creationId xmlns:a16="http://schemas.microsoft.com/office/drawing/2014/main" id="{3F49FA90-AA52-58A1-339B-39EBC21D303F}"/>
              </a:ext>
            </a:extLst>
          </p:cNvPr>
          <p:cNvSpPr/>
          <p:nvPr/>
        </p:nvSpPr>
        <p:spPr>
          <a:xfrm>
            <a:off x="8476490" y="2207435"/>
            <a:ext cx="2257225" cy="347663"/>
          </a:xfrm>
          <a:prstGeom prst="rect">
            <a:avLst/>
          </a:prstGeom>
          <a:noFill/>
          <a:ln/>
        </p:spPr>
        <p:txBody>
          <a:bodyPr wrap="none" lIns="0" tIns="0" rIns="0" bIns="0" rtlCol="0" anchor="t"/>
          <a:lstStyle/>
          <a:p>
            <a:pPr marL="0" indent="0">
              <a:lnSpc>
                <a:spcPts val="2700"/>
              </a:lnSpc>
              <a:buNone/>
            </a:pPr>
            <a:r>
              <a:rPr lang="en-US" sz="2000" dirty="0">
                <a:solidFill>
                  <a:srgbClr val="49495A"/>
                </a:solidFill>
                <a:latin typeface="Libre Baskerville" pitchFamily="34" charset="0"/>
                <a:ea typeface="Libre Baskerville" pitchFamily="34" charset="-122"/>
                <a:cs typeface="Libre Baskerville" pitchFamily="34" charset="-120"/>
              </a:rPr>
              <a:t>Personnel</a:t>
            </a:r>
            <a:endParaRPr lang="en-US" sz="2000" dirty="0"/>
          </a:p>
        </p:txBody>
      </p:sp>
      <p:sp>
        <p:nvSpPr>
          <p:cNvPr id="51" name="Text 3">
            <a:extLst>
              <a:ext uri="{FF2B5EF4-FFF2-40B4-BE49-F238E27FC236}">
                <a16:creationId xmlns:a16="http://schemas.microsoft.com/office/drawing/2014/main" id="{E6214FD0-8144-83EA-9721-AD164957B926}"/>
              </a:ext>
            </a:extLst>
          </p:cNvPr>
          <p:cNvSpPr/>
          <p:nvPr/>
        </p:nvSpPr>
        <p:spPr>
          <a:xfrm>
            <a:off x="8476491" y="2688567"/>
            <a:ext cx="2400458" cy="813080"/>
          </a:xfrm>
          <a:prstGeom prst="rect">
            <a:avLst/>
          </a:prstGeom>
          <a:noFill/>
          <a:ln/>
        </p:spPr>
        <p:txBody>
          <a:bodyPr wrap="square" lIns="0" tIns="0" rIns="0" bIns="0" rtlCol="0" anchor="t"/>
          <a:lstStyle/>
          <a:p>
            <a:pPr marL="0" indent="0">
              <a:lnSpc>
                <a:spcPts val="2800"/>
              </a:lnSpc>
              <a:buNone/>
            </a:pPr>
            <a:r>
              <a:rPr lang="en-US" sz="1750" dirty="0">
                <a:solidFill>
                  <a:srgbClr val="49495A"/>
                </a:solidFill>
                <a:latin typeface="Open Sans" pitchFamily="34" charset="0"/>
                <a:ea typeface="Open Sans" pitchFamily="34" charset="-122"/>
                <a:cs typeface="Open Sans" pitchFamily="34" charset="-120"/>
              </a:rPr>
              <a:t>Tasks assigned based on roles; monitor workload balance.</a:t>
            </a:r>
            <a:endParaRPr lang="en-US" sz="1750" dirty="0"/>
          </a:p>
        </p:txBody>
      </p:sp>
      <p:sp>
        <p:nvSpPr>
          <p:cNvPr id="53" name="Text 5">
            <a:extLst>
              <a:ext uri="{FF2B5EF4-FFF2-40B4-BE49-F238E27FC236}">
                <a16:creationId xmlns:a16="http://schemas.microsoft.com/office/drawing/2014/main" id="{03BE339B-95E9-6E92-86A2-267AB582D660}"/>
              </a:ext>
            </a:extLst>
          </p:cNvPr>
          <p:cNvSpPr/>
          <p:nvPr/>
        </p:nvSpPr>
        <p:spPr>
          <a:xfrm>
            <a:off x="11654982" y="2207435"/>
            <a:ext cx="1771256" cy="347663"/>
          </a:xfrm>
          <a:prstGeom prst="rect">
            <a:avLst/>
          </a:prstGeom>
          <a:noFill/>
          <a:ln/>
        </p:spPr>
        <p:txBody>
          <a:bodyPr wrap="none" lIns="0" tIns="0" rIns="0" bIns="0" rtlCol="0" anchor="t"/>
          <a:lstStyle/>
          <a:p>
            <a:pPr marL="0" indent="0">
              <a:lnSpc>
                <a:spcPts val="2700"/>
              </a:lnSpc>
              <a:buNone/>
            </a:pPr>
            <a:r>
              <a:rPr lang="en-US" sz="2000" dirty="0">
                <a:solidFill>
                  <a:srgbClr val="49495A"/>
                </a:solidFill>
                <a:latin typeface="Libre Baskerville" pitchFamily="34" charset="0"/>
                <a:ea typeface="Libre Baskerville" pitchFamily="34" charset="-122"/>
                <a:cs typeface="Libre Baskerville" pitchFamily="34" charset="-120"/>
              </a:rPr>
              <a:t>Time</a:t>
            </a:r>
            <a:endParaRPr lang="en-US" sz="2000" dirty="0"/>
          </a:p>
        </p:txBody>
      </p:sp>
      <p:sp>
        <p:nvSpPr>
          <p:cNvPr id="54" name="Text 6">
            <a:extLst>
              <a:ext uri="{FF2B5EF4-FFF2-40B4-BE49-F238E27FC236}">
                <a16:creationId xmlns:a16="http://schemas.microsoft.com/office/drawing/2014/main" id="{775F578C-8607-932A-BA29-CE1B0C7D52A3}"/>
              </a:ext>
            </a:extLst>
          </p:cNvPr>
          <p:cNvSpPr/>
          <p:nvPr/>
        </p:nvSpPr>
        <p:spPr>
          <a:xfrm>
            <a:off x="11654982" y="2688567"/>
            <a:ext cx="2279133" cy="1423988"/>
          </a:xfrm>
          <a:prstGeom prst="rect">
            <a:avLst/>
          </a:prstGeom>
          <a:noFill/>
          <a:ln/>
        </p:spPr>
        <p:txBody>
          <a:bodyPr wrap="square" lIns="0" tIns="0" rIns="0" bIns="0" rtlCol="0" anchor="t"/>
          <a:lstStyle/>
          <a:p>
            <a:pPr marL="0" indent="0">
              <a:lnSpc>
                <a:spcPts val="2800"/>
              </a:lnSpc>
              <a:buNone/>
            </a:pPr>
            <a:r>
              <a:rPr lang="en-US" sz="1750" dirty="0">
                <a:solidFill>
                  <a:srgbClr val="49495A"/>
                </a:solidFill>
                <a:latin typeface="Open Sans" pitchFamily="34" charset="0"/>
                <a:ea typeface="Open Sans" pitchFamily="34" charset="-122"/>
                <a:cs typeface="Open Sans" pitchFamily="34" charset="-120"/>
              </a:rPr>
              <a:t>Assign realistic timeframes based on availability.</a:t>
            </a:r>
            <a:endParaRPr lang="en-US" sz="1750" dirty="0"/>
          </a:p>
        </p:txBody>
      </p:sp>
      <p:sp>
        <p:nvSpPr>
          <p:cNvPr id="56" name="Text 8">
            <a:extLst>
              <a:ext uri="{FF2B5EF4-FFF2-40B4-BE49-F238E27FC236}">
                <a16:creationId xmlns:a16="http://schemas.microsoft.com/office/drawing/2014/main" id="{2A31BE33-5D1F-A70E-2FED-394FD9D7FCA2}"/>
              </a:ext>
            </a:extLst>
          </p:cNvPr>
          <p:cNvSpPr/>
          <p:nvPr/>
        </p:nvSpPr>
        <p:spPr>
          <a:xfrm>
            <a:off x="8476490" y="4743343"/>
            <a:ext cx="2476300" cy="347663"/>
          </a:xfrm>
          <a:prstGeom prst="rect">
            <a:avLst/>
          </a:prstGeom>
          <a:noFill/>
          <a:ln/>
        </p:spPr>
        <p:txBody>
          <a:bodyPr wrap="none" lIns="0" tIns="0" rIns="0" bIns="0" rtlCol="0" anchor="t"/>
          <a:lstStyle/>
          <a:p>
            <a:pPr marL="0" indent="0">
              <a:lnSpc>
                <a:spcPts val="2700"/>
              </a:lnSpc>
              <a:buNone/>
            </a:pPr>
            <a:r>
              <a:rPr lang="en-US" sz="2000" dirty="0">
                <a:solidFill>
                  <a:srgbClr val="49495A"/>
                </a:solidFill>
                <a:latin typeface="Libre Baskerville" pitchFamily="34" charset="0"/>
                <a:ea typeface="Libre Baskerville" pitchFamily="34" charset="-122"/>
                <a:cs typeface="Libre Baskerville" pitchFamily="34" charset="-120"/>
              </a:rPr>
              <a:t>Tools/Equipment</a:t>
            </a:r>
            <a:endParaRPr lang="en-US" sz="2000" dirty="0"/>
          </a:p>
        </p:txBody>
      </p:sp>
      <p:sp>
        <p:nvSpPr>
          <p:cNvPr id="57" name="Text 9">
            <a:extLst>
              <a:ext uri="{FF2B5EF4-FFF2-40B4-BE49-F238E27FC236}">
                <a16:creationId xmlns:a16="http://schemas.microsoft.com/office/drawing/2014/main" id="{9B55CE5A-0A37-3D4C-1D62-C6F0C9B5373E}"/>
              </a:ext>
            </a:extLst>
          </p:cNvPr>
          <p:cNvSpPr/>
          <p:nvPr/>
        </p:nvSpPr>
        <p:spPr>
          <a:xfrm>
            <a:off x="8476490" y="5224474"/>
            <a:ext cx="2400459" cy="1423988"/>
          </a:xfrm>
          <a:prstGeom prst="rect">
            <a:avLst/>
          </a:prstGeom>
          <a:noFill/>
          <a:ln/>
        </p:spPr>
        <p:txBody>
          <a:bodyPr wrap="square" lIns="0" tIns="0" rIns="0" bIns="0" rtlCol="0" anchor="t"/>
          <a:lstStyle/>
          <a:p>
            <a:pPr marL="0" indent="0">
              <a:lnSpc>
                <a:spcPts val="2800"/>
              </a:lnSpc>
              <a:buNone/>
            </a:pPr>
            <a:r>
              <a:rPr lang="en-US" sz="1750" dirty="0">
                <a:solidFill>
                  <a:srgbClr val="49495A"/>
                </a:solidFill>
                <a:latin typeface="Open Sans" pitchFamily="34" charset="0"/>
                <a:ea typeface="Open Sans" pitchFamily="34" charset="-122"/>
                <a:cs typeface="Open Sans" pitchFamily="34" charset="-120"/>
              </a:rPr>
              <a:t>Software and hardware to be used during project phases.</a:t>
            </a:r>
            <a:endParaRPr lang="en-US" sz="1750" dirty="0"/>
          </a:p>
        </p:txBody>
      </p:sp>
      <p:sp>
        <p:nvSpPr>
          <p:cNvPr id="59" name="Text 11">
            <a:extLst>
              <a:ext uri="{FF2B5EF4-FFF2-40B4-BE49-F238E27FC236}">
                <a16:creationId xmlns:a16="http://schemas.microsoft.com/office/drawing/2014/main" id="{62ECEF24-DC73-4CB9-04E0-2E3CA957D790}"/>
              </a:ext>
            </a:extLst>
          </p:cNvPr>
          <p:cNvSpPr/>
          <p:nvPr/>
        </p:nvSpPr>
        <p:spPr>
          <a:xfrm>
            <a:off x="11654983" y="4743343"/>
            <a:ext cx="2517258" cy="347663"/>
          </a:xfrm>
          <a:prstGeom prst="rect">
            <a:avLst/>
          </a:prstGeom>
          <a:noFill/>
          <a:ln/>
        </p:spPr>
        <p:txBody>
          <a:bodyPr wrap="none" lIns="0" tIns="0" rIns="0" bIns="0" rtlCol="0" anchor="t"/>
          <a:lstStyle/>
          <a:p>
            <a:pPr marL="0" indent="0">
              <a:lnSpc>
                <a:spcPts val="2700"/>
              </a:lnSpc>
              <a:buNone/>
            </a:pPr>
            <a:r>
              <a:rPr lang="en-US" sz="2000" dirty="0">
                <a:solidFill>
                  <a:srgbClr val="49495A"/>
                </a:solidFill>
                <a:latin typeface="Libre Baskerville" pitchFamily="34" charset="0"/>
                <a:ea typeface="Libre Baskerville" pitchFamily="34" charset="-122"/>
                <a:cs typeface="Libre Baskerville" pitchFamily="34" charset="-120"/>
              </a:rPr>
              <a:t>Physical Resources</a:t>
            </a:r>
            <a:endParaRPr lang="en-US" sz="2000" dirty="0"/>
          </a:p>
        </p:txBody>
      </p:sp>
      <p:sp>
        <p:nvSpPr>
          <p:cNvPr id="60" name="Text 12">
            <a:extLst>
              <a:ext uri="{FF2B5EF4-FFF2-40B4-BE49-F238E27FC236}">
                <a16:creationId xmlns:a16="http://schemas.microsoft.com/office/drawing/2014/main" id="{0246334F-5CA5-B4BA-C6C6-3246AD02E4DA}"/>
              </a:ext>
            </a:extLst>
          </p:cNvPr>
          <p:cNvSpPr/>
          <p:nvPr/>
        </p:nvSpPr>
        <p:spPr>
          <a:xfrm>
            <a:off x="11654982" y="5224474"/>
            <a:ext cx="2279133" cy="1423988"/>
          </a:xfrm>
          <a:prstGeom prst="rect">
            <a:avLst/>
          </a:prstGeom>
          <a:noFill/>
          <a:ln/>
        </p:spPr>
        <p:txBody>
          <a:bodyPr wrap="square" lIns="0" tIns="0" rIns="0" bIns="0" rtlCol="0" anchor="t"/>
          <a:lstStyle/>
          <a:p>
            <a:pPr marL="0" indent="0">
              <a:lnSpc>
                <a:spcPts val="2800"/>
              </a:lnSpc>
              <a:buNone/>
            </a:pPr>
            <a:r>
              <a:rPr lang="en-US" sz="1750" dirty="0">
                <a:solidFill>
                  <a:srgbClr val="49495A"/>
                </a:solidFill>
                <a:latin typeface="Open Sans" pitchFamily="34" charset="0"/>
                <a:ea typeface="Open Sans" pitchFamily="34" charset="-122"/>
                <a:cs typeface="Open Sans" pitchFamily="34" charset="-120"/>
              </a:rPr>
              <a:t>Ensure availability of physical resources during key phases.</a:t>
            </a:r>
            <a:endParaRPr lang="en-US" sz="1750" dirty="0"/>
          </a:p>
        </p:txBody>
      </p:sp>
      <p:pic>
        <p:nvPicPr>
          <p:cNvPr id="65" name="Picture 64">
            <a:extLst>
              <a:ext uri="{FF2B5EF4-FFF2-40B4-BE49-F238E27FC236}">
                <a16:creationId xmlns:a16="http://schemas.microsoft.com/office/drawing/2014/main" id="{8B733377-2E0C-5605-FA4B-3ADFB3C89924}"/>
              </a:ext>
            </a:extLst>
          </p:cNvPr>
          <p:cNvPicPr>
            <a:picLocks noChangeAspect="1"/>
          </p:cNvPicPr>
          <p:nvPr/>
        </p:nvPicPr>
        <p:blipFill>
          <a:blip r:embed="rId3"/>
          <a:stretch>
            <a:fillRect/>
          </a:stretch>
        </p:blipFill>
        <p:spPr>
          <a:xfrm>
            <a:off x="8476491" y="6530682"/>
            <a:ext cx="637697" cy="602595"/>
          </a:xfrm>
          <a:prstGeom prst="rect">
            <a:avLst/>
          </a:prstGeom>
        </p:spPr>
      </p:pic>
      <p:pic>
        <p:nvPicPr>
          <p:cNvPr id="2050" name="Picture 2">
            <a:extLst>
              <a:ext uri="{FF2B5EF4-FFF2-40B4-BE49-F238E27FC236}">
                <a16:creationId xmlns:a16="http://schemas.microsoft.com/office/drawing/2014/main" id="{2D58C8A6-7A98-683C-A060-CABD7DABAF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8984" y="6530682"/>
            <a:ext cx="603757" cy="60259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23F695F-F6A2-DD4D-7FAB-B5FF853D26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97603" y="6551041"/>
            <a:ext cx="1035085" cy="582235"/>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1AE1DEC7-CEDD-5177-52AA-64632F50A0F9}"/>
              </a:ext>
            </a:extLst>
          </p:cNvPr>
          <p:cNvSpPr txBox="1"/>
          <p:nvPr/>
        </p:nvSpPr>
        <p:spPr>
          <a:xfrm>
            <a:off x="8254081" y="1340917"/>
            <a:ext cx="2822417" cy="400110"/>
          </a:xfrm>
          <a:prstGeom prst="rect">
            <a:avLst/>
          </a:prstGeom>
          <a:noFill/>
        </p:spPr>
        <p:txBody>
          <a:bodyPr wrap="square">
            <a:spAutoFit/>
          </a:bodyPr>
          <a:lstStyle/>
          <a:p>
            <a:r>
              <a:rPr lang="en-US" sz="2000" b="1" dirty="0">
                <a:effectLst/>
                <a:latin typeface="Aptos" panose="020B0004020202020204" pitchFamily="34" charset="0"/>
                <a:ea typeface="DengXian" panose="02010600030101010101" pitchFamily="2" charset="-122"/>
                <a:cs typeface="Times New Roman" panose="02020603050405020304" pitchFamily="18" charset="0"/>
              </a:rPr>
              <a:t>Resource Allocation</a:t>
            </a:r>
            <a:endParaRPr lang="en-CA"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A2143-785B-2510-9DF2-6AF23E38E2DF}"/>
            </a:ext>
          </a:extLst>
        </p:cNvPr>
        <p:cNvGrpSpPr/>
        <p:nvPr/>
      </p:nvGrpSpPr>
      <p:grpSpPr>
        <a:xfrm>
          <a:off x="0" y="0"/>
          <a:ext cx="0" cy="0"/>
          <a:chOff x="0" y="0"/>
          <a:chExt cx="0" cy="0"/>
        </a:xfrm>
      </p:grpSpPr>
      <p:pic>
        <p:nvPicPr>
          <p:cNvPr id="2" name="Image 1" descr="preencoded.png">
            <a:extLst>
              <a:ext uri="{FF2B5EF4-FFF2-40B4-BE49-F238E27FC236}">
                <a16:creationId xmlns:a16="http://schemas.microsoft.com/office/drawing/2014/main" id="{3253A6D0-F503-7399-2609-95DF186996D6}"/>
              </a:ext>
            </a:extLst>
          </p:cNvPr>
          <p:cNvPicPr>
            <a:picLocks noChangeAspect="1"/>
          </p:cNvPicPr>
          <p:nvPr/>
        </p:nvPicPr>
        <p:blipFill>
          <a:blip r:embed="rId3"/>
          <a:stretch>
            <a:fillRect/>
          </a:stretch>
        </p:blipFill>
        <p:spPr>
          <a:xfrm>
            <a:off x="683895" y="1847850"/>
            <a:ext cx="977027" cy="1357059"/>
          </a:xfrm>
          <a:prstGeom prst="rect">
            <a:avLst/>
          </a:prstGeom>
          <a:solidFill>
            <a:schemeClr val="accent1">
              <a:lumMod val="20000"/>
              <a:lumOff val="80000"/>
              <a:alpha val="25098"/>
            </a:schemeClr>
          </a:solidFill>
        </p:spPr>
      </p:pic>
      <p:sp>
        <p:nvSpPr>
          <p:cNvPr id="36" name="Rectangle 35">
            <a:extLst>
              <a:ext uri="{FF2B5EF4-FFF2-40B4-BE49-F238E27FC236}">
                <a16:creationId xmlns:a16="http://schemas.microsoft.com/office/drawing/2014/main" id="{90C21264-1E92-D197-8D96-63A6B5A01CDD}"/>
              </a:ext>
            </a:extLst>
          </p:cNvPr>
          <p:cNvSpPr/>
          <p:nvPr/>
        </p:nvSpPr>
        <p:spPr>
          <a:xfrm>
            <a:off x="1791979" y="1847851"/>
            <a:ext cx="5099774" cy="5827450"/>
          </a:xfrm>
          <a:prstGeom prst="rect">
            <a:avLst/>
          </a:prstGeom>
          <a:solidFill>
            <a:schemeClr val="accent1">
              <a:lumMod val="20000"/>
              <a:lumOff val="8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 0">
            <a:extLst>
              <a:ext uri="{FF2B5EF4-FFF2-40B4-BE49-F238E27FC236}">
                <a16:creationId xmlns:a16="http://schemas.microsoft.com/office/drawing/2014/main" id="{992B7889-ACDE-2FFB-8A90-30F1C0C47B6E}"/>
              </a:ext>
            </a:extLst>
          </p:cNvPr>
          <p:cNvSpPr/>
          <p:nvPr/>
        </p:nvSpPr>
        <p:spPr>
          <a:xfrm>
            <a:off x="676870" y="531852"/>
            <a:ext cx="5800130" cy="604361"/>
          </a:xfrm>
          <a:prstGeom prst="rect">
            <a:avLst/>
          </a:prstGeom>
          <a:noFill/>
          <a:ln/>
        </p:spPr>
        <p:txBody>
          <a:bodyPr wrap="none" lIns="0" tIns="0" rIns="0" bIns="0" rtlCol="0" anchor="t"/>
          <a:lstStyle/>
          <a:p>
            <a:pPr marL="0" indent="0">
              <a:lnSpc>
                <a:spcPts val="4750"/>
              </a:lnSpc>
              <a:buNone/>
            </a:pPr>
            <a:r>
              <a:rPr lang="en-US" sz="3800" dirty="0">
                <a:solidFill>
                  <a:srgbClr val="403CCF"/>
                </a:solidFill>
                <a:latin typeface="Libre Baskerville" pitchFamily="34" charset="0"/>
                <a:ea typeface="Libre Baskerville" pitchFamily="34" charset="-122"/>
                <a:cs typeface="Libre Baskerville" pitchFamily="34" charset="-120"/>
              </a:rPr>
              <a:t>Resource Constraints</a:t>
            </a:r>
            <a:endParaRPr lang="en-US" sz="3800" dirty="0"/>
          </a:p>
        </p:txBody>
      </p:sp>
      <p:sp>
        <p:nvSpPr>
          <p:cNvPr id="11" name="Text 1">
            <a:extLst>
              <a:ext uri="{FF2B5EF4-FFF2-40B4-BE49-F238E27FC236}">
                <a16:creationId xmlns:a16="http://schemas.microsoft.com/office/drawing/2014/main" id="{61FDEAC5-F25C-E57D-CE70-47643F66E37C}"/>
              </a:ext>
            </a:extLst>
          </p:cNvPr>
          <p:cNvSpPr/>
          <p:nvPr/>
        </p:nvSpPr>
        <p:spPr>
          <a:xfrm>
            <a:off x="1953935" y="1941058"/>
            <a:ext cx="3548539" cy="305395"/>
          </a:xfrm>
          <a:prstGeom prst="rect">
            <a:avLst/>
          </a:prstGeom>
          <a:noFill/>
          <a:ln/>
        </p:spPr>
        <p:txBody>
          <a:bodyPr wrap="none" lIns="0" tIns="0" rIns="0" bIns="0" rtlCol="0" anchor="t"/>
          <a:lstStyle/>
          <a:p>
            <a:pPr marL="0" indent="0" algn="l">
              <a:lnSpc>
                <a:spcPts val="2400"/>
              </a:lnSpc>
              <a:buNone/>
            </a:pPr>
            <a:r>
              <a:rPr lang="en-US" sz="1900" b="1" dirty="0">
                <a:solidFill>
                  <a:srgbClr val="49495A"/>
                </a:solidFill>
                <a:latin typeface="Libre Baskerville" pitchFamily="34" charset="0"/>
                <a:ea typeface="Libre Baskerville" pitchFamily="34" charset="-122"/>
                <a:cs typeface="Libre Baskerville" pitchFamily="34" charset="-120"/>
              </a:rPr>
              <a:t>Personnel</a:t>
            </a:r>
            <a:endParaRPr lang="en-US" sz="1900" b="1" dirty="0"/>
          </a:p>
        </p:txBody>
      </p:sp>
      <p:sp>
        <p:nvSpPr>
          <p:cNvPr id="12" name="Text 2">
            <a:extLst>
              <a:ext uri="{FF2B5EF4-FFF2-40B4-BE49-F238E27FC236}">
                <a16:creationId xmlns:a16="http://schemas.microsoft.com/office/drawing/2014/main" id="{231887CF-BAD7-5DEC-6FE9-513DD0B055A1}"/>
              </a:ext>
            </a:extLst>
          </p:cNvPr>
          <p:cNvSpPr/>
          <p:nvPr/>
        </p:nvSpPr>
        <p:spPr>
          <a:xfrm>
            <a:off x="1953935" y="2259673"/>
            <a:ext cx="4523065" cy="625078"/>
          </a:xfrm>
          <a:prstGeom prst="rect">
            <a:avLst/>
          </a:prstGeom>
          <a:noFill/>
          <a:ln/>
        </p:spPr>
        <p:txBody>
          <a:bodyPr wrap="square" lIns="0" tIns="0" rIns="0" bIns="0" rtlCol="0" anchor="t"/>
          <a:lstStyle/>
          <a:p>
            <a:pPr marL="0" indent="0" algn="l">
              <a:lnSpc>
                <a:spcPts val="2450"/>
              </a:lnSpc>
              <a:buNone/>
            </a:pPr>
            <a:r>
              <a:rPr lang="en-US" sz="2000" dirty="0">
                <a:solidFill>
                  <a:srgbClr val="49495A"/>
                </a:solidFill>
                <a:latin typeface="Open Sans" pitchFamily="34" charset="0"/>
                <a:ea typeface="Open Sans" pitchFamily="34" charset="-122"/>
                <a:cs typeface="Open Sans" pitchFamily="34" charset="-120"/>
              </a:rPr>
              <a:t>Limited availability of team members (e.g., during report writing phase).</a:t>
            </a:r>
            <a:endParaRPr lang="en-US" sz="2000" dirty="0"/>
          </a:p>
        </p:txBody>
      </p:sp>
      <p:pic>
        <p:nvPicPr>
          <p:cNvPr id="16" name="Image 2" descr="preencoded.png">
            <a:extLst>
              <a:ext uri="{FF2B5EF4-FFF2-40B4-BE49-F238E27FC236}">
                <a16:creationId xmlns:a16="http://schemas.microsoft.com/office/drawing/2014/main" id="{9B26A6D2-1AB9-E494-2FD4-DD70C8566E66}"/>
              </a:ext>
            </a:extLst>
          </p:cNvPr>
          <p:cNvPicPr>
            <a:picLocks noChangeAspect="1"/>
          </p:cNvPicPr>
          <p:nvPr/>
        </p:nvPicPr>
        <p:blipFill>
          <a:blip r:embed="rId4"/>
          <a:stretch>
            <a:fillRect/>
          </a:stretch>
        </p:blipFill>
        <p:spPr>
          <a:xfrm>
            <a:off x="683895" y="3204910"/>
            <a:ext cx="977027" cy="1563172"/>
          </a:xfrm>
          <a:prstGeom prst="rect">
            <a:avLst/>
          </a:prstGeom>
          <a:solidFill>
            <a:schemeClr val="accent1">
              <a:lumMod val="20000"/>
              <a:lumOff val="80000"/>
              <a:alpha val="25098"/>
            </a:schemeClr>
          </a:solidFill>
        </p:spPr>
      </p:pic>
      <p:sp>
        <p:nvSpPr>
          <p:cNvPr id="17" name="Text 3">
            <a:extLst>
              <a:ext uri="{FF2B5EF4-FFF2-40B4-BE49-F238E27FC236}">
                <a16:creationId xmlns:a16="http://schemas.microsoft.com/office/drawing/2014/main" id="{0A2B70BA-5EDB-2F96-2A1F-E260B410F0C0}"/>
              </a:ext>
            </a:extLst>
          </p:cNvPr>
          <p:cNvSpPr/>
          <p:nvPr/>
        </p:nvSpPr>
        <p:spPr>
          <a:xfrm>
            <a:off x="1953935" y="3400292"/>
            <a:ext cx="2442567" cy="305395"/>
          </a:xfrm>
          <a:prstGeom prst="rect">
            <a:avLst/>
          </a:prstGeom>
          <a:noFill/>
          <a:ln/>
        </p:spPr>
        <p:txBody>
          <a:bodyPr wrap="none" lIns="0" tIns="0" rIns="0" bIns="0" rtlCol="0" anchor="t"/>
          <a:lstStyle/>
          <a:p>
            <a:pPr marL="0" indent="0" algn="l">
              <a:lnSpc>
                <a:spcPts val="2400"/>
              </a:lnSpc>
              <a:buNone/>
            </a:pPr>
            <a:r>
              <a:rPr lang="en-US" sz="1900" b="1" dirty="0">
                <a:solidFill>
                  <a:srgbClr val="49495A"/>
                </a:solidFill>
                <a:latin typeface="Libre Baskerville" pitchFamily="34" charset="0"/>
                <a:ea typeface="Libre Baskerville" pitchFamily="34" charset="-122"/>
                <a:cs typeface="Libre Baskerville" pitchFamily="34" charset="-120"/>
              </a:rPr>
              <a:t>Time</a:t>
            </a:r>
            <a:endParaRPr lang="en-US" sz="1900" b="1" dirty="0"/>
          </a:p>
        </p:txBody>
      </p:sp>
      <p:sp>
        <p:nvSpPr>
          <p:cNvPr id="21" name="Text 4">
            <a:extLst>
              <a:ext uri="{FF2B5EF4-FFF2-40B4-BE49-F238E27FC236}">
                <a16:creationId xmlns:a16="http://schemas.microsoft.com/office/drawing/2014/main" id="{04D9E841-C16D-841E-41F3-8371B3212326}"/>
              </a:ext>
            </a:extLst>
          </p:cNvPr>
          <p:cNvSpPr/>
          <p:nvPr/>
        </p:nvSpPr>
        <p:spPr>
          <a:xfrm>
            <a:off x="1953935" y="3822844"/>
            <a:ext cx="4523065" cy="625078"/>
          </a:xfrm>
          <a:prstGeom prst="rect">
            <a:avLst/>
          </a:prstGeom>
          <a:noFill/>
          <a:ln/>
        </p:spPr>
        <p:txBody>
          <a:bodyPr wrap="square" lIns="0" tIns="0" rIns="0" bIns="0" rtlCol="0" anchor="t"/>
          <a:lstStyle/>
          <a:p>
            <a:pPr marL="0" indent="0" algn="l">
              <a:lnSpc>
                <a:spcPts val="2450"/>
              </a:lnSpc>
              <a:buNone/>
            </a:pPr>
            <a:r>
              <a:rPr lang="en-US" sz="2000" dirty="0">
                <a:solidFill>
                  <a:srgbClr val="49495A"/>
                </a:solidFill>
                <a:latin typeface="Open Sans" pitchFamily="34" charset="0"/>
                <a:ea typeface="Open Sans" pitchFamily="34" charset="-122"/>
                <a:cs typeface="Open Sans" pitchFamily="34" charset="-120"/>
              </a:rPr>
              <a:t>Tight project deadlines (e.g., for final report submission).</a:t>
            </a:r>
            <a:endParaRPr lang="en-US" sz="2000" dirty="0"/>
          </a:p>
        </p:txBody>
      </p:sp>
      <p:pic>
        <p:nvPicPr>
          <p:cNvPr id="22" name="Image 3" descr="preencoded.png">
            <a:extLst>
              <a:ext uri="{FF2B5EF4-FFF2-40B4-BE49-F238E27FC236}">
                <a16:creationId xmlns:a16="http://schemas.microsoft.com/office/drawing/2014/main" id="{B5B20FA7-E2A7-44A7-1352-2D20509E15EB}"/>
              </a:ext>
            </a:extLst>
          </p:cNvPr>
          <p:cNvPicPr>
            <a:picLocks noChangeAspect="1"/>
          </p:cNvPicPr>
          <p:nvPr/>
        </p:nvPicPr>
        <p:blipFill>
          <a:blip r:embed="rId5"/>
          <a:stretch>
            <a:fillRect/>
          </a:stretch>
        </p:blipFill>
        <p:spPr>
          <a:xfrm>
            <a:off x="683895" y="4768082"/>
            <a:ext cx="977027" cy="1563172"/>
          </a:xfrm>
          <a:prstGeom prst="rect">
            <a:avLst/>
          </a:prstGeom>
          <a:solidFill>
            <a:schemeClr val="accent1">
              <a:lumMod val="20000"/>
              <a:lumOff val="80000"/>
              <a:alpha val="25098"/>
            </a:schemeClr>
          </a:solidFill>
        </p:spPr>
      </p:pic>
      <p:sp>
        <p:nvSpPr>
          <p:cNvPr id="26" name="Text 5">
            <a:extLst>
              <a:ext uri="{FF2B5EF4-FFF2-40B4-BE49-F238E27FC236}">
                <a16:creationId xmlns:a16="http://schemas.microsoft.com/office/drawing/2014/main" id="{E977A426-6016-FD94-3FC2-802C6FFF7142}"/>
              </a:ext>
            </a:extLst>
          </p:cNvPr>
          <p:cNvSpPr/>
          <p:nvPr/>
        </p:nvSpPr>
        <p:spPr>
          <a:xfrm>
            <a:off x="1953935" y="4963463"/>
            <a:ext cx="2646402" cy="305395"/>
          </a:xfrm>
          <a:prstGeom prst="rect">
            <a:avLst/>
          </a:prstGeom>
          <a:noFill/>
          <a:ln/>
        </p:spPr>
        <p:txBody>
          <a:bodyPr wrap="none" lIns="0" tIns="0" rIns="0" bIns="0" rtlCol="0" anchor="t"/>
          <a:lstStyle/>
          <a:p>
            <a:pPr marL="0" indent="0" algn="l">
              <a:lnSpc>
                <a:spcPts val="2400"/>
              </a:lnSpc>
              <a:buNone/>
            </a:pPr>
            <a:r>
              <a:rPr lang="en-US" sz="1900" b="1" dirty="0">
                <a:solidFill>
                  <a:srgbClr val="49495A"/>
                </a:solidFill>
                <a:latin typeface="Libre Baskerville" pitchFamily="34" charset="0"/>
                <a:ea typeface="Libre Baskerville" pitchFamily="34" charset="-122"/>
                <a:cs typeface="Libre Baskerville" pitchFamily="34" charset="-120"/>
              </a:rPr>
              <a:t>Tools/Equipment</a:t>
            </a:r>
            <a:endParaRPr lang="en-US" sz="1900" b="1" dirty="0"/>
          </a:p>
        </p:txBody>
      </p:sp>
      <p:sp>
        <p:nvSpPr>
          <p:cNvPr id="27" name="Text 6">
            <a:extLst>
              <a:ext uri="{FF2B5EF4-FFF2-40B4-BE49-F238E27FC236}">
                <a16:creationId xmlns:a16="http://schemas.microsoft.com/office/drawing/2014/main" id="{936B7D5E-66FC-0D58-C088-982A4544D73F}"/>
              </a:ext>
            </a:extLst>
          </p:cNvPr>
          <p:cNvSpPr/>
          <p:nvPr/>
        </p:nvSpPr>
        <p:spPr>
          <a:xfrm>
            <a:off x="1953935" y="5386016"/>
            <a:ext cx="4523065" cy="625078"/>
          </a:xfrm>
          <a:prstGeom prst="rect">
            <a:avLst/>
          </a:prstGeom>
          <a:noFill/>
          <a:ln/>
        </p:spPr>
        <p:txBody>
          <a:bodyPr wrap="square" lIns="0" tIns="0" rIns="0" bIns="0" rtlCol="0" anchor="t"/>
          <a:lstStyle/>
          <a:p>
            <a:pPr marL="0" indent="0" algn="l">
              <a:lnSpc>
                <a:spcPts val="2450"/>
              </a:lnSpc>
              <a:buNone/>
            </a:pPr>
            <a:r>
              <a:rPr lang="en-US" sz="2000" dirty="0">
                <a:solidFill>
                  <a:srgbClr val="49495A"/>
                </a:solidFill>
                <a:latin typeface="Open Sans" pitchFamily="34" charset="0"/>
                <a:ea typeface="Open Sans" pitchFamily="34" charset="-122"/>
                <a:cs typeface="Open Sans" pitchFamily="34" charset="-120"/>
              </a:rPr>
              <a:t>Need for software tools like Tableau for visualization.</a:t>
            </a:r>
            <a:endParaRPr lang="en-US" sz="2000" dirty="0"/>
          </a:p>
        </p:txBody>
      </p:sp>
      <p:pic>
        <p:nvPicPr>
          <p:cNvPr id="30" name="Image 4" descr="preencoded.png">
            <a:extLst>
              <a:ext uri="{FF2B5EF4-FFF2-40B4-BE49-F238E27FC236}">
                <a16:creationId xmlns:a16="http://schemas.microsoft.com/office/drawing/2014/main" id="{6AAF3A78-4F86-2F49-A88F-89E2D0A407F4}"/>
              </a:ext>
            </a:extLst>
          </p:cNvPr>
          <p:cNvPicPr>
            <a:picLocks noChangeAspect="1"/>
          </p:cNvPicPr>
          <p:nvPr/>
        </p:nvPicPr>
        <p:blipFill>
          <a:blip r:embed="rId6"/>
          <a:stretch>
            <a:fillRect/>
          </a:stretch>
        </p:blipFill>
        <p:spPr>
          <a:xfrm>
            <a:off x="683895" y="6331253"/>
            <a:ext cx="977027" cy="1563172"/>
          </a:xfrm>
          <a:prstGeom prst="rect">
            <a:avLst/>
          </a:prstGeom>
          <a:solidFill>
            <a:schemeClr val="accent1">
              <a:lumMod val="20000"/>
              <a:lumOff val="80000"/>
              <a:alpha val="25098"/>
            </a:schemeClr>
          </a:solidFill>
        </p:spPr>
      </p:pic>
      <p:sp>
        <p:nvSpPr>
          <p:cNvPr id="32" name="Text 7">
            <a:extLst>
              <a:ext uri="{FF2B5EF4-FFF2-40B4-BE49-F238E27FC236}">
                <a16:creationId xmlns:a16="http://schemas.microsoft.com/office/drawing/2014/main" id="{12780744-2CDD-C80B-C7DB-4621390D5BBB}"/>
              </a:ext>
            </a:extLst>
          </p:cNvPr>
          <p:cNvSpPr/>
          <p:nvPr/>
        </p:nvSpPr>
        <p:spPr>
          <a:xfrm>
            <a:off x="1953935" y="6526635"/>
            <a:ext cx="4722852" cy="305395"/>
          </a:xfrm>
          <a:prstGeom prst="rect">
            <a:avLst/>
          </a:prstGeom>
          <a:noFill/>
          <a:ln/>
        </p:spPr>
        <p:txBody>
          <a:bodyPr wrap="none" lIns="0" tIns="0" rIns="0" bIns="0" rtlCol="0" anchor="t"/>
          <a:lstStyle/>
          <a:p>
            <a:pPr marL="0" indent="0" algn="l">
              <a:lnSpc>
                <a:spcPts val="2400"/>
              </a:lnSpc>
              <a:buNone/>
            </a:pPr>
            <a:r>
              <a:rPr lang="en-US" sz="1900" b="1" dirty="0">
                <a:solidFill>
                  <a:srgbClr val="49495A"/>
                </a:solidFill>
                <a:latin typeface="Libre Baskerville" pitchFamily="34" charset="0"/>
                <a:ea typeface="Libre Baskerville" pitchFamily="34" charset="-122"/>
                <a:cs typeface="Libre Baskerville" pitchFamily="34" charset="-120"/>
              </a:rPr>
              <a:t>Physical Resources</a:t>
            </a:r>
            <a:endParaRPr lang="en-US" sz="1900" b="1" dirty="0"/>
          </a:p>
        </p:txBody>
      </p:sp>
      <p:sp>
        <p:nvSpPr>
          <p:cNvPr id="33" name="Text 8">
            <a:extLst>
              <a:ext uri="{FF2B5EF4-FFF2-40B4-BE49-F238E27FC236}">
                <a16:creationId xmlns:a16="http://schemas.microsoft.com/office/drawing/2014/main" id="{1B6A5D5C-ED3B-7A7E-C86F-2C3573F5838C}"/>
              </a:ext>
            </a:extLst>
          </p:cNvPr>
          <p:cNvSpPr/>
          <p:nvPr/>
        </p:nvSpPr>
        <p:spPr>
          <a:xfrm>
            <a:off x="1953935" y="6949187"/>
            <a:ext cx="4523065" cy="625078"/>
          </a:xfrm>
          <a:prstGeom prst="rect">
            <a:avLst/>
          </a:prstGeom>
          <a:noFill/>
          <a:ln/>
        </p:spPr>
        <p:txBody>
          <a:bodyPr wrap="square" lIns="0" tIns="0" rIns="0" bIns="0" rtlCol="0" anchor="t"/>
          <a:lstStyle/>
          <a:p>
            <a:pPr marL="0" indent="0" algn="l">
              <a:lnSpc>
                <a:spcPts val="2450"/>
              </a:lnSpc>
              <a:buNone/>
            </a:pPr>
            <a:r>
              <a:rPr lang="en-US" sz="2000" dirty="0">
                <a:solidFill>
                  <a:srgbClr val="49495A"/>
                </a:solidFill>
                <a:latin typeface="Open Sans" pitchFamily="34" charset="0"/>
                <a:ea typeface="Open Sans" pitchFamily="34" charset="-122"/>
                <a:cs typeface="Open Sans" pitchFamily="34" charset="-120"/>
              </a:rPr>
              <a:t>Limited access to QR codes or hardware.</a:t>
            </a:r>
            <a:endParaRPr lang="en-US" sz="2000" dirty="0"/>
          </a:p>
        </p:txBody>
      </p:sp>
      <p:sp>
        <p:nvSpPr>
          <p:cNvPr id="76" name="Rectangle 75">
            <a:extLst>
              <a:ext uri="{FF2B5EF4-FFF2-40B4-BE49-F238E27FC236}">
                <a16:creationId xmlns:a16="http://schemas.microsoft.com/office/drawing/2014/main" id="{36997451-DCA1-223C-9957-FE7E46BFC26B}"/>
              </a:ext>
            </a:extLst>
          </p:cNvPr>
          <p:cNvSpPr/>
          <p:nvPr/>
        </p:nvSpPr>
        <p:spPr>
          <a:xfrm>
            <a:off x="9279012" y="1847851"/>
            <a:ext cx="5099774" cy="5827450"/>
          </a:xfrm>
          <a:prstGeom prst="rect">
            <a:avLst/>
          </a:prstGeom>
          <a:solidFill>
            <a:schemeClr val="accent1">
              <a:lumMod val="20000"/>
              <a:lumOff val="8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8" name="Text 2">
            <a:extLst>
              <a:ext uri="{FF2B5EF4-FFF2-40B4-BE49-F238E27FC236}">
                <a16:creationId xmlns:a16="http://schemas.microsoft.com/office/drawing/2014/main" id="{A29F0D87-19B3-1FCF-7FE7-59C364D017D7}"/>
              </a:ext>
            </a:extLst>
          </p:cNvPr>
          <p:cNvSpPr/>
          <p:nvPr/>
        </p:nvSpPr>
        <p:spPr>
          <a:xfrm>
            <a:off x="9440968" y="1947134"/>
            <a:ext cx="4523065" cy="625078"/>
          </a:xfrm>
          <a:prstGeom prst="rect">
            <a:avLst/>
          </a:prstGeom>
          <a:noFill/>
          <a:ln/>
        </p:spPr>
        <p:txBody>
          <a:bodyPr wrap="square" lIns="0" tIns="0" rIns="0" bIns="0" rtlCol="0" anchor="t"/>
          <a:lstStyle/>
          <a:p>
            <a:pPr marL="0" indent="0" algn="l">
              <a:lnSpc>
                <a:spcPts val="2450"/>
              </a:lnSpc>
              <a:buNone/>
            </a:pPr>
            <a:r>
              <a:rPr lang="en-US" sz="2000" dirty="0">
                <a:solidFill>
                  <a:srgbClr val="49495A"/>
                </a:solidFill>
                <a:latin typeface="Open Sans" pitchFamily="34" charset="0"/>
                <a:ea typeface="Open Sans" pitchFamily="34" charset="-122"/>
                <a:cs typeface="Open Sans" pitchFamily="34" charset="-120"/>
              </a:rPr>
              <a:t>Adjust timeline, ensure workloads are balanced, and plan for overlapping tasks.</a:t>
            </a:r>
            <a:endParaRPr lang="en-US" sz="2000" dirty="0"/>
          </a:p>
        </p:txBody>
      </p:sp>
      <p:sp>
        <p:nvSpPr>
          <p:cNvPr id="80" name="Text 4">
            <a:extLst>
              <a:ext uri="{FF2B5EF4-FFF2-40B4-BE49-F238E27FC236}">
                <a16:creationId xmlns:a16="http://schemas.microsoft.com/office/drawing/2014/main" id="{1FA75A0F-2950-5B46-3C7F-49015E49C6DD}"/>
              </a:ext>
            </a:extLst>
          </p:cNvPr>
          <p:cNvSpPr/>
          <p:nvPr/>
        </p:nvSpPr>
        <p:spPr>
          <a:xfrm>
            <a:off x="9440968" y="3400292"/>
            <a:ext cx="4523065" cy="625078"/>
          </a:xfrm>
          <a:prstGeom prst="rect">
            <a:avLst/>
          </a:prstGeom>
          <a:noFill/>
          <a:ln/>
        </p:spPr>
        <p:txBody>
          <a:bodyPr wrap="square" lIns="0" tIns="0" rIns="0" bIns="0" rtlCol="0" anchor="t"/>
          <a:lstStyle/>
          <a:p>
            <a:pPr marL="0" indent="0" algn="l">
              <a:lnSpc>
                <a:spcPts val="2450"/>
              </a:lnSpc>
              <a:buNone/>
            </a:pPr>
            <a:r>
              <a:rPr lang="en-US" sz="2000" dirty="0">
                <a:solidFill>
                  <a:srgbClr val="49495A"/>
                </a:solidFill>
                <a:latin typeface="Open Sans" pitchFamily="34" charset="0"/>
                <a:ea typeface="Open Sans" pitchFamily="34" charset="-122"/>
                <a:cs typeface="Open Sans" pitchFamily="34" charset="-120"/>
              </a:rPr>
              <a:t>Monitor progress closely, break down tasks into manageable parts, and ensure buffer time for unexpected delays.</a:t>
            </a:r>
            <a:endParaRPr lang="en-US" sz="2000" dirty="0"/>
          </a:p>
        </p:txBody>
      </p:sp>
      <p:sp>
        <p:nvSpPr>
          <p:cNvPr id="82" name="Text 6">
            <a:extLst>
              <a:ext uri="{FF2B5EF4-FFF2-40B4-BE49-F238E27FC236}">
                <a16:creationId xmlns:a16="http://schemas.microsoft.com/office/drawing/2014/main" id="{ADFFC21B-6E20-0C32-6083-7160E1F13283}"/>
              </a:ext>
            </a:extLst>
          </p:cNvPr>
          <p:cNvSpPr/>
          <p:nvPr/>
        </p:nvSpPr>
        <p:spPr>
          <a:xfrm>
            <a:off x="9440968" y="5116160"/>
            <a:ext cx="4523065" cy="1025417"/>
          </a:xfrm>
          <a:prstGeom prst="rect">
            <a:avLst/>
          </a:prstGeom>
          <a:noFill/>
          <a:ln/>
        </p:spPr>
        <p:txBody>
          <a:bodyPr wrap="square" lIns="0" tIns="0" rIns="0" bIns="0" rtlCol="0" anchor="t"/>
          <a:lstStyle/>
          <a:p>
            <a:pPr marL="0" indent="0" algn="l">
              <a:lnSpc>
                <a:spcPts val="2450"/>
              </a:lnSpc>
              <a:buNone/>
            </a:pPr>
            <a:r>
              <a:rPr lang="en-US" sz="2000" dirty="0">
                <a:solidFill>
                  <a:srgbClr val="49495A"/>
                </a:solidFill>
                <a:latin typeface="Open Sans" pitchFamily="34" charset="0"/>
                <a:ea typeface="Open Sans" pitchFamily="34" charset="-122"/>
                <a:cs typeface="Open Sans" pitchFamily="34" charset="-120"/>
              </a:rPr>
              <a:t>Early acquisition of software licenses and scheduled training for team members.</a:t>
            </a:r>
            <a:endParaRPr lang="en-US" sz="2000" dirty="0"/>
          </a:p>
        </p:txBody>
      </p:sp>
      <p:sp>
        <p:nvSpPr>
          <p:cNvPr id="84" name="Text 8">
            <a:extLst>
              <a:ext uri="{FF2B5EF4-FFF2-40B4-BE49-F238E27FC236}">
                <a16:creationId xmlns:a16="http://schemas.microsoft.com/office/drawing/2014/main" id="{C8CE2779-8D88-C91A-31B4-01CB6B3370D7}"/>
              </a:ext>
            </a:extLst>
          </p:cNvPr>
          <p:cNvSpPr/>
          <p:nvPr/>
        </p:nvSpPr>
        <p:spPr>
          <a:xfrm>
            <a:off x="9440968" y="6683216"/>
            <a:ext cx="4523065" cy="625078"/>
          </a:xfrm>
          <a:prstGeom prst="rect">
            <a:avLst/>
          </a:prstGeom>
          <a:noFill/>
          <a:ln/>
        </p:spPr>
        <p:txBody>
          <a:bodyPr wrap="square" lIns="0" tIns="0" rIns="0" bIns="0" rtlCol="0" anchor="t"/>
          <a:lstStyle/>
          <a:p>
            <a:pPr marL="0" indent="0" algn="l">
              <a:lnSpc>
                <a:spcPts val="2450"/>
              </a:lnSpc>
              <a:buNone/>
            </a:pPr>
            <a:r>
              <a:rPr lang="en-US" sz="2000" dirty="0">
                <a:solidFill>
                  <a:srgbClr val="49495A"/>
                </a:solidFill>
                <a:latin typeface="Open Sans" pitchFamily="34" charset="0"/>
                <a:ea typeface="Open Sans" pitchFamily="34" charset="-122"/>
                <a:cs typeface="Open Sans" pitchFamily="34" charset="-120"/>
              </a:rPr>
              <a:t>Ensure timely procurement and pre-setup before starting data collection.</a:t>
            </a:r>
            <a:endParaRPr lang="en-US" sz="2000" dirty="0"/>
          </a:p>
        </p:txBody>
      </p:sp>
      <p:cxnSp>
        <p:nvCxnSpPr>
          <p:cNvPr id="86" name="Straight Connector 85">
            <a:extLst>
              <a:ext uri="{FF2B5EF4-FFF2-40B4-BE49-F238E27FC236}">
                <a16:creationId xmlns:a16="http://schemas.microsoft.com/office/drawing/2014/main" id="{F5B818B9-DED7-F45A-AC8E-F3B60E36E28E}"/>
              </a:ext>
            </a:extLst>
          </p:cNvPr>
          <p:cNvCxnSpPr/>
          <p:nvPr/>
        </p:nvCxnSpPr>
        <p:spPr>
          <a:xfrm>
            <a:off x="1953935" y="3068456"/>
            <a:ext cx="12369619"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7" name="Straight Connector 86">
            <a:extLst>
              <a:ext uri="{FF2B5EF4-FFF2-40B4-BE49-F238E27FC236}">
                <a16:creationId xmlns:a16="http://schemas.microsoft.com/office/drawing/2014/main" id="{5D022099-0BE7-DE06-8081-0FB79C64015D}"/>
              </a:ext>
            </a:extLst>
          </p:cNvPr>
          <p:cNvCxnSpPr/>
          <p:nvPr/>
        </p:nvCxnSpPr>
        <p:spPr>
          <a:xfrm>
            <a:off x="1953935" y="4680487"/>
            <a:ext cx="12369619"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8" name="Straight Connector 87">
            <a:extLst>
              <a:ext uri="{FF2B5EF4-FFF2-40B4-BE49-F238E27FC236}">
                <a16:creationId xmlns:a16="http://schemas.microsoft.com/office/drawing/2014/main" id="{40151A6B-C42E-CF0C-5BB5-A008B97529C6}"/>
              </a:ext>
            </a:extLst>
          </p:cNvPr>
          <p:cNvCxnSpPr/>
          <p:nvPr/>
        </p:nvCxnSpPr>
        <p:spPr>
          <a:xfrm>
            <a:off x="1953935" y="6257673"/>
            <a:ext cx="12369619"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7" name="Arrow: Right 46">
            <a:extLst>
              <a:ext uri="{FF2B5EF4-FFF2-40B4-BE49-F238E27FC236}">
                <a16:creationId xmlns:a16="http://schemas.microsoft.com/office/drawing/2014/main" id="{F536604E-F8FD-B6D2-3260-48848DD17A31}"/>
              </a:ext>
            </a:extLst>
          </p:cNvPr>
          <p:cNvSpPr/>
          <p:nvPr/>
        </p:nvSpPr>
        <p:spPr>
          <a:xfrm>
            <a:off x="7129221" y="3395504"/>
            <a:ext cx="2019045" cy="2935749"/>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0" name="TextBox 89">
            <a:extLst>
              <a:ext uri="{FF2B5EF4-FFF2-40B4-BE49-F238E27FC236}">
                <a16:creationId xmlns:a16="http://schemas.microsoft.com/office/drawing/2014/main" id="{62D2E843-FEA7-6C6A-865F-4B350327A3D3}"/>
              </a:ext>
            </a:extLst>
          </p:cNvPr>
          <p:cNvSpPr txBox="1"/>
          <p:nvPr/>
        </p:nvSpPr>
        <p:spPr>
          <a:xfrm>
            <a:off x="3175218" y="1372480"/>
            <a:ext cx="1636268" cy="400110"/>
          </a:xfrm>
          <a:prstGeom prst="rect">
            <a:avLst/>
          </a:prstGeom>
          <a:noFill/>
        </p:spPr>
        <p:txBody>
          <a:bodyPr wrap="square">
            <a:spAutoFit/>
          </a:bodyPr>
          <a:lstStyle/>
          <a:p>
            <a:r>
              <a:rPr lang="en-US" sz="2000" b="1" dirty="0">
                <a:effectLst/>
                <a:latin typeface="Aptos" panose="020B0004020202020204" pitchFamily="34" charset="0"/>
                <a:ea typeface="DengXian" panose="02010600030101010101" pitchFamily="2" charset="-122"/>
                <a:cs typeface="Times New Roman" panose="02020603050405020304" pitchFamily="18" charset="0"/>
              </a:rPr>
              <a:t>Constraint</a:t>
            </a:r>
            <a:endParaRPr lang="en-CA" sz="2000" dirty="0"/>
          </a:p>
        </p:txBody>
      </p:sp>
      <p:sp>
        <p:nvSpPr>
          <p:cNvPr id="91" name="TextBox 90">
            <a:extLst>
              <a:ext uri="{FF2B5EF4-FFF2-40B4-BE49-F238E27FC236}">
                <a16:creationId xmlns:a16="http://schemas.microsoft.com/office/drawing/2014/main" id="{464DC9FF-8823-0DFD-EA83-E5203E2BC6F1}"/>
              </a:ext>
            </a:extLst>
          </p:cNvPr>
          <p:cNvSpPr txBox="1"/>
          <p:nvPr/>
        </p:nvSpPr>
        <p:spPr>
          <a:xfrm>
            <a:off x="10319656" y="1372480"/>
            <a:ext cx="2873829" cy="400110"/>
          </a:xfrm>
          <a:prstGeom prst="rect">
            <a:avLst/>
          </a:prstGeom>
          <a:noFill/>
        </p:spPr>
        <p:txBody>
          <a:bodyPr wrap="square">
            <a:spAutoFit/>
          </a:bodyPr>
          <a:lstStyle/>
          <a:p>
            <a:r>
              <a:rPr lang="en-US" sz="2000" b="1" dirty="0">
                <a:effectLst/>
                <a:latin typeface="Aptos" panose="020B0004020202020204" pitchFamily="34" charset="0"/>
                <a:ea typeface="DengXian" panose="02010600030101010101" pitchFamily="2" charset="-122"/>
                <a:cs typeface="Times New Roman" panose="02020603050405020304" pitchFamily="18" charset="0"/>
              </a:rPr>
              <a:t>Mitigation Strategy</a:t>
            </a:r>
            <a:endParaRPr lang="en-CA" sz="2000" dirty="0"/>
          </a:p>
        </p:txBody>
      </p:sp>
    </p:spTree>
    <p:extLst>
      <p:ext uri="{BB962C8B-B14F-4D97-AF65-F5344CB8AC3E}">
        <p14:creationId xmlns:p14="http://schemas.microsoft.com/office/powerpoint/2010/main" val="580440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B902AD-29C5-DC6C-0450-130345EDDFFD}"/>
            </a:ext>
          </a:extLst>
        </p:cNvPr>
        <p:cNvGrpSpPr/>
        <p:nvPr/>
      </p:nvGrpSpPr>
      <p:grpSpPr>
        <a:xfrm>
          <a:off x="0" y="0"/>
          <a:ext cx="0" cy="0"/>
          <a:chOff x="0" y="0"/>
          <a:chExt cx="0" cy="0"/>
        </a:xfrm>
      </p:grpSpPr>
      <p:sp>
        <p:nvSpPr>
          <p:cNvPr id="9" name="Flowchart: Document 8">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810" y="0"/>
            <a:ext cx="3897630" cy="4080511"/>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a:extLst>
              <a:ext uri="{FF2B5EF4-FFF2-40B4-BE49-F238E27FC236}">
                <a16:creationId xmlns:a16="http://schemas.microsoft.com/office/drawing/2014/main" id="{145ABA92-087D-D372-0771-A4A8BB1567E7}"/>
              </a:ext>
            </a:extLst>
          </p:cNvPr>
          <p:cNvSpPr/>
          <p:nvPr/>
        </p:nvSpPr>
        <p:spPr>
          <a:xfrm>
            <a:off x="1005840" y="205394"/>
            <a:ext cx="3408218" cy="2845378"/>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800" kern="1200">
                <a:solidFill>
                  <a:srgbClr val="FFFFFF"/>
                </a:solidFill>
                <a:latin typeface="+mj-lt"/>
                <a:ea typeface="+mj-ea"/>
                <a:cs typeface="+mj-cs"/>
              </a:rPr>
              <a:t>RACI Matrix</a:t>
            </a:r>
          </a:p>
        </p:txBody>
      </p:sp>
      <p:graphicFrame>
        <p:nvGraphicFramePr>
          <p:cNvPr id="4" name="Table 3">
            <a:extLst>
              <a:ext uri="{FF2B5EF4-FFF2-40B4-BE49-F238E27FC236}">
                <a16:creationId xmlns:a16="http://schemas.microsoft.com/office/drawing/2014/main" id="{80E347FC-88ED-8F42-F787-4DD35E26B926}"/>
              </a:ext>
            </a:extLst>
          </p:cNvPr>
          <p:cNvGraphicFramePr>
            <a:graphicFrameLocks noGrp="1"/>
          </p:cNvGraphicFramePr>
          <p:nvPr>
            <p:extLst>
              <p:ext uri="{D42A27DB-BD31-4B8C-83A1-F6EECF244321}">
                <p14:modId xmlns:p14="http://schemas.microsoft.com/office/powerpoint/2010/main" val="315851214"/>
              </p:ext>
            </p:extLst>
          </p:nvPr>
        </p:nvGraphicFramePr>
        <p:xfrm>
          <a:off x="5049519" y="1482008"/>
          <a:ext cx="8817049" cy="5266756"/>
        </p:xfrm>
        <a:graphic>
          <a:graphicData uri="http://schemas.openxmlformats.org/drawingml/2006/table">
            <a:tbl>
              <a:tblPr firstRow="1" firstCol="1" bandRow="1">
                <a:tableStyleId>{5C22544A-7EE6-4342-B048-85BDC9FD1C3A}</a:tableStyleId>
              </a:tblPr>
              <a:tblGrid>
                <a:gridCol w="1474610">
                  <a:extLst>
                    <a:ext uri="{9D8B030D-6E8A-4147-A177-3AD203B41FA5}">
                      <a16:colId xmlns:a16="http://schemas.microsoft.com/office/drawing/2014/main" val="1002334717"/>
                    </a:ext>
                  </a:extLst>
                </a:gridCol>
                <a:gridCol w="1081296">
                  <a:extLst>
                    <a:ext uri="{9D8B030D-6E8A-4147-A177-3AD203B41FA5}">
                      <a16:colId xmlns:a16="http://schemas.microsoft.com/office/drawing/2014/main" val="3313549242"/>
                    </a:ext>
                  </a:extLst>
                </a:gridCol>
                <a:gridCol w="1204606">
                  <a:extLst>
                    <a:ext uri="{9D8B030D-6E8A-4147-A177-3AD203B41FA5}">
                      <a16:colId xmlns:a16="http://schemas.microsoft.com/office/drawing/2014/main" val="3460649876"/>
                    </a:ext>
                  </a:extLst>
                </a:gridCol>
                <a:gridCol w="1249252">
                  <a:extLst>
                    <a:ext uri="{9D8B030D-6E8A-4147-A177-3AD203B41FA5}">
                      <a16:colId xmlns:a16="http://schemas.microsoft.com/office/drawing/2014/main" val="1208018118"/>
                    </a:ext>
                  </a:extLst>
                </a:gridCol>
                <a:gridCol w="1555399">
                  <a:extLst>
                    <a:ext uri="{9D8B030D-6E8A-4147-A177-3AD203B41FA5}">
                      <a16:colId xmlns:a16="http://schemas.microsoft.com/office/drawing/2014/main" val="323398891"/>
                    </a:ext>
                  </a:extLst>
                </a:gridCol>
                <a:gridCol w="1149329">
                  <a:extLst>
                    <a:ext uri="{9D8B030D-6E8A-4147-A177-3AD203B41FA5}">
                      <a16:colId xmlns:a16="http://schemas.microsoft.com/office/drawing/2014/main" val="3405231486"/>
                    </a:ext>
                  </a:extLst>
                </a:gridCol>
                <a:gridCol w="1102557">
                  <a:extLst>
                    <a:ext uri="{9D8B030D-6E8A-4147-A177-3AD203B41FA5}">
                      <a16:colId xmlns:a16="http://schemas.microsoft.com/office/drawing/2014/main" val="666075248"/>
                    </a:ext>
                  </a:extLst>
                </a:gridCol>
              </a:tblGrid>
              <a:tr h="1722759">
                <a:tc>
                  <a:txBody>
                    <a:bodyPr/>
                    <a:lstStyle/>
                    <a:p>
                      <a:pPr algn="ctr">
                        <a:lnSpc>
                          <a:spcPct val="115000"/>
                        </a:lnSpc>
                        <a:spcBef>
                          <a:spcPts val="600"/>
                        </a:spcBef>
                        <a:spcAft>
                          <a:spcPts val="600"/>
                        </a:spcAft>
                      </a:pPr>
                      <a:r>
                        <a:rPr lang="en-US" sz="1600" b="1" kern="100">
                          <a:solidFill>
                            <a:schemeClr val="tx1"/>
                          </a:solidFill>
                          <a:effectLst/>
                        </a:rPr>
                        <a:t>Task</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Project Leader (Keying Wang)</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Survey Designer (Tran Bao Diem Phuong)</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Tech Support (Devansh Sharma)</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Data Collectors (Ramandeep Singh, Gaurav Singh)</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Data Analyst (Tran Bao Diem Phuong)</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1600" b="1" kern="100">
                          <a:solidFill>
                            <a:schemeClr val="tx1"/>
                          </a:solidFill>
                          <a:effectLst/>
                        </a:rPr>
                        <a:t>Report Writer (Gaurav Singh)</a:t>
                      </a:r>
                      <a:endParaRPr lang="en-CA" sz="1600" b="1"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a:noFill/>
                    </a:lnT>
                    <a:lnB w="19050">
                      <a:solidFill>
                        <a:schemeClr val="accent1"/>
                      </a:solidFill>
                    </a:lnB>
                    <a:noFill/>
                  </a:tcPr>
                </a:tc>
                <a:extLst>
                  <a:ext uri="{0D108BD9-81ED-4DB2-BD59-A6C34878D82A}">
                    <a16:rowId xmlns:a16="http://schemas.microsoft.com/office/drawing/2014/main" val="458693965"/>
                  </a:ext>
                </a:extLst>
              </a:tr>
              <a:tr h="596137">
                <a:tc>
                  <a:txBody>
                    <a:bodyPr/>
                    <a:lstStyle/>
                    <a:p>
                      <a:pPr>
                        <a:lnSpc>
                          <a:spcPct val="115000"/>
                        </a:lnSpc>
                        <a:spcBef>
                          <a:spcPts val="600"/>
                        </a:spcBef>
                        <a:spcAft>
                          <a:spcPts val="600"/>
                        </a:spcAft>
                      </a:pPr>
                      <a:r>
                        <a:rPr lang="en-US" sz="1600" kern="100">
                          <a:solidFill>
                            <a:schemeClr val="tx1"/>
                          </a:solidFill>
                          <a:effectLst/>
                        </a:rPr>
                        <a:t>Daily Check-ins</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A</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19050">
                      <a:solidFill>
                        <a:schemeClr val="accent1"/>
                      </a:solidFill>
                    </a:lnT>
                    <a:lnB w="3175">
                      <a:solidFill>
                        <a:schemeClr val="tx1"/>
                      </a:solidFill>
                    </a:lnB>
                    <a:noFill/>
                  </a:tcPr>
                </a:tc>
                <a:extLst>
                  <a:ext uri="{0D108BD9-81ED-4DB2-BD59-A6C34878D82A}">
                    <a16:rowId xmlns:a16="http://schemas.microsoft.com/office/drawing/2014/main" val="1958724309"/>
                  </a:ext>
                </a:extLst>
              </a:tr>
              <a:tr h="877793">
                <a:tc>
                  <a:txBody>
                    <a:bodyPr/>
                    <a:lstStyle/>
                    <a:p>
                      <a:pPr>
                        <a:lnSpc>
                          <a:spcPct val="115000"/>
                        </a:lnSpc>
                        <a:spcBef>
                          <a:spcPts val="600"/>
                        </a:spcBef>
                        <a:spcAft>
                          <a:spcPts val="600"/>
                        </a:spcAft>
                      </a:pPr>
                      <a:r>
                        <a:rPr lang="en-US" sz="1600" kern="100">
                          <a:solidFill>
                            <a:schemeClr val="tx1"/>
                          </a:solidFill>
                          <a:effectLst/>
                        </a:rPr>
                        <a:t>Weekly Progress Reports</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A</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1296369477"/>
                  </a:ext>
                </a:extLst>
              </a:tr>
              <a:tr h="596137">
                <a:tc>
                  <a:txBody>
                    <a:bodyPr/>
                    <a:lstStyle/>
                    <a:p>
                      <a:pPr>
                        <a:lnSpc>
                          <a:spcPct val="115000"/>
                        </a:lnSpc>
                        <a:spcBef>
                          <a:spcPts val="600"/>
                        </a:spcBef>
                        <a:spcAft>
                          <a:spcPts val="600"/>
                        </a:spcAft>
                      </a:pPr>
                      <a:r>
                        <a:rPr lang="en-US" sz="1600" kern="100">
                          <a:solidFill>
                            <a:schemeClr val="tx1"/>
                          </a:solidFill>
                          <a:effectLst/>
                        </a:rPr>
                        <a:t>Milestone Reviews</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A</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C</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C</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R</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C</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2302896563"/>
                  </a:ext>
                </a:extLst>
              </a:tr>
              <a:tr h="596137">
                <a:tc>
                  <a:txBody>
                    <a:bodyPr/>
                    <a:lstStyle/>
                    <a:p>
                      <a:pPr>
                        <a:lnSpc>
                          <a:spcPct val="115000"/>
                        </a:lnSpc>
                        <a:spcBef>
                          <a:spcPts val="600"/>
                        </a:spcBef>
                        <a:spcAft>
                          <a:spcPts val="600"/>
                        </a:spcAft>
                      </a:pPr>
                      <a:r>
                        <a:rPr lang="en-US" sz="1600" kern="100">
                          <a:solidFill>
                            <a:schemeClr val="tx1"/>
                          </a:solidFill>
                          <a:effectLst/>
                        </a:rPr>
                        <a:t>Issue Escalations</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A</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C</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R</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R</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3991619147"/>
                  </a:ext>
                </a:extLst>
              </a:tr>
              <a:tr h="877793">
                <a:tc>
                  <a:txBody>
                    <a:bodyPr/>
                    <a:lstStyle/>
                    <a:p>
                      <a:pPr>
                        <a:lnSpc>
                          <a:spcPct val="115000"/>
                        </a:lnSpc>
                        <a:spcBef>
                          <a:spcPts val="600"/>
                        </a:spcBef>
                        <a:spcAft>
                          <a:spcPts val="600"/>
                        </a:spcAft>
                      </a:pPr>
                      <a:r>
                        <a:rPr lang="en-US" sz="1600" kern="100">
                          <a:solidFill>
                            <a:schemeClr val="tx1"/>
                          </a:solidFill>
                          <a:effectLst/>
                        </a:rPr>
                        <a:t>Final Presentation and Report</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12700">
                      <a:solidFill>
                        <a:schemeClr val="accent1"/>
                      </a:solidFill>
                    </a:lnB>
                    <a:noFill/>
                  </a:tcPr>
                </a:tc>
                <a:tc>
                  <a:txBody>
                    <a:bodyPr/>
                    <a:lstStyle/>
                    <a:p>
                      <a:pPr>
                        <a:lnSpc>
                          <a:spcPct val="115000"/>
                        </a:lnSpc>
                        <a:spcBef>
                          <a:spcPts val="600"/>
                        </a:spcBef>
                        <a:spcAft>
                          <a:spcPts val="600"/>
                        </a:spcAft>
                      </a:pPr>
                      <a:r>
                        <a:rPr lang="en-US" sz="1600" kern="100">
                          <a:solidFill>
                            <a:schemeClr val="tx1"/>
                          </a:solidFill>
                          <a:effectLst/>
                        </a:rPr>
                        <a:t>C</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12700">
                      <a:solidFill>
                        <a:schemeClr val="accent1"/>
                      </a:solidFill>
                    </a:lnB>
                    <a:noFill/>
                  </a:tcPr>
                </a:tc>
                <a:tc>
                  <a:txBody>
                    <a:bodyPr/>
                    <a:lstStyle/>
                    <a:p>
                      <a:pPr>
                        <a:lnSpc>
                          <a:spcPct val="115000"/>
                        </a:lnSpc>
                        <a:spcBef>
                          <a:spcPts val="600"/>
                        </a:spcBef>
                        <a:spcAft>
                          <a:spcPts val="600"/>
                        </a:spcAft>
                      </a:pPr>
                      <a:r>
                        <a:rPr lang="en-US" sz="1600" kern="100">
                          <a:solidFill>
                            <a:schemeClr val="tx1"/>
                          </a:solidFill>
                          <a:effectLst/>
                        </a:rPr>
                        <a:t>C</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12700">
                      <a:solidFill>
                        <a:schemeClr val="accent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12700">
                      <a:solidFill>
                        <a:schemeClr val="accent1"/>
                      </a:solidFill>
                    </a:lnB>
                    <a:noFill/>
                  </a:tcPr>
                </a:tc>
                <a:tc>
                  <a:txBody>
                    <a:bodyPr/>
                    <a:lstStyle/>
                    <a:p>
                      <a:pPr>
                        <a:lnSpc>
                          <a:spcPct val="115000"/>
                        </a:lnSpc>
                        <a:spcBef>
                          <a:spcPts val="600"/>
                        </a:spcBef>
                        <a:spcAft>
                          <a:spcPts val="600"/>
                        </a:spcAft>
                      </a:pPr>
                      <a:r>
                        <a:rPr lang="en-US" sz="1600" kern="100">
                          <a:solidFill>
                            <a:schemeClr val="tx1"/>
                          </a:solidFill>
                          <a:effectLst/>
                        </a:rPr>
                        <a:t>I</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12700">
                      <a:solidFill>
                        <a:schemeClr val="accent1"/>
                      </a:solidFill>
                    </a:lnB>
                    <a:noFill/>
                  </a:tcPr>
                </a:tc>
                <a:tc>
                  <a:txBody>
                    <a:bodyPr/>
                    <a:lstStyle/>
                    <a:p>
                      <a:pPr>
                        <a:lnSpc>
                          <a:spcPct val="115000"/>
                        </a:lnSpc>
                        <a:spcBef>
                          <a:spcPts val="600"/>
                        </a:spcBef>
                        <a:spcAft>
                          <a:spcPts val="600"/>
                        </a:spcAft>
                      </a:pPr>
                      <a:r>
                        <a:rPr lang="en-US" sz="1600" kern="100">
                          <a:solidFill>
                            <a:schemeClr val="tx1"/>
                          </a:solidFill>
                          <a:effectLst/>
                        </a:rPr>
                        <a:t>R</a:t>
                      </a:r>
                      <a:endParaRPr lang="en-CA" sz="16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12700">
                      <a:solidFill>
                        <a:schemeClr val="accent1"/>
                      </a:solidFill>
                    </a:lnB>
                    <a:noFill/>
                  </a:tcPr>
                </a:tc>
                <a:tc>
                  <a:txBody>
                    <a:bodyPr/>
                    <a:lstStyle/>
                    <a:p>
                      <a:pPr>
                        <a:lnSpc>
                          <a:spcPct val="115000"/>
                        </a:lnSpc>
                        <a:spcBef>
                          <a:spcPts val="600"/>
                        </a:spcBef>
                        <a:spcAft>
                          <a:spcPts val="600"/>
                        </a:spcAft>
                      </a:pPr>
                      <a:r>
                        <a:rPr lang="en-US" sz="1600" kern="100" dirty="0">
                          <a:solidFill>
                            <a:schemeClr val="tx1"/>
                          </a:solidFill>
                          <a:effectLst/>
                        </a:rPr>
                        <a:t>A</a:t>
                      </a:r>
                      <a:endParaRPr lang="en-CA" sz="16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91844" marR="91844" marT="0" marB="0" anchor="ctr">
                    <a:lnL>
                      <a:noFill/>
                    </a:lnL>
                    <a:lnR>
                      <a:noFill/>
                    </a:lnR>
                    <a:lnT w="3175">
                      <a:solidFill>
                        <a:schemeClr val="tx1"/>
                      </a:solidFill>
                    </a:lnT>
                    <a:lnB w="12700">
                      <a:solidFill>
                        <a:schemeClr val="accent1"/>
                      </a:solidFill>
                    </a:lnB>
                    <a:noFill/>
                  </a:tcPr>
                </a:tc>
                <a:extLst>
                  <a:ext uri="{0D108BD9-81ED-4DB2-BD59-A6C34878D82A}">
                    <a16:rowId xmlns:a16="http://schemas.microsoft.com/office/drawing/2014/main" val="1945407937"/>
                  </a:ext>
                </a:extLst>
              </a:tr>
            </a:tbl>
          </a:graphicData>
        </a:graphic>
      </p:graphicFrame>
    </p:spTree>
    <p:extLst>
      <p:ext uri="{BB962C8B-B14F-4D97-AF65-F5344CB8AC3E}">
        <p14:creationId xmlns:p14="http://schemas.microsoft.com/office/powerpoint/2010/main" val="665518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4A08-28E7-5B1C-31DC-A62012258343}"/>
            </a:ext>
          </a:extLst>
        </p:cNvPr>
        <p:cNvGrpSpPr/>
        <p:nvPr/>
      </p:nvGrpSpPr>
      <p:grpSpPr>
        <a:xfrm>
          <a:off x="0" y="0"/>
          <a:ext cx="0" cy="0"/>
          <a:chOff x="0" y="0"/>
          <a:chExt cx="0" cy="0"/>
        </a:xfrm>
      </p:grpSpPr>
      <p:graphicFrame>
        <p:nvGraphicFramePr>
          <p:cNvPr id="27" name="Table 26">
            <a:extLst>
              <a:ext uri="{FF2B5EF4-FFF2-40B4-BE49-F238E27FC236}">
                <a16:creationId xmlns:a16="http://schemas.microsoft.com/office/drawing/2014/main" id="{82FF918E-CF70-68C1-54EC-4165D6E76988}"/>
              </a:ext>
            </a:extLst>
          </p:cNvPr>
          <p:cNvGraphicFramePr>
            <a:graphicFrameLocks noGrp="1"/>
          </p:cNvGraphicFramePr>
          <p:nvPr>
            <p:extLst>
              <p:ext uri="{D42A27DB-BD31-4B8C-83A1-F6EECF244321}">
                <p14:modId xmlns:p14="http://schemas.microsoft.com/office/powerpoint/2010/main" val="4023639176"/>
              </p:ext>
            </p:extLst>
          </p:nvPr>
        </p:nvGraphicFramePr>
        <p:xfrm>
          <a:off x="2438400" y="863600"/>
          <a:ext cx="9753600" cy="2966720"/>
        </p:xfrm>
        <a:graphic>
          <a:graphicData uri="http://schemas.openxmlformats.org/drawingml/2006/table">
            <a:tbl>
              <a:tblPr firstRow="1" bandRow="1">
                <a:tableStyleId>{3B4B98B0-60AC-42C2-AFA5-B58CD77FA1E5}</a:tableStyleId>
              </a:tblPr>
              <a:tblGrid>
                <a:gridCol w="1950720">
                  <a:extLst>
                    <a:ext uri="{9D8B030D-6E8A-4147-A177-3AD203B41FA5}">
                      <a16:colId xmlns:a16="http://schemas.microsoft.com/office/drawing/2014/main" val="493428570"/>
                    </a:ext>
                  </a:extLst>
                </a:gridCol>
                <a:gridCol w="1950720">
                  <a:extLst>
                    <a:ext uri="{9D8B030D-6E8A-4147-A177-3AD203B41FA5}">
                      <a16:colId xmlns:a16="http://schemas.microsoft.com/office/drawing/2014/main" val="673622874"/>
                    </a:ext>
                  </a:extLst>
                </a:gridCol>
                <a:gridCol w="1950720">
                  <a:extLst>
                    <a:ext uri="{9D8B030D-6E8A-4147-A177-3AD203B41FA5}">
                      <a16:colId xmlns:a16="http://schemas.microsoft.com/office/drawing/2014/main" val="84702460"/>
                    </a:ext>
                  </a:extLst>
                </a:gridCol>
                <a:gridCol w="1950720">
                  <a:extLst>
                    <a:ext uri="{9D8B030D-6E8A-4147-A177-3AD203B41FA5}">
                      <a16:colId xmlns:a16="http://schemas.microsoft.com/office/drawing/2014/main" val="287344775"/>
                    </a:ext>
                  </a:extLst>
                </a:gridCol>
                <a:gridCol w="1950720">
                  <a:extLst>
                    <a:ext uri="{9D8B030D-6E8A-4147-A177-3AD203B41FA5}">
                      <a16:colId xmlns:a16="http://schemas.microsoft.com/office/drawing/2014/main" val="1836968509"/>
                    </a:ext>
                  </a:extLst>
                </a:gridCol>
              </a:tblGrid>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2124466264"/>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3139436152"/>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3678067112"/>
                  </a:ext>
                </a:extLst>
              </a:tr>
              <a:tr h="370840">
                <a:tc>
                  <a:txBody>
                    <a:bodyPr/>
                    <a:lstStyle/>
                    <a:p>
                      <a:endParaRPr lang="en-CA" dirty="0"/>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3889780131"/>
                  </a:ext>
                </a:extLst>
              </a:tr>
              <a:tr h="370840">
                <a:tc>
                  <a:txBody>
                    <a:bodyPr/>
                    <a:lstStyle/>
                    <a:p>
                      <a:endParaRPr lang="en-CA"/>
                    </a:p>
                  </a:txBody>
                  <a:tcPr/>
                </a:tc>
                <a:tc>
                  <a:txBody>
                    <a:bodyPr/>
                    <a:lstStyle/>
                    <a:p>
                      <a:endParaRPr lang="en-CA" dirty="0"/>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2325343322"/>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3639397605"/>
                  </a:ext>
                </a:extLst>
              </a:tr>
              <a:tr h="370840">
                <a:tc>
                  <a:txBody>
                    <a:bodyPr/>
                    <a:lstStyle/>
                    <a:p>
                      <a:endParaRPr lang="en-CA"/>
                    </a:p>
                  </a:txBody>
                  <a:tcPr/>
                </a:tc>
                <a:tc>
                  <a:txBody>
                    <a:bodyPr/>
                    <a:lstStyle/>
                    <a:p>
                      <a:endParaRPr lang="en-CA"/>
                    </a:p>
                  </a:txBody>
                  <a:tcPr/>
                </a:tc>
                <a:tc>
                  <a:txBody>
                    <a:bodyPr/>
                    <a:lstStyle/>
                    <a:p>
                      <a:endParaRPr lang="en-CA" dirty="0"/>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1030988655"/>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2747325440"/>
                  </a:ext>
                </a:extLst>
              </a:tr>
            </a:tbl>
          </a:graphicData>
        </a:graphic>
      </p:graphicFrame>
      <p:graphicFrame>
        <p:nvGraphicFramePr>
          <p:cNvPr id="28" name="Table 27">
            <a:extLst>
              <a:ext uri="{FF2B5EF4-FFF2-40B4-BE49-F238E27FC236}">
                <a16:creationId xmlns:a16="http://schemas.microsoft.com/office/drawing/2014/main" id="{02F88A90-CF54-474A-E1F0-71E0F8220266}"/>
              </a:ext>
            </a:extLst>
          </p:cNvPr>
          <p:cNvGraphicFramePr>
            <a:graphicFrameLocks noGrp="1"/>
          </p:cNvGraphicFramePr>
          <p:nvPr>
            <p:extLst>
              <p:ext uri="{D42A27DB-BD31-4B8C-83A1-F6EECF244321}">
                <p14:modId xmlns:p14="http://schemas.microsoft.com/office/powerpoint/2010/main" val="3795652246"/>
              </p:ext>
            </p:extLst>
          </p:nvPr>
        </p:nvGraphicFramePr>
        <p:xfrm>
          <a:off x="757989" y="1062273"/>
          <a:ext cx="13511465" cy="6899595"/>
        </p:xfrm>
        <a:graphic>
          <a:graphicData uri="http://schemas.openxmlformats.org/drawingml/2006/table">
            <a:tbl>
              <a:tblPr firstRow="1" bandRow="1">
                <a:tableStyleId>{5C22544A-7EE6-4342-B048-85BDC9FD1C3A}</a:tableStyleId>
              </a:tblPr>
              <a:tblGrid>
                <a:gridCol w="2702293">
                  <a:extLst>
                    <a:ext uri="{9D8B030D-6E8A-4147-A177-3AD203B41FA5}">
                      <a16:colId xmlns:a16="http://schemas.microsoft.com/office/drawing/2014/main" val="1773135991"/>
                    </a:ext>
                  </a:extLst>
                </a:gridCol>
                <a:gridCol w="2702293">
                  <a:extLst>
                    <a:ext uri="{9D8B030D-6E8A-4147-A177-3AD203B41FA5}">
                      <a16:colId xmlns:a16="http://schemas.microsoft.com/office/drawing/2014/main" val="2310397505"/>
                    </a:ext>
                  </a:extLst>
                </a:gridCol>
                <a:gridCol w="2702293">
                  <a:extLst>
                    <a:ext uri="{9D8B030D-6E8A-4147-A177-3AD203B41FA5}">
                      <a16:colId xmlns:a16="http://schemas.microsoft.com/office/drawing/2014/main" val="4226084896"/>
                    </a:ext>
                  </a:extLst>
                </a:gridCol>
                <a:gridCol w="2702293">
                  <a:extLst>
                    <a:ext uri="{9D8B030D-6E8A-4147-A177-3AD203B41FA5}">
                      <a16:colId xmlns:a16="http://schemas.microsoft.com/office/drawing/2014/main" val="597163614"/>
                    </a:ext>
                  </a:extLst>
                </a:gridCol>
                <a:gridCol w="2702293">
                  <a:extLst>
                    <a:ext uri="{9D8B030D-6E8A-4147-A177-3AD203B41FA5}">
                      <a16:colId xmlns:a16="http://schemas.microsoft.com/office/drawing/2014/main" val="648899868"/>
                    </a:ext>
                  </a:extLst>
                </a:gridCol>
              </a:tblGrid>
              <a:tr h="498795">
                <a:tc>
                  <a:txBody>
                    <a:bodyPr/>
                    <a:lstStyle/>
                    <a:p>
                      <a:pPr algn="ctr"/>
                      <a:r>
                        <a:rPr lang="en-CA" sz="2000" dirty="0"/>
                        <a:t>Activity Description</a:t>
                      </a:r>
                    </a:p>
                  </a:txBody>
                  <a:tcPr/>
                </a:tc>
                <a:tc>
                  <a:txBody>
                    <a:bodyPr/>
                    <a:lstStyle/>
                    <a:p>
                      <a:pPr algn="ctr"/>
                      <a:r>
                        <a:rPr lang="en-CA" sz="2000" dirty="0"/>
                        <a:t>Frequency</a:t>
                      </a:r>
                    </a:p>
                  </a:txBody>
                  <a:tcPr/>
                </a:tc>
                <a:tc>
                  <a:txBody>
                    <a:bodyPr/>
                    <a:lstStyle/>
                    <a:p>
                      <a:pPr algn="ctr"/>
                      <a:r>
                        <a:rPr lang="en-CA" sz="2000" dirty="0"/>
                        <a:t>Channel</a:t>
                      </a:r>
                    </a:p>
                  </a:txBody>
                  <a:tcPr/>
                </a:tc>
                <a:tc>
                  <a:txBody>
                    <a:bodyPr/>
                    <a:lstStyle/>
                    <a:p>
                      <a:pPr algn="ctr"/>
                      <a:r>
                        <a:rPr lang="en-CA" sz="2000" dirty="0"/>
                        <a:t>Target Audience</a:t>
                      </a:r>
                    </a:p>
                  </a:txBody>
                  <a:tcPr/>
                </a:tc>
                <a:tc>
                  <a:txBody>
                    <a:bodyPr/>
                    <a:lstStyle/>
                    <a:p>
                      <a:pPr algn="ctr"/>
                      <a:r>
                        <a:rPr lang="en-CA" sz="2000" dirty="0"/>
                        <a:t>Responsible Party</a:t>
                      </a:r>
                    </a:p>
                  </a:txBody>
                  <a:tcPr/>
                </a:tc>
                <a:extLst>
                  <a:ext uri="{0D108BD9-81ED-4DB2-BD59-A6C34878D82A}">
                    <a16:rowId xmlns:a16="http://schemas.microsoft.com/office/drawing/2014/main" val="423292220"/>
                  </a:ext>
                </a:extLst>
              </a:tr>
              <a:tr h="370840">
                <a:tc>
                  <a:txBody>
                    <a:bodyPr/>
                    <a:lstStyle/>
                    <a:p>
                      <a:pPr algn="l"/>
                      <a:r>
                        <a:rPr lang="en-CA" dirty="0"/>
                        <a:t>Weekly Progress Updates</a:t>
                      </a:r>
                    </a:p>
                  </a:txBody>
                  <a:tcPr/>
                </a:tc>
                <a:tc>
                  <a:txBody>
                    <a:bodyPr/>
                    <a:lstStyle/>
                    <a:p>
                      <a:pPr algn="l"/>
                      <a:r>
                        <a:rPr lang="en-CA" dirty="0"/>
                        <a:t>Weekly</a:t>
                      </a:r>
                    </a:p>
                  </a:txBody>
                  <a:tcPr/>
                </a:tc>
                <a:tc>
                  <a:txBody>
                    <a:bodyPr/>
                    <a:lstStyle/>
                    <a:p>
                      <a:pPr algn="l"/>
                      <a:r>
                        <a:rPr lang="en-CA" dirty="0"/>
                        <a:t>Email, WhatsApp</a:t>
                      </a:r>
                    </a:p>
                  </a:txBody>
                  <a:tcPr/>
                </a:tc>
                <a:tc>
                  <a:txBody>
                    <a:bodyPr/>
                    <a:lstStyle/>
                    <a:p>
                      <a:pPr algn="l"/>
                      <a:r>
                        <a:rPr lang="en-CA" dirty="0"/>
                        <a:t>Project Team, Stakeholders</a:t>
                      </a:r>
                    </a:p>
                  </a:txBody>
                  <a:tcPr/>
                </a:tc>
                <a:tc>
                  <a:txBody>
                    <a:bodyPr/>
                    <a:lstStyle/>
                    <a:p>
                      <a:pPr algn="l"/>
                      <a:r>
                        <a:rPr lang="en-CA" dirty="0"/>
                        <a:t>Keying Wang (Team Leader)</a:t>
                      </a:r>
                    </a:p>
                  </a:txBody>
                  <a:tcPr/>
                </a:tc>
                <a:extLst>
                  <a:ext uri="{0D108BD9-81ED-4DB2-BD59-A6C34878D82A}">
                    <a16:rowId xmlns:a16="http://schemas.microsoft.com/office/drawing/2014/main" val="205413326"/>
                  </a:ext>
                </a:extLst>
              </a:tr>
              <a:tr h="370840">
                <a:tc>
                  <a:txBody>
                    <a:bodyPr/>
                    <a:lstStyle/>
                    <a:p>
                      <a:pPr algn="l"/>
                      <a:r>
                        <a:rPr lang="en-CA" dirty="0"/>
                        <a:t>Survey Feedback Integration</a:t>
                      </a:r>
                    </a:p>
                  </a:txBody>
                  <a:tcPr/>
                </a:tc>
                <a:tc>
                  <a:txBody>
                    <a:bodyPr/>
                    <a:lstStyle/>
                    <a:p>
                      <a:pPr algn="l"/>
                      <a:r>
                        <a:rPr lang="en-CA" dirty="0"/>
                        <a:t>Post-survey completion</a:t>
                      </a:r>
                    </a:p>
                  </a:txBody>
                  <a:tcPr/>
                </a:tc>
                <a:tc>
                  <a:txBody>
                    <a:bodyPr/>
                    <a:lstStyle/>
                    <a:p>
                      <a:pPr algn="l"/>
                      <a:r>
                        <a:rPr lang="en-CA" dirty="0"/>
                        <a:t>Email, Meetings</a:t>
                      </a:r>
                    </a:p>
                  </a:txBody>
                  <a:tcPr/>
                </a:tc>
                <a:tc>
                  <a:txBody>
                    <a:bodyPr/>
                    <a:lstStyle/>
                    <a:p>
                      <a:pPr algn="l"/>
                      <a:r>
                        <a:rPr lang="en-CA" dirty="0"/>
                        <a:t>Stakeholders, Project Members</a:t>
                      </a:r>
                    </a:p>
                  </a:txBody>
                  <a:tcPr/>
                </a:tc>
                <a:tc>
                  <a:txBody>
                    <a:bodyPr/>
                    <a:lstStyle/>
                    <a:p>
                      <a:pPr algn="l"/>
                      <a:r>
                        <a:rPr lang="en-CA" dirty="0"/>
                        <a:t>Tran Bao Diem Phuong</a:t>
                      </a:r>
                    </a:p>
                  </a:txBody>
                  <a:tcPr/>
                </a:tc>
                <a:extLst>
                  <a:ext uri="{0D108BD9-81ED-4DB2-BD59-A6C34878D82A}">
                    <a16:rowId xmlns:a16="http://schemas.microsoft.com/office/drawing/2014/main" val="3862581976"/>
                  </a:ext>
                </a:extLst>
              </a:tr>
              <a:tr h="370840">
                <a:tc>
                  <a:txBody>
                    <a:bodyPr/>
                    <a:lstStyle/>
                    <a:p>
                      <a:pPr algn="l"/>
                      <a:r>
                        <a:rPr lang="en-CA" dirty="0"/>
                        <a:t>Bi-Weekly Data Insights Review</a:t>
                      </a:r>
                    </a:p>
                  </a:txBody>
                  <a:tcPr/>
                </a:tc>
                <a:tc>
                  <a:txBody>
                    <a:bodyPr/>
                    <a:lstStyle/>
                    <a:p>
                      <a:pPr algn="l"/>
                      <a:r>
                        <a:rPr lang="en-CA" dirty="0"/>
                        <a:t>Every two weeks</a:t>
                      </a:r>
                    </a:p>
                  </a:txBody>
                  <a:tcPr/>
                </a:tc>
                <a:tc>
                  <a:txBody>
                    <a:bodyPr/>
                    <a:lstStyle/>
                    <a:p>
                      <a:pPr algn="l"/>
                      <a:r>
                        <a:rPr lang="en-CA" dirty="0"/>
                        <a:t>Tableau Dashboards</a:t>
                      </a:r>
                    </a:p>
                  </a:txBody>
                  <a:tcPr anchor="ctr"/>
                </a:tc>
                <a:tc>
                  <a:txBody>
                    <a:bodyPr/>
                    <a:lstStyle/>
                    <a:p>
                      <a:pPr algn="l"/>
                      <a:r>
                        <a:rPr lang="en-CA" dirty="0"/>
                        <a:t>Stakeholders</a:t>
                      </a:r>
                    </a:p>
                  </a:txBody>
                  <a:tcPr/>
                </a:tc>
                <a:tc>
                  <a:txBody>
                    <a:bodyPr/>
                    <a:lstStyle/>
                    <a:p>
                      <a:pPr algn="l"/>
                      <a:r>
                        <a:rPr lang="en-CA" dirty="0"/>
                        <a:t>Ramandeep Singh</a:t>
                      </a:r>
                    </a:p>
                  </a:txBody>
                  <a:tcPr/>
                </a:tc>
                <a:extLst>
                  <a:ext uri="{0D108BD9-81ED-4DB2-BD59-A6C34878D82A}">
                    <a16:rowId xmlns:a16="http://schemas.microsoft.com/office/drawing/2014/main" val="2409607327"/>
                  </a:ext>
                </a:extLst>
              </a:tr>
              <a:tr h="370840">
                <a:tc>
                  <a:txBody>
                    <a:bodyPr/>
                    <a:lstStyle/>
                    <a:p>
                      <a:pPr algn="l"/>
                      <a:r>
                        <a:rPr lang="en-CA" dirty="0"/>
                        <a:t>Stakeholder Engagement Workshops</a:t>
                      </a:r>
                    </a:p>
                  </a:txBody>
                  <a:tcPr/>
                </a:tc>
                <a:tc>
                  <a:txBody>
                    <a:bodyPr/>
                    <a:lstStyle/>
                    <a:p>
                      <a:pPr algn="l"/>
                      <a:r>
                        <a:rPr lang="en-CA" dirty="0"/>
                        <a:t>Monthly (if required)</a:t>
                      </a:r>
                    </a:p>
                  </a:txBody>
                  <a:tcPr/>
                </a:tc>
                <a:tc>
                  <a:txBody>
                    <a:bodyPr/>
                    <a:lstStyle/>
                    <a:p>
                      <a:pPr algn="l"/>
                      <a:r>
                        <a:rPr lang="en-CA" dirty="0"/>
                        <a:t>In-person, Zoom</a:t>
                      </a:r>
                    </a:p>
                  </a:txBody>
                  <a:tcPr/>
                </a:tc>
                <a:tc>
                  <a:txBody>
                    <a:bodyPr/>
                    <a:lstStyle/>
                    <a:p>
                      <a:pPr algn="l"/>
                      <a:r>
                        <a:rPr lang="en-CA" dirty="0"/>
                        <a:t>Key Stakeholders</a:t>
                      </a:r>
                    </a:p>
                  </a:txBody>
                  <a:tcPr anchor="ctr"/>
                </a:tc>
                <a:tc>
                  <a:txBody>
                    <a:bodyPr/>
                    <a:lstStyle/>
                    <a:p>
                      <a:pPr algn="l"/>
                      <a:r>
                        <a:rPr lang="en-CA" dirty="0"/>
                        <a:t>Project Team</a:t>
                      </a:r>
                    </a:p>
                  </a:txBody>
                  <a:tcPr/>
                </a:tc>
                <a:extLst>
                  <a:ext uri="{0D108BD9-81ED-4DB2-BD59-A6C34878D82A}">
                    <a16:rowId xmlns:a16="http://schemas.microsoft.com/office/drawing/2014/main" val="3559772867"/>
                  </a:ext>
                </a:extLst>
              </a:tr>
              <a:tr h="370840">
                <a:tc>
                  <a:txBody>
                    <a:bodyPr/>
                    <a:lstStyle/>
                    <a:p>
                      <a:pPr algn="l"/>
                      <a:r>
                        <a:rPr lang="en-CA" dirty="0"/>
                        <a:t>Final Presentation &amp; Delivery</a:t>
                      </a:r>
                    </a:p>
                  </a:txBody>
                  <a:tcPr/>
                </a:tc>
                <a:tc>
                  <a:txBody>
                    <a:bodyPr/>
                    <a:lstStyle/>
                    <a:p>
                      <a:pPr algn="l"/>
                      <a:r>
                        <a:rPr lang="en-CA" dirty="0"/>
                        <a:t>At project completion</a:t>
                      </a:r>
                    </a:p>
                  </a:txBody>
                  <a:tcPr/>
                </a:tc>
                <a:tc>
                  <a:txBody>
                    <a:bodyPr/>
                    <a:lstStyle/>
                    <a:p>
                      <a:pPr algn="l"/>
                      <a:r>
                        <a:rPr lang="en-CA" dirty="0"/>
                        <a:t>PowerPoint, On-site meeting</a:t>
                      </a:r>
                    </a:p>
                  </a:txBody>
                  <a:tcPr/>
                </a:tc>
                <a:tc>
                  <a:txBody>
                    <a:bodyPr/>
                    <a:lstStyle/>
                    <a:p>
                      <a:pPr algn="l"/>
                      <a:r>
                        <a:rPr lang="en-CA" dirty="0"/>
                        <a:t>Stakeholders, Team, Instructors</a:t>
                      </a:r>
                    </a:p>
                  </a:txBody>
                  <a:tcPr/>
                </a:tc>
                <a:tc>
                  <a:txBody>
                    <a:bodyPr/>
                    <a:lstStyle/>
                    <a:p>
                      <a:pPr algn="l"/>
                      <a:r>
                        <a:rPr lang="en-CA" dirty="0"/>
                        <a:t>All Members</a:t>
                      </a:r>
                    </a:p>
                  </a:txBody>
                  <a:tcPr/>
                </a:tc>
                <a:extLst>
                  <a:ext uri="{0D108BD9-81ED-4DB2-BD59-A6C34878D82A}">
                    <a16:rowId xmlns:a16="http://schemas.microsoft.com/office/drawing/2014/main" val="2732399233"/>
                  </a:ext>
                </a:extLst>
              </a:tr>
              <a:tr h="370840">
                <a:tc>
                  <a:txBody>
                    <a:bodyPr/>
                    <a:lstStyle/>
                    <a:p>
                      <a:pPr algn="l"/>
                      <a:r>
                        <a:rPr lang="en-CA" dirty="0"/>
                        <a:t>Daily Coordination Updates</a:t>
                      </a:r>
                    </a:p>
                  </a:txBody>
                  <a:tcPr/>
                </a:tc>
                <a:tc>
                  <a:txBody>
                    <a:bodyPr/>
                    <a:lstStyle/>
                    <a:p>
                      <a:pPr algn="l"/>
                      <a:r>
                        <a:rPr lang="en-CA" dirty="0"/>
                        <a:t>During critical phases</a:t>
                      </a:r>
                    </a:p>
                  </a:txBody>
                  <a:tcPr/>
                </a:tc>
                <a:tc>
                  <a:txBody>
                    <a:bodyPr/>
                    <a:lstStyle/>
                    <a:p>
                      <a:pPr algn="l"/>
                      <a:r>
                        <a:rPr lang="en-CA" dirty="0"/>
                        <a:t>WhatsApp, Microsoft Teams</a:t>
                      </a:r>
                    </a:p>
                  </a:txBody>
                  <a:tcPr/>
                </a:tc>
                <a:tc>
                  <a:txBody>
                    <a:bodyPr/>
                    <a:lstStyle/>
                    <a:p>
                      <a:pPr algn="l"/>
                      <a:r>
                        <a:rPr lang="en-CA" dirty="0"/>
                        <a:t>Project Team</a:t>
                      </a:r>
                    </a:p>
                  </a:txBody>
                  <a:tcPr/>
                </a:tc>
                <a:tc>
                  <a:txBody>
                    <a:bodyPr/>
                    <a:lstStyle/>
                    <a:p>
                      <a:pPr algn="l"/>
                      <a:r>
                        <a:rPr lang="en-CA" dirty="0"/>
                        <a:t>Keying Wang</a:t>
                      </a:r>
                    </a:p>
                  </a:txBody>
                  <a:tcPr/>
                </a:tc>
                <a:extLst>
                  <a:ext uri="{0D108BD9-81ED-4DB2-BD59-A6C34878D82A}">
                    <a16:rowId xmlns:a16="http://schemas.microsoft.com/office/drawing/2014/main" val="485289326"/>
                  </a:ext>
                </a:extLst>
              </a:tr>
              <a:tr h="370840">
                <a:tc>
                  <a:txBody>
                    <a:bodyPr/>
                    <a:lstStyle/>
                    <a:p>
                      <a:pPr algn="l"/>
                      <a:r>
                        <a:rPr lang="en-CA" dirty="0"/>
                        <a:t>Risk Mitigation Briefings</a:t>
                      </a:r>
                    </a:p>
                  </a:txBody>
                  <a:tcPr/>
                </a:tc>
                <a:tc>
                  <a:txBody>
                    <a:bodyPr/>
                    <a:lstStyle/>
                    <a:p>
                      <a:pPr algn="l"/>
                      <a:r>
                        <a:rPr lang="en-CA" dirty="0"/>
                        <a:t>Upon risk identification</a:t>
                      </a:r>
                    </a:p>
                  </a:txBody>
                  <a:tcPr/>
                </a:tc>
                <a:tc>
                  <a:txBody>
                    <a:bodyPr/>
                    <a:lstStyle/>
                    <a:p>
                      <a:pPr algn="l"/>
                      <a:r>
                        <a:rPr lang="en-CA" dirty="0"/>
                        <a:t>Online Briefs (Google Drive)</a:t>
                      </a:r>
                    </a:p>
                  </a:txBody>
                  <a:tcPr/>
                </a:tc>
                <a:tc>
                  <a:txBody>
                    <a:bodyPr/>
                    <a:lstStyle/>
                    <a:p>
                      <a:pPr algn="l"/>
                      <a:r>
                        <a:rPr lang="en-CA" dirty="0"/>
                        <a:t>Team Leaders</a:t>
                      </a:r>
                    </a:p>
                  </a:txBody>
                  <a:tcPr anchor="ctr"/>
                </a:tc>
                <a:tc>
                  <a:txBody>
                    <a:bodyPr/>
                    <a:lstStyle/>
                    <a:p>
                      <a:pPr algn="l"/>
                      <a:r>
                        <a:rPr lang="en-CA" dirty="0"/>
                        <a:t>Ramandeep Singh, </a:t>
                      </a:r>
                      <a:r>
                        <a:rPr lang="en-CA" dirty="0" err="1"/>
                        <a:t>Devansh</a:t>
                      </a:r>
                      <a:r>
                        <a:rPr lang="en-CA" dirty="0"/>
                        <a:t> Sharma</a:t>
                      </a:r>
                    </a:p>
                  </a:txBody>
                  <a:tcPr/>
                </a:tc>
                <a:extLst>
                  <a:ext uri="{0D108BD9-81ED-4DB2-BD59-A6C34878D82A}">
                    <a16:rowId xmlns:a16="http://schemas.microsoft.com/office/drawing/2014/main" val="3001003490"/>
                  </a:ext>
                </a:extLst>
              </a:tr>
              <a:tr h="370840">
                <a:tc>
                  <a:txBody>
                    <a:bodyPr/>
                    <a:lstStyle/>
                    <a:p>
                      <a:pPr algn="l"/>
                      <a:r>
                        <a:rPr lang="en-CA" dirty="0"/>
                        <a:t>Real-time Escalation Management</a:t>
                      </a:r>
                    </a:p>
                  </a:txBody>
                  <a:tcPr/>
                </a:tc>
                <a:tc>
                  <a:txBody>
                    <a:bodyPr/>
                    <a:lstStyle/>
                    <a:p>
                      <a:pPr algn="l"/>
                      <a:r>
                        <a:rPr lang="en-CA" dirty="0"/>
                        <a:t>As issues arise</a:t>
                      </a:r>
                    </a:p>
                  </a:txBody>
                  <a:tcPr/>
                </a:tc>
                <a:tc>
                  <a:txBody>
                    <a:bodyPr/>
                    <a:lstStyle/>
                    <a:p>
                      <a:pPr algn="l"/>
                      <a:r>
                        <a:rPr lang="en-CA" dirty="0"/>
                        <a:t>Microsoft Teams</a:t>
                      </a:r>
                    </a:p>
                  </a:txBody>
                  <a:tcPr/>
                </a:tc>
                <a:tc>
                  <a:txBody>
                    <a:bodyPr/>
                    <a:lstStyle/>
                    <a:p>
                      <a:pPr algn="l"/>
                      <a:r>
                        <a:rPr lang="en-CA" dirty="0"/>
                        <a:t>Project Team</a:t>
                      </a:r>
                    </a:p>
                  </a:txBody>
                  <a:tcPr/>
                </a:tc>
                <a:tc>
                  <a:txBody>
                    <a:bodyPr/>
                    <a:lstStyle/>
                    <a:p>
                      <a:pPr algn="l"/>
                      <a:r>
                        <a:rPr lang="en-CA" dirty="0"/>
                        <a:t>Tran Bao Diem Phuong</a:t>
                      </a:r>
                    </a:p>
                  </a:txBody>
                  <a:tcPr/>
                </a:tc>
                <a:extLst>
                  <a:ext uri="{0D108BD9-81ED-4DB2-BD59-A6C34878D82A}">
                    <a16:rowId xmlns:a16="http://schemas.microsoft.com/office/drawing/2014/main" val="2789997679"/>
                  </a:ext>
                </a:extLst>
              </a:tr>
              <a:tr h="370840">
                <a:tc>
                  <a:txBody>
                    <a:bodyPr/>
                    <a:lstStyle/>
                    <a:p>
                      <a:pPr algn="l"/>
                      <a:r>
                        <a:rPr lang="en-CA" dirty="0"/>
                        <a:t>Milestone Reviews</a:t>
                      </a:r>
                    </a:p>
                  </a:txBody>
                  <a:tcPr/>
                </a:tc>
                <a:tc>
                  <a:txBody>
                    <a:bodyPr/>
                    <a:lstStyle/>
                    <a:p>
                      <a:pPr algn="l"/>
                      <a:r>
                        <a:rPr lang="en-CA" dirty="0"/>
                        <a:t>At key project milestones</a:t>
                      </a:r>
                    </a:p>
                  </a:txBody>
                  <a:tcPr/>
                </a:tc>
                <a:tc>
                  <a:txBody>
                    <a:bodyPr/>
                    <a:lstStyle/>
                    <a:p>
                      <a:pPr algn="l"/>
                      <a:r>
                        <a:rPr lang="en-CA" dirty="0"/>
                        <a:t>Microsoft Teams, Shared Docs</a:t>
                      </a:r>
                    </a:p>
                  </a:txBody>
                  <a:tcPr/>
                </a:tc>
                <a:tc>
                  <a:txBody>
                    <a:bodyPr/>
                    <a:lstStyle/>
                    <a:p>
                      <a:pPr algn="l"/>
                      <a:r>
                        <a:rPr lang="en-CA" dirty="0"/>
                        <a:t>Stakeholders, Instructors</a:t>
                      </a:r>
                    </a:p>
                  </a:txBody>
                  <a:tcPr/>
                </a:tc>
                <a:tc>
                  <a:txBody>
                    <a:bodyPr/>
                    <a:lstStyle/>
                    <a:p>
                      <a:pPr algn="l"/>
                      <a:r>
                        <a:rPr lang="en-CA" dirty="0"/>
                        <a:t>Ramandeep Singh</a:t>
                      </a:r>
                    </a:p>
                  </a:txBody>
                  <a:tcPr/>
                </a:tc>
                <a:extLst>
                  <a:ext uri="{0D108BD9-81ED-4DB2-BD59-A6C34878D82A}">
                    <a16:rowId xmlns:a16="http://schemas.microsoft.com/office/drawing/2014/main" val="943263533"/>
                  </a:ext>
                </a:extLst>
              </a:tr>
              <a:tr h="370840">
                <a:tc>
                  <a:txBody>
                    <a:bodyPr/>
                    <a:lstStyle/>
                    <a:p>
                      <a:pPr algn="l"/>
                      <a:r>
                        <a:rPr lang="en-CA" dirty="0"/>
                        <a:t>Final Reporting &amp; Evaluation</a:t>
                      </a:r>
                    </a:p>
                  </a:txBody>
                  <a:tcPr/>
                </a:tc>
                <a:tc>
                  <a:txBody>
                    <a:bodyPr/>
                    <a:lstStyle/>
                    <a:p>
                      <a:pPr algn="l"/>
                      <a:r>
                        <a:rPr lang="en-CA" dirty="0"/>
                        <a:t>Post-project</a:t>
                      </a:r>
                    </a:p>
                  </a:txBody>
                  <a:tcPr/>
                </a:tc>
                <a:tc>
                  <a:txBody>
                    <a:bodyPr/>
                    <a:lstStyle/>
                    <a:p>
                      <a:pPr algn="l"/>
                      <a:r>
                        <a:rPr lang="en-CA" dirty="0"/>
                        <a:t>Shared Drive, In-person</a:t>
                      </a:r>
                    </a:p>
                  </a:txBody>
                  <a:tcPr/>
                </a:tc>
                <a:tc>
                  <a:txBody>
                    <a:bodyPr/>
                    <a:lstStyle/>
                    <a:p>
                      <a:pPr algn="l"/>
                      <a:r>
                        <a:rPr lang="en-CA" dirty="0"/>
                        <a:t>Stakeholders, Academics</a:t>
                      </a:r>
                    </a:p>
                  </a:txBody>
                  <a:tcPr anchor="ctr"/>
                </a:tc>
                <a:tc>
                  <a:txBody>
                    <a:bodyPr/>
                    <a:lstStyle/>
                    <a:p>
                      <a:pPr algn="l"/>
                      <a:r>
                        <a:rPr lang="en-CA" dirty="0"/>
                        <a:t>Gaurav Singh, Keying Wang </a:t>
                      </a:r>
                    </a:p>
                  </a:txBody>
                  <a:tcPr anchor="ctr"/>
                </a:tc>
                <a:extLst>
                  <a:ext uri="{0D108BD9-81ED-4DB2-BD59-A6C34878D82A}">
                    <a16:rowId xmlns:a16="http://schemas.microsoft.com/office/drawing/2014/main" val="1001729136"/>
                  </a:ext>
                </a:extLst>
              </a:tr>
            </a:tbl>
          </a:graphicData>
        </a:graphic>
      </p:graphicFrame>
      <p:sp>
        <p:nvSpPr>
          <p:cNvPr id="29" name="Text 0">
            <a:extLst>
              <a:ext uri="{FF2B5EF4-FFF2-40B4-BE49-F238E27FC236}">
                <a16:creationId xmlns:a16="http://schemas.microsoft.com/office/drawing/2014/main" id="{D4AA76F9-49C7-C437-DAEF-B6ED9566504F}"/>
              </a:ext>
            </a:extLst>
          </p:cNvPr>
          <p:cNvSpPr/>
          <p:nvPr/>
        </p:nvSpPr>
        <p:spPr>
          <a:xfrm>
            <a:off x="757989" y="304245"/>
            <a:ext cx="5369123" cy="610433"/>
          </a:xfrm>
          <a:prstGeom prst="rect">
            <a:avLst/>
          </a:prstGeom>
          <a:noFill/>
          <a:ln/>
        </p:spPr>
        <p:txBody>
          <a:bodyPr wrap="none" lIns="0" tIns="0" rIns="0" bIns="0" rtlCol="0" anchor="t"/>
          <a:lstStyle/>
          <a:p>
            <a:pPr marL="0" indent="0">
              <a:lnSpc>
                <a:spcPts val="4800"/>
              </a:lnSpc>
              <a:buNone/>
            </a:pPr>
            <a:r>
              <a:rPr lang="en-US" sz="3800" dirty="0">
                <a:solidFill>
                  <a:srgbClr val="403CCF"/>
                </a:solidFill>
                <a:latin typeface="Libre Baskerville" pitchFamily="34" charset="0"/>
                <a:ea typeface="Libre Baskerville" pitchFamily="34" charset="-122"/>
                <a:cs typeface="Libre Baskerville" pitchFamily="34" charset="-120"/>
              </a:rPr>
              <a:t>Manage Communication</a:t>
            </a:r>
            <a:endParaRPr lang="en-US" sz="3800" dirty="0"/>
          </a:p>
        </p:txBody>
      </p:sp>
    </p:spTree>
    <p:extLst>
      <p:ext uri="{BB962C8B-B14F-4D97-AF65-F5344CB8AC3E}">
        <p14:creationId xmlns:p14="http://schemas.microsoft.com/office/powerpoint/2010/main" val="21603999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AF8E0-A6E9-0152-B658-213FCE09C508}"/>
              </a:ext>
            </a:extLst>
          </p:cNvPr>
          <p:cNvSpPr>
            <a:spLocks noGrp="1"/>
          </p:cNvSpPr>
          <p:nvPr>
            <p:ph type="title"/>
          </p:nvPr>
        </p:nvSpPr>
        <p:spPr>
          <a:xfrm>
            <a:off x="1595719" y="1375694"/>
            <a:ext cx="10817217" cy="2882407"/>
          </a:xfrm>
        </p:spPr>
        <p:txBody>
          <a:bodyPr vert="horz" lIns="91440" tIns="45720" rIns="91440" bIns="45720" rtlCol="0" anchor="b">
            <a:normAutofit/>
          </a:bodyPr>
          <a:lstStyle/>
          <a:p>
            <a:pPr algn="l">
              <a:lnSpc>
                <a:spcPct val="90000"/>
              </a:lnSpc>
            </a:pPr>
            <a:r>
              <a:rPr lang="en-US" sz="6000" kern="1200" dirty="0">
                <a:solidFill>
                  <a:schemeClr val="tx1"/>
                </a:solidFill>
                <a:latin typeface="+mj-lt"/>
                <a:ea typeface="+mj-ea"/>
                <a:cs typeface="+mj-cs"/>
              </a:rPr>
              <a:t>PROJECT MONITORING &amp; CONTROLLING</a:t>
            </a:r>
          </a:p>
        </p:txBody>
      </p:sp>
      <p:sp>
        <p:nvSpPr>
          <p:cNvPr id="20" name="Rectangle 1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 y="5249464"/>
            <a:ext cx="14630407" cy="2980133"/>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768786" y="5249464"/>
            <a:ext cx="4861612" cy="298013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255314"/>
            <a:ext cx="14630380" cy="2344714"/>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5257112"/>
            <a:ext cx="14630399" cy="2423332"/>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816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lowchart: Document 20">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810" y="0"/>
            <a:ext cx="3897630" cy="4080511"/>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p:cNvSpPr/>
          <p:nvPr/>
        </p:nvSpPr>
        <p:spPr>
          <a:xfrm>
            <a:off x="1005840" y="205394"/>
            <a:ext cx="3408218" cy="2845378"/>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800" kern="1200">
                <a:solidFill>
                  <a:srgbClr val="FFFFFF"/>
                </a:solidFill>
                <a:latin typeface="+mj-lt"/>
                <a:ea typeface="+mj-ea"/>
                <a:cs typeface="+mj-cs"/>
              </a:rPr>
              <a:t>Monitor project progress</a:t>
            </a:r>
          </a:p>
        </p:txBody>
      </p:sp>
      <p:graphicFrame>
        <p:nvGraphicFramePr>
          <p:cNvPr id="16" name="Table 15">
            <a:extLst>
              <a:ext uri="{FF2B5EF4-FFF2-40B4-BE49-F238E27FC236}">
                <a16:creationId xmlns:a16="http://schemas.microsoft.com/office/drawing/2014/main" id="{F70B81F1-5FB1-282A-6518-21DF6E15D3B2}"/>
              </a:ext>
            </a:extLst>
          </p:cNvPr>
          <p:cNvGraphicFramePr>
            <a:graphicFrameLocks noGrp="1"/>
          </p:cNvGraphicFramePr>
          <p:nvPr>
            <p:extLst>
              <p:ext uri="{D42A27DB-BD31-4B8C-83A1-F6EECF244321}">
                <p14:modId xmlns:p14="http://schemas.microsoft.com/office/powerpoint/2010/main" val="214561542"/>
              </p:ext>
            </p:extLst>
          </p:nvPr>
        </p:nvGraphicFramePr>
        <p:xfrm>
          <a:off x="5049519" y="1290840"/>
          <a:ext cx="8817046" cy="6013472"/>
        </p:xfrm>
        <a:graphic>
          <a:graphicData uri="http://schemas.openxmlformats.org/drawingml/2006/table">
            <a:tbl>
              <a:tblPr firstRow="1" firstCol="1" bandRow="1">
                <a:tableStyleId>{5C22544A-7EE6-4342-B048-85BDC9FD1C3A}</a:tableStyleId>
              </a:tblPr>
              <a:tblGrid>
                <a:gridCol w="1775484">
                  <a:extLst>
                    <a:ext uri="{9D8B030D-6E8A-4147-A177-3AD203B41FA5}">
                      <a16:colId xmlns:a16="http://schemas.microsoft.com/office/drawing/2014/main" val="36056489"/>
                    </a:ext>
                  </a:extLst>
                </a:gridCol>
                <a:gridCol w="7041562">
                  <a:extLst>
                    <a:ext uri="{9D8B030D-6E8A-4147-A177-3AD203B41FA5}">
                      <a16:colId xmlns:a16="http://schemas.microsoft.com/office/drawing/2014/main" val="2481931528"/>
                    </a:ext>
                  </a:extLst>
                </a:gridCol>
              </a:tblGrid>
              <a:tr h="967627">
                <a:tc>
                  <a:txBody>
                    <a:bodyPr/>
                    <a:lstStyle/>
                    <a:p>
                      <a:pPr algn="ctr">
                        <a:lnSpc>
                          <a:spcPct val="115000"/>
                        </a:lnSpc>
                        <a:spcBef>
                          <a:spcPts val="600"/>
                        </a:spcBef>
                        <a:spcAft>
                          <a:spcPts val="600"/>
                        </a:spcAft>
                      </a:pPr>
                      <a:r>
                        <a:rPr lang="en-US" sz="2000" b="1" kern="100" dirty="0">
                          <a:solidFill>
                            <a:schemeClr val="tx1"/>
                          </a:solidFill>
                          <a:effectLst/>
                        </a:rPr>
                        <a:t>Aspect</a:t>
                      </a:r>
                      <a:endParaRPr lang="en-CA" sz="2000" b="1" kern="100" dirty="0">
                        <a:solidFill>
                          <a:schemeClr val="tx1"/>
                        </a:solidFill>
                        <a:effectLst/>
                      </a:endParaRPr>
                    </a:p>
                    <a:p>
                      <a:pPr algn="ctr">
                        <a:lnSpc>
                          <a:spcPct val="115000"/>
                        </a:lnSpc>
                        <a:spcBef>
                          <a:spcPts val="600"/>
                        </a:spcBef>
                        <a:spcAft>
                          <a:spcPts val="600"/>
                        </a:spcAft>
                      </a:pPr>
                      <a:r>
                        <a:rPr lang="en-US" sz="2000" b="1" kern="100" dirty="0">
                          <a:solidFill>
                            <a:schemeClr val="tx1"/>
                          </a:solidFill>
                          <a:effectLst/>
                        </a:rPr>
                        <a:t> </a:t>
                      </a:r>
                      <a:endParaRPr lang="en-CA" sz="2000" b="1"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a:noFill/>
                    </a:lnT>
                    <a:lnB w="19050">
                      <a:solidFill>
                        <a:schemeClr val="accent1"/>
                      </a:solidFill>
                    </a:lnB>
                    <a:noFill/>
                  </a:tcPr>
                </a:tc>
                <a:tc>
                  <a:txBody>
                    <a:bodyPr/>
                    <a:lstStyle/>
                    <a:p>
                      <a:pPr algn="ctr">
                        <a:lnSpc>
                          <a:spcPct val="115000"/>
                        </a:lnSpc>
                        <a:spcBef>
                          <a:spcPts val="600"/>
                        </a:spcBef>
                        <a:spcAft>
                          <a:spcPts val="600"/>
                        </a:spcAft>
                      </a:pPr>
                      <a:r>
                        <a:rPr lang="en-US" sz="2000" b="1" kern="100" dirty="0">
                          <a:solidFill>
                            <a:schemeClr val="tx1"/>
                          </a:solidFill>
                          <a:effectLst/>
                        </a:rPr>
                        <a:t>Steps to Monitor Project Progress and Performance</a:t>
                      </a:r>
                      <a:endParaRPr lang="en-CA" sz="2000" b="1"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a:noFill/>
                    </a:lnT>
                    <a:lnB w="19050">
                      <a:solidFill>
                        <a:schemeClr val="accent1"/>
                      </a:solidFill>
                    </a:lnB>
                    <a:noFill/>
                  </a:tcPr>
                </a:tc>
                <a:extLst>
                  <a:ext uri="{0D108BD9-81ED-4DB2-BD59-A6C34878D82A}">
                    <a16:rowId xmlns:a16="http://schemas.microsoft.com/office/drawing/2014/main" val="1261135261"/>
                  </a:ext>
                </a:extLst>
              </a:tr>
              <a:tr h="720835">
                <a:tc>
                  <a:txBody>
                    <a:bodyPr/>
                    <a:lstStyle/>
                    <a:p>
                      <a:pPr>
                        <a:lnSpc>
                          <a:spcPct val="115000"/>
                        </a:lnSpc>
                        <a:spcBef>
                          <a:spcPts val="600"/>
                        </a:spcBef>
                        <a:spcAft>
                          <a:spcPts val="600"/>
                        </a:spcAft>
                      </a:pPr>
                      <a:r>
                        <a:rPr lang="en-US" sz="1800" kern="100">
                          <a:solidFill>
                            <a:schemeClr val="tx1"/>
                          </a:solidFill>
                          <a:effectLst/>
                        </a:rPr>
                        <a:t>Define Key Milestones</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19050">
                      <a:solidFill>
                        <a:schemeClr val="accent1"/>
                      </a:solidFill>
                    </a:lnT>
                    <a:lnB w="3175">
                      <a:solidFill>
                        <a:schemeClr val="tx1"/>
                      </a:solidFill>
                    </a:lnB>
                    <a:noFill/>
                  </a:tcPr>
                </a:tc>
                <a:tc>
                  <a:txBody>
                    <a:bodyPr/>
                    <a:lstStyle/>
                    <a:p>
                      <a:pPr>
                        <a:lnSpc>
                          <a:spcPct val="115000"/>
                        </a:lnSpc>
                        <a:spcBef>
                          <a:spcPts val="600"/>
                        </a:spcBef>
                        <a:spcAft>
                          <a:spcPts val="600"/>
                        </a:spcAft>
                      </a:pPr>
                      <a:r>
                        <a:rPr lang="en-US" sz="1800" kern="100">
                          <a:solidFill>
                            <a:schemeClr val="tx1"/>
                          </a:solidFill>
                          <a:effectLst/>
                        </a:rPr>
                        <a:t>Identify major milestones such as survey distribution, data cleaning, analysis, visualization, and report completion.</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19050">
                      <a:solidFill>
                        <a:schemeClr val="accent1"/>
                      </a:solidFill>
                    </a:lnT>
                    <a:lnB w="3175">
                      <a:solidFill>
                        <a:schemeClr val="tx1"/>
                      </a:solidFill>
                    </a:lnB>
                    <a:noFill/>
                  </a:tcPr>
                </a:tc>
                <a:extLst>
                  <a:ext uri="{0D108BD9-81ED-4DB2-BD59-A6C34878D82A}">
                    <a16:rowId xmlns:a16="http://schemas.microsoft.com/office/drawing/2014/main" val="684174554"/>
                  </a:ext>
                </a:extLst>
              </a:tr>
              <a:tr h="720835">
                <a:tc>
                  <a:txBody>
                    <a:bodyPr/>
                    <a:lstStyle/>
                    <a:p>
                      <a:pPr>
                        <a:lnSpc>
                          <a:spcPct val="115000"/>
                        </a:lnSpc>
                        <a:spcBef>
                          <a:spcPts val="600"/>
                        </a:spcBef>
                        <a:spcAft>
                          <a:spcPts val="600"/>
                        </a:spcAft>
                      </a:pPr>
                      <a:r>
                        <a:rPr lang="en-US" sz="1800" kern="100">
                          <a:solidFill>
                            <a:schemeClr val="tx1"/>
                          </a:solidFill>
                          <a:effectLst/>
                        </a:rPr>
                        <a:t>Progress Tracking</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800" kern="100">
                          <a:solidFill>
                            <a:schemeClr val="tx1"/>
                          </a:solidFill>
                          <a:effectLst/>
                        </a:rPr>
                        <a:t>Used project management tools or tracking sheets to monitor key milestones like survey distribution, data collection, and analysis.</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2315725140"/>
                  </a:ext>
                </a:extLst>
              </a:tr>
              <a:tr h="720835">
                <a:tc>
                  <a:txBody>
                    <a:bodyPr/>
                    <a:lstStyle/>
                    <a:p>
                      <a:pPr>
                        <a:lnSpc>
                          <a:spcPct val="115000"/>
                        </a:lnSpc>
                        <a:spcBef>
                          <a:spcPts val="600"/>
                        </a:spcBef>
                        <a:spcAft>
                          <a:spcPts val="600"/>
                        </a:spcAft>
                      </a:pPr>
                      <a:r>
                        <a:rPr lang="en-US" sz="1800" kern="100">
                          <a:solidFill>
                            <a:schemeClr val="tx1"/>
                          </a:solidFill>
                          <a:effectLst/>
                        </a:rPr>
                        <a:t>Real-time Monitoring</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800" kern="100">
                          <a:solidFill>
                            <a:schemeClr val="tx1"/>
                          </a:solidFill>
                          <a:effectLst/>
                        </a:rPr>
                        <a:t>Track survey responses in real-time to ensure adequate participation within the set timeline.</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294965869"/>
                  </a:ext>
                </a:extLst>
              </a:tr>
              <a:tr h="720835">
                <a:tc>
                  <a:txBody>
                    <a:bodyPr/>
                    <a:lstStyle/>
                    <a:p>
                      <a:pPr>
                        <a:lnSpc>
                          <a:spcPct val="115000"/>
                        </a:lnSpc>
                        <a:spcBef>
                          <a:spcPts val="600"/>
                        </a:spcBef>
                        <a:spcAft>
                          <a:spcPts val="600"/>
                        </a:spcAft>
                      </a:pPr>
                      <a:r>
                        <a:rPr lang="en-US" sz="1800" kern="100">
                          <a:solidFill>
                            <a:schemeClr val="tx1"/>
                          </a:solidFill>
                          <a:effectLst/>
                        </a:rPr>
                        <a:t>Regular Updates</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800" kern="100">
                          <a:solidFill>
                            <a:schemeClr val="tx1"/>
                          </a:solidFill>
                          <a:effectLst/>
                        </a:rPr>
                        <a:t>Provide weekly updates to stakeholders on the progress of key deliverables and any potential risks.</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3583793092"/>
                  </a:ext>
                </a:extLst>
              </a:tr>
              <a:tr h="720835">
                <a:tc>
                  <a:txBody>
                    <a:bodyPr/>
                    <a:lstStyle/>
                    <a:p>
                      <a:pPr>
                        <a:lnSpc>
                          <a:spcPct val="115000"/>
                        </a:lnSpc>
                        <a:spcBef>
                          <a:spcPts val="600"/>
                        </a:spcBef>
                        <a:spcAft>
                          <a:spcPts val="600"/>
                        </a:spcAft>
                      </a:pPr>
                      <a:r>
                        <a:rPr lang="en-US" sz="1800" kern="100">
                          <a:solidFill>
                            <a:schemeClr val="tx1"/>
                          </a:solidFill>
                          <a:effectLst/>
                        </a:rPr>
                        <a:t>Risk Management</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800" kern="100">
                          <a:solidFill>
                            <a:schemeClr val="tx1"/>
                          </a:solidFill>
                          <a:effectLst/>
                        </a:rPr>
                        <a:t>Maintain a risk register to document and address emerging risks such as delays in survey responses or data quality.</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3627065929"/>
                  </a:ext>
                </a:extLst>
              </a:tr>
              <a:tr h="720835">
                <a:tc>
                  <a:txBody>
                    <a:bodyPr/>
                    <a:lstStyle/>
                    <a:p>
                      <a:pPr>
                        <a:lnSpc>
                          <a:spcPct val="115000"/>
                        </a:lnSpc>
                        <a:spcBef>
                          <a:spcPts val="600"/>
                        </a:spcBef>
                        <a:spcAft>
                          <a:spcPts val="600"/>
                        </a:spcAft>
                      </a:pPr>
                      <a:r>
                        <a:rPr lang="en-US" sz="1800" kern="100">
                          <a:solidFill>
                            <a:schemeClr val="tx1"/>
                          </a:solidFill>
                          <a:effectLst/>
                        </a:rPr>
                        <a:t>Performance Metrics</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tc>
                  <a:txBody>
                    <a:bodyPr/>
                    <a:lstStyle/>
                    <a:p>
                      <a:pPr>
                        <a:lnSpc>
                          <a:spcPct val="115000"/>
                        </a:lnSpc>
                        <a:spcBef>
                          <a:spcPts val="600"/>
                        </a:spcBef>
                        <a:spcAft>
                          <a:spcPts val="600"/>
                        </a:spcAft>
                      </a:pPr>
                      <a:r>
                        <a:rPr lang="en-US" sz="1800" kern="100">
                          <a:solidFill>
                            <a:schemeClr val="tx1"/>
                          </a:solidFill>
                          <a:effectLst/>
                        </a:rPr>
                        <a:t>Measure performance against planned timelines, budget, and quality standards to ensure alignment with objectives.</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3175">
                      <a:solidFill>
                        <a:schemeClr val="tx1"/>
                      </a:solidFill>
                    </a:lnB>
                    <a:noFill/>
                  </a:tcPr>
                </a:tc>
                <a:extLst>
                  <a:ext uri="{0D108BD9-81ED-4DB2-BD59-A6C34878D82A}">
                    <a16:rowId xmlns:a16="http://schemas.microsoft.com/office/drawing/2014/main" val="3301428739"/>
                  </a:ext>
                </a:extLst>
              </a:tr>
              <a:tr h="720835">
                <a:tc>
                  <a:txBody>
                    <a:bodyPr/>
                    <a:lstStyle/>
                    <a:p>
                      <a:pPr>
                        <a:lnSpc>
                          <a:spcPct val="115000"/>
                        </a:lnSpc>
                        <a:spcBef>
                          <a:spcPts val="600"/>
                        </a:spcBef>
                        <a:spcAft>
                          <a:spcPts val="600"/>
                        </a:spcAft>
                      </a:pPr>
                      <a:r>
                        <a:rPr lang="en-US" sz="1800" kern="100">
                          <a:solidFill>
                            <a:schemeClr val="tx1"/>
                          </a:solidFill>
                          <a:effectLst/>
                        </a:rPr>
                        <a:t>Stakeholder Feedback</a:t>
                      </a:r>
                      <a:endParaRPr lang="en-CA" sz="1800" kern="10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12700">
                      <a:solidFill>
                        <a:schemeClr val="accent1"/>
                      </a:solidFill>
                    </a:lnB>
                    <a:noFill/>
                  </a:tcPr>
                </a:tc>
                <a:tc>
                  <a:txBody>
                    <a:bodyPr/>
                    <a:lstStyle/>
                    <a:p>
                      <a:pPr>
                        <a:lnSpc>
                          <a:spcPct val="115000"/>
                        </a:lnSpc>
                        <a:spcBef>
                          <a:spcPts val="600"/>
                        </a:spcBef>
                        <a:spcAft>
                          <a:spcPts val="600"/>
                        </a:spcAft>
                      </a:pPr>
                      <a:r>
                        <a:rPr lang="en-US" sz="1800" kern="100" dirty="0">
                          <a:solidFill>
                            <a:schemeClr val="tx1"/>
                          </a:solidFill>
                          <a:effectLst/>
                        </a:rPr>
                        <a:t>Incorporate stakeholder feedback at various stages to validate progress and ensure alignment with project goals.</a:t>
                      </a:r>
                      <a:endParaRPr lang="en-CA" sz="1800" kern="100" dirty="0">
                        <a:solidFill>
                          <a:schemeClr val="tx1"/>
                        </a:solidFill>
                        <a:effectLst/>
                        <a:latin typeface="Aptos" panose="020B0004020202020204" pitchFamily="34" charset="0"/>
                        <a:ea typeface="DengXian" panose="02010600030101010101" pitchFamily="2" charset="-122"/>
                        <a:cs typeface="Times New Roman" panose="02020603050405020304" pitchFamily="18" charset="0"/>
                      </a:endParaRPr>
                    </a:p>
                  </a:txBody>
                  <a:tcPr marL="104327" marR="104327" marT="0" marB="0">
                    <a:lnL>
                      <a:noFill/>
                    </a:lnL>
                    <a:lnR>
                      <a:noFill/>
                    </a:lnR>
                    <a:lnT w="3175">
                      <a:solidFill>
                        <a:schemeClr val="tx1"/>
                      </a:solidFill>
                    </a:lnT>
                    <a:lnB w="12700">
                      <a:solidFill>
                        <a:schemeClr val="accent1"/>
                      </a:solidFill>
                    </a:lnB>
                    <a:noFill/>
                  </a:tcPr>
                </a:tc>
                <a:extLst>
                  <a:ext uri="{0D108BD9-81ED-4DB2-BD59-A6C34878D82A}">
                    <a16:rowId xmlns:a16="http://schemas.microsoft.com/office/drawing/2014/main" val="651331039"/>
                  </a:ext>
                </a:extLst>
              </a:tr>
            </a:tbl>
          </a:graphicData>
        </a:graphic>
      </p:graphicFrame>
      <p:sp>
        <p:nvSpPr>
          <p:cNvPr id="18" name="TextBox 17">
            <a:extLst>
              <a:ext uri="{FF2B5EF4-FFF2-40B4-BE49-F238E27FC236}">
                <a16:creationId xmlns:a16="http://schemas.microsoft.com/office/drawing/2014/main" id="{0F9E29A0-7AA1-968A-0E16-50B79C28F912}"/>
              </a:ext>
            </a:extLst>
          </p:cNvPr>
          <p:cNvSpPr txBox="1"/>
          <p:nvPr/>
        </p:nvSpPr>
        <p:spPr>
          <a:xfrm>
            <a:off x="654454" y="4114800"/>
            <a:ext cx="4110990" cy="3580660"/>
          </a:xfrm>
          <a:prstGeom prst="rect">
            <a:avLst/>
          </a:prstGeom>
          <a:noFill/>
        </p:spPr>
        <p:txBody>
          <a:bodyPr wrap="square">
            <a:spAutoFit/>
          </a:bodyPr>
          <a:lstStyle/>
          <a:p>
            <a:pPr>
              <a:lnSpc>
                <a:spcPct val="115000"/>
              </a:lnSpc>
              <a:spcBef>
                <a:spcPts val="600"/>
              </a:spcBef>
              <a:spcAft>
                <a:spcPts val="600"/>
              </a:spcAft>
            </a:pPr>
            <a:r>
              <a:rPr lang="en-US" sz="1800" kern="100" dirty="0">
                <a:effectLst/>
                <a:latin typeface="Aptos" panose="020B0004020202020204" pitchFamily="34" charset="0"/>
                <a:ea typeface="DengXian" panose="02010600030101010101" pitchFamily="2" charset="-122"/>
                <a:cs typeface="Times New Roman" panose="02020603050405020304" pitchFamily="18" charset="0"/>
              </a:rPr>
              <a:t>Costs are tracked against the $13,200 budget outlined in the Project Management Plan. Variances in spending are logged and analyzed to identify the root cause of deviations. Adjustments are made through stakeholder consultation and approval to ensure the project remains financially sustainable. Weekly budget reports are shared with the project team to maintain transparency.</a:t>
            </a:r>
            <a:endParaRPr lang="en-CA" sz="18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CB0DD5-A75D-E67C-60BC-D11AC7F3253F}"/>
            </a:ext>
          </a:extLst>
        </p:cNvPr>
        <p:cNvGrpSpPr/>
        <p:nvPr/>
      </p:nvGrpSpPr>
      <p:grpSpPr>
        <a:xfrm>
          <a:off x="0" y="0"/>
          <a:ext cx="0" cy="0"/>
          <a:chOff x="0" y="0"/>
          <a:chExt cx="0" cy="0"/>
        </a:xfrm>
      </p:grpSpPr>
      <p:pic>
        <p:nvPicPr>
          <p:cNvPr id="15" name="Picture 14" descr="A white and black form with white text&#10;&#10;Description automatically generated">
            <a:extLst>
              <a:ext uri="{FF2B5EF4-FFF2-40B4-BE49-F238E27FC236}">
                <a16:creationId xmlns:a16="http://schemas.microsoft.com/office/drawing/2014/main" id="{5B84A28B-A511-2F37-8B20-3D4CBB78F7DD}"/>
              </a:ext>
            </a:extLst>
          </p:cNvPr>
          <p:cNvPicPr>
            <a:picLocks noChangeAspect="1"/>
          </p:cNvPicPr>
          <p:nvPr/>
        </p:nvPicPr>
        <p:blipFill>
          <a:blip r:embed="rId3"/>
          <a:stretch>
            <a:fillRect/>
          </a:stretch>
        </p:blipFill>
        <p:spPr>
          <a:xfrm>
            <a:off x="581558" y="1685513"/>
            <a:ext cx="4220543" cy="4851198"/>
          </a:xfrm>
          <a:prstGeom prst="rect">
            <a:avLst/>
          </a:prstGeom>
        </p:spPr>
      </p:pic>
      <p:cxnSp>
        <p:nvCxnSpPr>
          <p:cNvPr id="43" name="Straight Connector 42">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98720" y="1888664"/>
            <a:ext cx="0" cy="4452272"/>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21" name="Picture 20" descr="A close up of a document&#10;&#10;Description automatically generated">
            <a:extLst>
              <a:ext uri="{FF2B5EF4-FFF2-40B4-BE49-F238E27FC236}">
                <a16:creationId xmlns:a16="http://schemas.microsoft.com/office/drawing/2014/main" id="{6B8CA463-8667-2167-69C7-72B135E5A6FA}"/>
              </a:ext>
            </a:extLst>
          </p:cNvPr>
          <p:cNvPicPr>
            <a:picLocks noChangeAspect="1"/>
          </p:cNvPicPr>
          <p:nvPr/>
        </p:nvPicPr>
        <p:blipFill>
          <a:blip r:embed="rId4"/>
          <a:stretch>
            <a:fillRect/>
          </a:stretch>
        </p:blipFill>
        <p:spPr>
          <a:xfrm>
            <a:off x="9804028" y="2257122"/>
            <a:ext cx="4244814" cy="3533807"/>
          </a:xfrm>
          <a:prstGeom prst="rect">
            <a:avLst/>
          </a:prstGeom>
        </p:spPr>
      </p:pic>
      <p:cxnSp>
        <p:nvCxnSpPr>
          <p:cNvPr id="45" name="Straight Connector 44">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595104" y="1888664"/>
            <a:ext cx="0" cy="4452272"/>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3" name="Picture 12" descr="A document with a questionnaire&#10;&#10;Description automatically generated with medium confidence">
            <a:extLst>
              <a:ext uri="{FF2B5EF4-FFF2-40B4-BE49-F238E27FC236}">
                <a16:creationId xmlns:a16="http://schemas.microsoft.com/office/drawing/2014/main" id="{42BD7B81-E9D7-319B-2BD8-2C5B7AE23347}"/>
              </a:ext>
            </a:extLst>
          </p:cNvPr>
          <p:cNvPicPr>
            <a:picLocks noChangeAspect="1"/>
          </p:cNvPicPr>
          <p:nvPr/>
        </p:nvPicPr>
        <p:blipFill>
          <a:blip r:embed="rId5"/>
          <a:stretch>
            <a:fillRect/>
          </a:stretch>
        </p:blipFill>
        <p:spPr>
          <a:xfrm>
            <a:off x="5204928" y="1823555"/>
            <a:ext cx="4220544" cy="4575115"/>
          </a:xfrm>
          <a:prstGeom prst="rect">
            <a:avLst/>
          </a:prstGeom>
        </p:spPr>
      </p:pic>
      <p:sp>
        <p:nvSpPr>
          <p:cNvPr id="22" name="Text 0">
            <a:extLst>
              <a:ext uri="{FF2B5EF4-FFF2-40B4-BE49-F238E27FC236}">
                <a16:creationId xmlns:a16="http://schemas.microsoft.com/office/drawing/2014/main" id="{537DAF27-7550-AFD5-5AB6-EAE35B6F06A5}"/>
              </a:ext>
            </a:extLst>
          </p:cNvPr>
          <p:cNvSpPr/>
          <p:nvPr/>
        </p:nvSpPr>
        <p:spPr>
          <a:xfrm>
            <a:off x="581558" y="567486"/>
            <a:ext cx="6633924" cy="702826"/>
          </a:xfrm>
          <a:prstGeom prst="rect">
            <a:avLst/>
          </a:prstGeom>
          <a:noFill/>
          <a:ln/>
        </p:spPr>
        <p:txBody>
          <a:bodyPr wrap="none" lIns="0" tIns="0" rIns="0" bIns="0" rtlCol="0" anchor="t"/>
          <a:lstStyle/>
          <a:p>
            <a:pPr marL="0" indent="0">
              <a:lnSpc>
                <a:spcPts val="5500"/>
              </a:lnSpc>
              <a:buNone/>
            </a:pPr>
            <a:r>
              <a:rPr lang="en-US" sz="4400" dirty="0">
                <a:solidFill>
                  <a:srgbClr val="403CCF"/>
                </a:solidFill>
                <a:latin typeface="Libre Baskerville" pitchFamily="34" charset="0"/>
                <a:ea typeface="Libre Baskerville" pitchFamily="34" charset="-122"/>
                <a:cs typeface="Libre Baskerville" pitchFamily="34" charset="-120"/>
              </a:rPr>
              <a:t>Change Request</a:t>
            </a:r>
            <a:endParaRPr lang="en-US" sz="4400" dirty="0"/>
          </a:p>
        </p:txBody>
      </p:sp>
    </p:spTree>
    <p:extLst>
      <p:ext uri="{BB962C8B-B14F-4D97-AF65-F5344CB8AC3E}">
        <p14:creationId xmlns:p14="http://schemas.microsoft.com/office/powerpoint/2010/main" val="2614564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398" cy="82288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p:cNvSpPr/>
          <p:nvPr/>
        </p:nvSpPr>
        <p:spPr>
          <a:xfrm>
            <a:off x="11121490" y="2427732"/>
            <a:ext cx="2963549" cy="3415284"/>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4400" kern="1200" dirty="0">
                <a:solidFill>
                  <a:schemeClr val="tx1"/>
                </a:solidFill>
                <a:latin typeface="+mj-lt"/>
                <a:ea typeface="+mj-ea"/>
                <a:cs typeface="+mj-cs"/>
              </a:rPr>
              <a:t>Change Log</a:t>
            </a:r>
          </a:p>
        </p:txBody>
      </p:sp>
      <p:sp>
        <p:nvSpPr>
          <p:cNvPr id="32" name="Rectangle 3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20768" y="-992680"/>
            <a:ext cx="2058574" cy="10300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2502" y="797169"/>
            <a:ext cx="9699158" cy="672040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540536" y="4070516"/>
            <a:ext cx="2062886" cy="1828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5" name="Table 24">
            <a:extLst>
              <a:ext uri="{FF2B5EF4-FFF2-40B4-BE49-F238E27FC236}">
                <a16:creationId xmlns:a16="http://schemas.microsoft.com/office/drawing/2014/main" id="{EBF2B949-F247-36D0-F699-7F130763E239}"/>
              </a:ext>
            </a:extLst>
          </p:cNvPr>
          <p:cNvGraphicFramePr>
            <a:graphicFrameLocks noGrp="1"/>
          </p:cNvGraphicFramePr>
          <p:nvPr>
            <p:extLst>
              <p:ext uri="{D42A27DB-BD31-4B8C-83A1-F6EECF244321}">
                <p14:modId xmlns:p14="http://schemas.microsoft.com/office/powerpoint/2010/main" val="85211214"/>
              </p:ext>
            </p:extLst>
          </p:nvPr>
        </p:nvGraphicFramePr>
        <p:xfrm>
          <a:off x="674915" y="1121229"/>
          <a:ext cx="9260275" cy="6211266"/>
        </p:xfrm>
        <a:graphic>
          <a:graphicData uri="http://schemas.openxmlformats.org/drawingml/2006/table">
            <a:tbl>
              <a:tblPr firstRow="1" firstCol="1" bandRow="1">
                <a:tableStyleId>{5C22544A-7EE6-4342-B048-85BDC9FD1C3A}</a:tableStyleId>
              </a:tblPr>
              <a:tblGrid>
                <a:gridCol w="1228007">
                  <a:extLst>
                    <a:ext uri="{9D8B030D-6E8A-4147-A177-3AD203B41FA5}">
                      <a16:colId xmlns:a16="http://schemas.microsoft.com/office/drawing/2014/main" val="2535204211"/>
                    </a:ext>
                  </a:extLst>
                </a:gridCol>
                <a:gridCol w="1047107">
                  <a:extLst>
                    <a:ext uri="{9D8B030D-6E8A-4147-A177-3AD203B41FA5}">
                      <a16:colId xmlns:a16="http://schemas.microsoft.com/office/drawing/2014/main" val="3590532482"/>
                    </a:ext>
                  </a:extLst>
                </a:gridCol>
                <a:gridCol w="1674139">
                  <a:extLst>
                    <a:ext uri="{9D8B030D-6E8A-4147-A177-3AD203B41FA5}">
                      <a16:colId xmlns:a16="http://schemas.microsoft.com/office/drawing/2014/main" val="1345959421"/>
                    </a:ext>
                  </a:extLst>
                </a:gridCol>
                <a:gridCol w="1266024">
                  <a:extLst>
                    <a:ext uri="{9D8B030D-6E8A-4147-A177-3AD203B41FA5}">
                      <a16:colId xmlns:a16="http://schemas.microsoft.com/office/drawing/2014/main" val="4097982259"/>
                    </a:ext>
                  </a:extLst>
                </a:gridCol>
                <a:gridCol w="1340729">
                  <a:extLst>
                    <a:ext uri="{9D8B030D-6E8A-4147-A177-3AD203B41FA5}">
                      <a16:colId xmlns:a16="http://schemas.microsoft.com/office/drawing/2014/main" val="2973793286"/>
                    </a:ext>
                  </a:extLst>
                </a:gridCol>
                <a:gridCol w="1258950">
                  <a:extLst>
                    <a:ext uri="{9D8B030D-6E8A-4147-A177-3AD203B41FA5}">
                      <a16:colId xmlns:a16="http://schemas.microsoft.com/office/drawing/2014/main" val="1195926224"/>
                    </a:ext>
                  </a:extLst>
                </a:gridCol>
                <a:gridCol w="1445319">
                  <a:extLst>
                    <a:ext uri="{9D8B030D-6E8A-4147-A177-3AD203B41FA5}">
                      <a16:colId xmlns:a16="http://schemas.microsoft.com/office/drawing/2014/main" val="2795575584"/>
                    </a:ext>
                  </a:extLst>
                </a:gridCol>
              </a:tblGrid>
              <a:tr h="575835">
                <a:tc>
                  <a:txBody>
                    <a:bodyPr/>
                    <a:lstStyle/>
                    <a:p>
                      <a:pPr algn="ctr">
                        <a:lnSpc>
                          <a:spcPct val="115000"/>
                        </a:lnSpc>
                        <a:spcBef>
                          <a:spcPts val="600"/>
                        </a:spcBef>
                        <a:spcAft>
                          <a:spcPts val="600"/>
                        </a:spcAft>
                      </a:pPr>
                      <a:r>
                        <a:rPr lang="en-US" sz="1500" kern="100">
                          <a:effectLst/>
                        </a:rPr>
                        <a:t>Change ID</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gn="ctr">
                        <a:lnSpc>
                          <a:spcPct val="115000"/>
                        </a:lnSpc>
                        <a:spcBef>
                          <a:spcPts val="600"/>
                        </a:spcBef>
                        <a:spcAft>
                          <a:spcPts val="600"/>
                        </a:spcAft>
                      </a:pPr>
                      <a:r>
                        <a:rPr lang="en-US" sz="1500" kern="100">
                          <a:effectLst/>
                        </a:rPr>
                        <a:t>Category</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gn="ctr">
                        <a:lnSpc>
                          <a:spcPct val="115000"/>
                        </a:lnSpc>
                        <a:spcBef>
                          <a:spcPts val="600"/>
                        </a:spcBef>
                        <a:spcAft>
                          <a:spcPts val="600"/>
                        </a:spcAft>
                      </a:pPr>
                      <a:r>
                        <a:rPr lang="en-US" sz="1500" kern="100">
                          <a:effectLst/>
                        </a:rPr>
                        <a:t>Description of Change</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gn="ctr">
                        <a:lnSpc>
                          <a:spcPct val="115000"/>
                        </a:lnSpc>
                        <a:spcBef>
                          <a:spcPts val="600"/>
                        </a:spcBef>
                        <a:spcAft>
                          <a:spcPts val="600"/>
                        </a:spcAft>
                      </a:pPr>
                      <a:r>
                        <a:rPr lang="en-US" sz="1500" kern="100">
                          <a:effectLst/>
                        </a:rPr>
                        <a:t>Submitted by</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gn="ctr">
                        <a:lnSpc>
                          <a:spcPct val="115000"/>
                        </a:lnSpc>
                        <a:spcBef>
                          <a:spcPts val="600"/>
                        </a:spcBef>
                        <a:spcAft>
                          <a:spcPts val="600"/>
                        </a:spcAft>
                      </a:pPr>
                      <a:r>
                        <a:rPr lang="en-US" sz="1500" kern="100">
                          <a:effectLst/>
                        </a:rPr>
                        <a:t>Submission Date</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gn="ctr">
                        <a:lnSpc>
                          <a:spcPct val="115000"/>
                        </a:lnSpc>
                        <a:spcBef>
                          <a:spcPts val="600"/>
                        </a:spcBef>
                        <a:spcAft>
                          <a:spcPts val="600"/>
                        </a:spcAft>
                      </a:pPr>
                      <a:r>
                        <a:rPr lang="en-US" sz="1500" kern="100">
                          <a:effectLst/>
                        </a:rPr>
                        <a:t>Status</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gn="ctr">
                        <a:lnSpc>
                          <a:spcPct val="115000"/>
                        </a:lnSpc>
                        <a:spcBef>
                          <a:spcPts val="600"/>
                        </a:spcBef>
                        <a:spcAft>
                          <a:spcPts val="600"/>
                        </a:spcAft>
                      </a:pPr>
                      <a:r>
                        <a:rPr lang="en-US" sz="1500" kern="100">
                          <a:effectLst/>
                        </a:rPr>
                        <a:t>Disposition</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extLst>
                  <a:ext uri="{0D108BD9-81ED-4DB2-BD59-A6C34878D82A}">
                    <a16:rowId xmlns:a16="http://schemas.microsoft.com/office/drawing/2014/main" val="3974440411"/>
                  </a:ext>
                </a:extLst>
              </a:tr>
              <a:tr h="2053429">
                <a:tc>
                  <a:txBody>
                    <a:bodyPr/>
                    <a:lstStyle/>
                    <a:p>
                      <a:pPr>
                        <a:lnSpc>
                          <a:spcPct val="115000"/>
                        </a:lnSpc>
                        <a:spcBef>
                          <a:spcPts val="600"/>
                        </a:spcBef>
                        <a:spcAft>
                          <a:spcPts val="600"/>
                        </a:spcAft>
                      </a:pPr>
                      <a:r>
                        <a:rPr lang="en-US" sz="1500" kern="100">
                          <a:effectLst/>
                        </a:rPr>
                        <a:t>CR-001</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Scope</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Adjustment to survey design to include new questions based on stakeholder feedback.</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Tran Bao Diem Phuong</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September 30, 2024</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Approved</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Changes incorporated into survey design.</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extLst>
                  <a:ext uri="{0D108BD9-81ED-4DB2-BD59-A6C34878D82A}">
                    <a16:rowId xmlns:a16="http://schemas.microsoft.com/office/drawing/2014/main" val="3424387774"/>
                  </a:ext>
                </a:extLst>
              </a:tr>
              <a:tr h="1791001">
                <a:tc>
                  <a:txBody>
                    <a:bodyPr/>
                    <a:lstStyle/>
                    <a:p>
                      <a:pPr>
                        <a:lnSpc>
                          <a:spcPct val="115000"/>
                        </a:lnSpc>
                        <a:spcBef>
                          <a:spcPts val="600"/>
                        </a:spcBef>
                        <a:spcAft>
                          <a:spcPts val="600"/>
                        </a:spcAft>
                      </a:pPr>
                      <a:r>
                        <a:rPr lang="en-US" sz="1500" kern="100">
                          <a:effectLst/>
                        </a:rPr>
                        <a:t>CR-002</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Schedule</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Extension of data collection deadline due to low participation rates.</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Keying Wang</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October 5, 2024</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Approved</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dirty="0">
                          <a:effectLst/>
                        </a:rPr>
                        <a:t>Data collection deadline extended.</a:t>
                      </a:r>
                      <a:endParaRPr lang="en-CA" sz="15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extLst>
                  <a:ext uri="{0D108BD9-81ED-4DB2-BD59-A6C34878D82A}">
                    <a16:rowId xmlns:a16="http://schemas.microsoft.com/office/drawing/2014/main" val="3682182449"/>
                  </a:ext>
                </a:extLst>
              </a:tr>
              <a:tr h="1791001">
                <a:tc>
                  <a:txBody>
                    <a:bodyPr/>
                    <a:lstStyle/>
                    <a:p>
                      <a:pPr>
                        <a:lnSpc>
                          <a:spcPct val="115000"/>
                        </a:lnSpc>
                        <a:spcBef>
                          <a:spcPts val="600"/>
                        </a:spcBef>
                        <a:spcAft>
                          <a:spcPts val="600"/>
                        </a:spcAft>
                      </a:pPr>
                      <a:r>
                        <a:rPr lang="en-US" sz="1500" kern="100">
                          <a:effectLst/>
                        </a:rPr>
                        <a:t>CR-003</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Resources</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Additional QR codes required for extended data collection locations.</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Devansh Sharma</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September 28, 2024</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a:effectLst/>
                        </a:rPr>
                        <a:t>Approved</a:t>
                      </a:r>
                      <a:endParaRPr lang="en-CA" sz="1500" kern="10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tc>
                  <a:txBody>
                    <a:bodyPr/>
                    <a:lstStyle/>
                    <a:p>
                      <a:pPr>
                        <a:lnSpc>
                          <a:spcPct val="115000"/>
                        </a:lnSpc>
                        <a:spcBef>
                          <a:spcPts val="600"/>
                        </a:spcBef>
                        <a:spcAft>
                          <a:spcPts val="600"/>
                        </a:spcAft>
                      </a:pPr>
                      <a:r>
                        <a:rPr lang="en-US" sz="1500" kern="100" dirty="0">
                          <a:effectLst/>
                        </a:rPr>
                        <a:t>QR codes ordered and distributed.</a:t>
                      </a:r>
                      <a:endParaRPr lang="en-CA" sz="15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83358" marR="83358" marT="0" marB="0" anchor="ctr"/>
                </a:tc>
                <a:extLst>
                  <a:ext uri="{0D108BD9-81ED-4DB2-BD59-A6C34878D82A}">
                    <a16:rowId xmlns:a16="http://schemas.microsoft.com/office/drawing/2014/main" val="254075952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nvSpPr>
        <p:spPr>
          <a:xfrm>
            <a:off x="793790" y="735449"/>
            <a:ext cx="7556421" cy="853865"/>
          </a:xfrm>
          <a:prstGeom prst="rect">
            <a:avLst/>
          </a:prstGeom>
          <a:noFill/>
          <a:ln/>
        </p:spPr>
        <p:txBody>
          <a:bodyPr wrap="square" lIns="0" tIns="0" rIns="0" bIns="0" rtlCol="0" anchor="t"/>
          <a:lstStyle/>
          <a:p>
            <a:pPr marL="0" indent="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Change Control </a:t>
            </a:r>
            <a:endParaRPr lang="en-US" sz="4450" dirty="0"/>
          </a:p>
        </p:txBody>
      </p:sp>
      <p:sp>
        <p:nvSpPr>
          <p:cNvPr id="4" name="Shape 1"/>
          <p:cNvSpPr/>
          <p:nvPr/>
        </p:nvSpPr>
        <p:spPr>
          <a:xfrm>
            <a:off x="793790" y="1705187"/>
            <a:ext cx="3664863" cy="622220"/>
          </a:xfrm>
          <a:prstGeom prst="roundRect">
            <a:avLst>
              <a:gd name="adj" fmla="val 1425"/>
            </a:avLst>
          </a:prstGeom>
          <a:solidFill>
            <a:srgbClr val="EAE8F3"/>
          </a:solidFill>
          <a:ln/>
        </p:spPr>
        <p:txBody>
          <a:bodyPr/>
          <a:lstStyle/>
          <a:p>
            <a:endParaRPr lang="en-CA"/>
          </a:p>
        </p:txBody>
      </p:sp>
      <p:sp>
        <p:nvSpPr>
          <p:cNvPr id="5" name="Text 2"/>
          <p:cNvSpPr/>
          <p:nvPr/>
        </p:nvSpPr>
        <p:spPr>
          <a:xfrm>
            <a:off x="1020604" y="1823141"/>
            <a:ext cx="3211235" cy="424763"/>
          </a:xfrm>
          <a:prstGeom prst="rect">
            <a:avLst/>
          </a:prstGeom>
          <a:noFill/>
          <a:ln/>
        </p:spPr>
        <p:txBody>
          <a:bodyPr wrap="squar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Stakeholder Request</a:t>
            </a:r>
            <a:endParaRPr lang="en-US" sz="2200" dirty="0"/>
          </a:p>
        </p:txBody>
      </p:sp>
      <p:sp>
        <p:nvSpPr>
          <p:cNvPr id="6" name="Text 3"/>
          <p:cNvSpPr/>
          <p:nvPr/>
        </p:nvSpPr>
        <p:spPr>
          <a:xfrm>
            <a:off x="793790" y="2479811"/>
            <a:ext cx="3567473" cy="1088708"/>
          </a:xfrm>
          <a:prstGeom prst="rect">
            <a:avLst/>
          </a:prstGeom>
          <a:noFill/>
          <a:ln/>
        </p:spPr>
        <p:txBody>
          <a:bodyPr wrap="square" lIns="0" tIns="0" rIns="0" bIns="0" rtlCol="0" anchor="t"/>
          <a:lstStyle/>
          <a:p>
            <a:pPr marL="0" indent="0">
              <a:lnSpc>
                <a:spcPts val="2850"/>
              </a:lnSpc>
              <a:buNone/>
            </a:pPr>
            <a:r>
              <a:rPr lang="en-US" sz="1750" b="1" dirty="0">
                <a:solidFill>
                  <a:srgbClr val="49495A"/>
                </a:solidFill>
                <a:latin typeface="Open Sans" pitchFamily="34" charset="0"/>
                <a:ea typeface="Open Sans" pitchFamily="34" charset="-122"/>
                <a:cs typeface="Open Sans" pitchFamily="34" charset="-120"/>
              </a:rPr>
              <a:t>Change 1: </a:t>
            </a:r>
            <a:r>
              <a:rPr lang="en-US" sz="1750" dirty="0">
                <a:solidFill>
                  <a:srgbClr val="49495A"/>
                </a:solidFill>
                <a:latin typeface="Open Sans" pitchFamily="34" charset="0"/>
                <a:ea typeface="Open Sans" pitchFamily="34" charset="-122"/>
                <a:cs typeface="Open Sans" pitchFamily="34" charset="-120"/>
              </a:rPr>
              <a:t>Extend the survey distribution period to improve response rates.</a:t>
            </a:r>
          </a:p>
          <a:p>
            <a:pPr marL="0" indent="0">
              <a:lnSpc>
                <a:spcPts val="2850"/>
              </a:lnSpc>
              <a:buNone/>
            </a:pPr>
            <a:r>
              <a:rPr lang="en-US" sz="1750" b="1" dirty="0">
                <a:solidFill>
                  <a:srgbClr val="49495A"/>
                </a:solidFill>
                <a:latin typeface="Open Sans" pitchFamily="34" charset="0"/>
                <a:ea typeface="Open Sans" pitchFamily="34" charset="-122"/>
                <a:cs typeface="Open Sans" pitchFamily="34" charset="-120"/>
              </a:rPr>
              <a:t>Change 2: </a:t>
            </a:r>
            <a:r>
              <a:rPr lang="en-US" sz="1750" dirty="0">
                <a:solidFill>
                  <a:srgbClr val="49495A"/>
                </a:solidFill>
                <a:latin typeface="Open Sans" pitchFamily="34" charset="0"/>
                <a:ea typeface="Open Sans" pitchFamily="34" charset="-122"/>
                <a:cs typeface="Open Sans" pitchFamily="34" charset="-120"/>
              </a:rPr>
              <a:t>Add additional questions about hybrid education preferences to the survey.</a:t>
            </a:r>
          </a:p>
        </p:txBody>
      </p:sp>
      <p:sp>
        <p:nvSpPr>
          <p:cNvPr id="7" name="Shape 4"/>
          <p:cNvSpPr/>
          <p:nvPr/>
        </p:nvSpPr>
        <p:spPr>
          <a:xfrm>
            <a:off x="4887386" y="1714346"/>
            <a:ext cx="3664863" cy="622220"/>
          </a:xfrm>
          <a:prstGeom prst="roundRect">
            <a:avLst>
              <a:gd name="adj" fmla="val 1425"/>
            </a:avLst>
          </a:prstGeom>
          <a:solidFill>
            <a:srgbClr val="EAE8F3"/>
          </a:solidFill>
          <a:ln/>
        </p:spPr>
        <p:txBody>
          <a:bodyPr/>
          <a:lstStyle/>
          <a:p>
            <a:endParaRPr lang="en-CA"/>
          </a:p>
        </p:txBody>
      </p:sp>
      <p:sp>
        <p:nvSpPr>
          <p:cNvPr id="8" name="Text 5"/>
          <p:cNvSpPr/>
          <p:nvPr/>
        </p:nvSpPr>
        <p:spPr>
          <a:xfrm>
            <a:off x="5114200" y="1854072"/>
            <a:ext cx="3211235" cy="424763"/>
          </a:xfrm>
          <a:prstGeom prst="rect">
            <a:avLst/>
          </a:prstGeom>
          <a:noFill/>
          <a:ln/>
        </p:spPr>
        <p:txBody>
          <a:bodyPr wrap="squar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Impact Assessment</a:t>
            </a:r>
            <a:endParaRPr lang="en-US" sz="2200" dirty="0"/>
          </a:p>
        </p:txBody>
      </p:sp>
      <p:sp>
        <p:nvSpPr>
          <p:cNvPr id="9" name="Text 6"/>
          <p:cNvSpPr/>
          <p:nvPr/>
        </p:nvSpPr>
        <p:spPr>
          <a:xfrm>
            <a:off x="4586288" y="2451434"/>
            <a:ext cx="4215425" cy="2609049"/>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Assessed the impact of both changes on project scope, timeline, budget, and objectives.</a:t>
            </a:r>
          </a:p>
          <a:p>
            <a:pPr marL="285750" indent="-285750">
              <a:lnSpc>
                <a:spcPts val="285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Evaluated feasibility and potential risks associated with each requested change.</a:t>
            </a:r>
          </a:p>
        </p:txBody>
      </p:sp>
      <p:sp>
        <p:nvSpPr>
          <p:cNvPr id="10" name="Shape 7"/>
          <p:cNvSpPr/>
          <p:nvPr/>
        </p:nvSpPr>
        <p:spPr>
          <a:xfrm>
            <a:off x="9577807" y="1718632"/>
            <a:ext cx="3664863" cy="617934"/>
          </a:xfrm>
          <a:prstGeom prst="roundRect">
            <a:avLst>
              <a:gd name="adj" fmla="val 1425"/>
            </a:avLst>
          </a:prstGeom>
          <a:solidFill>
            <a:srgbClr val="EAE8F3"/>
          </a:solidFill>
          <a:ln/>
        </p:spPr>
        <p:txBody>
          <a:bodyPr/>
          <a:lstStyle/>
          <a:p>
            <a:endParaRPr lang="en-CA"/>
          </a:p>
        </p:txBody>
      </p:sp>
      <p:sp>
        <p:nvSpPr>
          <p:cNvPr id="11" name="Text 8"/>
          <p:cNvSpPr/>
          <p:nvPr/>
        </p:nvSpPr>
        <p:spPr>
          <a:xfrm>
            <a:off x="9804621" y="1836586"/>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Decision</a:t>
            </a:r>
            <a:endParaRPr lang="en-US" sz="2200" dirty="0"/>
          </a:p>
        </p:txBody>
      </p:sp>
      <p:sp>
        <p:nvSpPr>
          <p:cNvPr id="12" name="Text 9"/>
          <p:cNvSpPr/>
          <p:nvPr/>
        </p:nvSpPr>
        <p:spPr>
          <a:xfrm>
            <a:off x="9577807" y="2484408"/>
            <a:ext cx="4215425" cy="1628639"/>
          </a:xfrm>
          <a:prstGeom prst="rect">
            <a:avLst/>
          </a:prstGeom>
          <a:noFill/>
          <a:ln/>
        </p:spPr>
        <p:txBody>
          <a:bodyPr wrap="square" lIns="0" tIns="0" rIns="0" bIns="0" rtlCol="0" anchor="t"/>
          <a:lstStyle/>
          <a:p>
            <a:pPr marL="0" indent="0">
              <a:lnSpc>
                <a:spcPts val="2850"/>
              </a:lnSpc>
              <a:buNone/>
            </a:pPr>
            <a:r>
              <a:rPr lang="en-US" sz="1750" b="1" dirty="0">
                <a:solidFill>
                  <a:srgbClr val="49495A"/>
                </a:solidFill>
                <a:latin typeface="Open Sans" pitchFamily="34" charset="0"/>
                <a:ea typeface="Open Sans" pitchFamily="34" charset="-122"/>
                <a:cs typeface="Open Sans" pitchFamily="34" charset="-120"/>
              </a:rPr>
              <a:t>Change 1 (Approved): </a:t>
            </a:r>
            <a:r>
              <a:rPr lang="en-US" sz="1750" dirty="0">
                <a:solidFill>
                  <a:srgbClr val="49495A"/>
                </a:solidFill>
                <a:latin typeface="Open Sans" pitchFamily="34" charset="0"/>
                <a:ea typeface="Open Sans" pitchFamily="34" charset="-122"/>
                <a:cs typeface="Open Sans" pitchFamily="34" charset="-120"/>
              </a:rPr>
              <a:t>The survey distribution period was extended by one week to ensure sufficient responses.</a:t>
            </a:r>
          </a:p>
          <a:p>
            <a:pPr marL="0" indent="0">
              <a:lnSpc>
                <a:spcPts val="2850"/>
              </a:lnSpc>
              <a:buNone/>
            </a:pPr>
            <a:r>
              <a:rPr lang="en-US" sz="1750" b="1" dirty="0">
                <a:solidFill>
                  <a:srgbClr val="49495A"/>
                </a:solidFill>
                <a:latin typeface="Open Sans" pitchFamily="34" charset="0"/>
                <a:ea typeface="Open Sans" pitchFamily="34" charset="-122"/>
                <a:cs typeface="Open Sans" pitchFamily="34" charset="-120"/>
              </a:rPr>
              <a:t>Change 2 (Rejected): </a:t>
            </a:r>
            <a:r>
              <a:rPr lang="en-US" sz="1750" dirty="0">
                <a:solidFill>
                  <a:srgbClr val="49495A"/>
                </a:solidFill>
                <a:latin typeface="Open Sans" pitchFamily="34" charset="0"/>
                <a:ea typeface="Open Sans" pitchFamily="34" charset="-122"/>
                <a:cs typeface="Open Sans" pitchFamily="34" charset="-120"/>
              </a:rPr>
              <a:t>Adding new questions was declined to maintain data consistency and avoid delays.</a:t>
            </a:r>
          </a:p>
        </p:txBody>
      </p:sp>
      <p:sp>
        <p:nvSpPr>
          <p:cNvPr id="13" name="Shape 10"/>
          <p:cNvSpPr/>
          <p:nvPr/>
        </p:nvSpPr>
        <p:spPr>
          <a:xfrm>
            <a:off x="4867008" y="4787174"/>
            <a:ext cx="4319663" cy="617934"/>
          </a:xfrm>
          <a:prstGeom prst="roundRect">
            <a:avLst>
              <a:gd name="adj" fmla="val 1425"/>
            </a:avLst>
          </a:prstGeom>
          <a:solidFill>
            <a:srgbClr val="EAE8F3"/>
          </a:solidFill>
          <a:ln/>
        </p:spPr>
        <p:txBody>
          <a:bodyPr/>
          <a:lstStyle/>
          <a:p>
            <a:endParaRPr lang="en-CA"/>
          </a:p>
        </p:txBody>
      </p:sp>
      <p:sp>
        <p:nvSpPr>
          <p:cNvPr id="14" name="Text 11"/>
          <p:cNvSpPr/>
          <p:nvPr/>
        </p:nvSpPr>
        <p:spPr>
          <a:xfrm>
            <a:off x="5005166" y="4923829"/>
            <a:ext cx="4092849" cy="617934"/>
          </a:xfrm>
          <a:prstGeom prst="rect">
            <a:avLst/>
          </a:prstGeom>
          <a:noFill/>
          <a:ln/>
        </p:spPr>
        <p:txBody>
          <a:bodyPr wrap="squar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Implementation of Change</a:t>
            </a:r>
            <a:endParaRPr lang="en-US" sz="2200" dirty="0"/>
          </a:p>
        </p:txBody>
      </p:sp>
      <p:sp>
        <p:nvSpPr>
          <p:cNvPr id="15" name="Text 12"/>
          <p:cNvSpPr/>
          <p:nvPr/>
        </p:nvSpPr>
        <p:spPr>
          <a:xfrm>
            <a:off x="4586288" y="5555033"/>
            <a:ext cx="4620761" cy="1705861"/>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Adjusted project schedule to accommodate the extended survey period.</a:t>
            </a:r>
          </a:p>
          <a:p>
            <a:pPr marL="285750" indent="-285750">
              <a:lnSpc>
                <a:spcPts val="285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Sent reminders during the extended period to boost participation while maintaining other timelines.</a:t>
            </a:r>
          </a:p>
        </p:txBody>
      </p:sp>
      <p:sp>
        <p:nvSpPr>
          <p:cNvPr id="16" name="Shape 10">
            <a:extLst>
              <a:ext uri="{FF2B5EF4-FFF2-40B4-BE49-F238E27FC236}">
                <a16:creationId xmlns:a16="http://schemas.microsoft.com/office/drawing/2014/main" id="{EA458096-5E98-903B-C29B-5073E58F5BE7}"/>
              </a:ext>
            </a:extLst>
          </p:cNvPr>
          <p:cNvSpPr/>
          <p:nvPr/>
        </p:nvSpPr>
        <p:spPr>
          <a:xfrm>
            <a:off x="9625235" y="4797814"/>
            <a:ext cx="3664863" cy="617934"/>
          </a:xfrm>
          <a:prstGeom prst="roundRect">
            <a:avLst>
              <a:gd name="adj" fmla="val 1425"/>
            </a:avLst>
          </a:prstGeom>
          <a:solidFill>
            <a:srgbClr val="EAE8F3"/>
          </a:solidFill>
          <a:ln/>
        </p:spPr>
        <p:txBody>
          <a:bodyPr/>
          <a:lstStyle/>
          <a:p>
            <a:endParaRPr lang="en-CA"/>
          </a:p>
        </p:txBody>
      </p:sp>
      <p:sp>
        <p:nvSpPr>
          <p:cNvPr id="17" name="Text 11">
            <a:extLst>
              <a:ext uri="{FF2B5EF4-FFF2-40B4-BE49-F238E27FC236}">
                <a16:creationId xmlns:a16="http://schemas.microsoft.com/office/drawing/2014/main" id="{41171FC4-FC5E-DC8F-DBF0-133511B41C5B}"/>
              </a:ext>
            </a:extLst>
          </p:cNvPr>
          <p:cNvSpPr/>
          <p:nvPr/>
        </p:nvSpPr>
        <p:spPr>
          <a:xfrm>
            <a:off x="9852049" y="4937540"/>
            <a:ext cx="3211235" cy="354330"/>
          </a:xfrm>
          <a:prstGeom prst="rect">
            <a:avLst/>
          </a:prstGeom>
          <a:noFill/>
          <a:ln/>
        </p:spPr>
        <p:txBody>
          <a:bodyPr wrap="squar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Communication</a:t>
            </a:r>
            <a:endParaRPr lang="en-US" sz="2200" dirty="0"/>
          </a:p>
        </p:txBody>
      </p:sp>
      <p:sp>
        <p:nvSpPr>
          <p:cNvPr id="18" name="Text 12">
            <a:extLst>
              <a:ext uri="{FF2B5EF4-FFF2-40B4-BE49-F238E27FC236}">
                <a16:creationId xmlns:a16="http://schemas.microsoft.com/office/drawing/2014/main" id="{FF5B2750-4983-1C53-CD80-34B71ACBC88C}"/>
              </a:ext>
            </a:extLst>
          </p:cNvPr>
          <p:cNvSpPr/>
          <p:nvPr/>
        </p:nvSpPr>
        <p:spPr>
          <a:xfrm>
            <a:off x="9295088" y="5555474"/>
            <a:ext cx="4522922" cy="1628639"/>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Communicated the decision to the stakeholder, explaining the rationale for approval/rejection.</a:t>
            </a:r>
          </a:p>
          <a:p>
            <a:pPr marL="285750" indent="-285750">
              <a:lnSpc>
                <a:spcPts val="285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Updated the project plan and shared revised timelines with the project team and stakeholders.</a:t>
            </a:r>
          </a:p>
        </p:txBody>
      </p:sp>
      <p:sp>
        <p:nvSpPr>
          <p:cNvPr id="33" name="Arrow: Right 32">
            <a:extLst>
              <a:ext uri="{FF2B5EF4-FFF2-40B4-BE49-F238E27FC236}">
                <a16:creationId xmlns:a16="http://schemas.microsoft.com/office/drawing/2014/main" id="{405C51F6-8A1E-8746-1182-9EC1FB55A644}"/>
              </a:ext>
            </a:extLst>
          </p:cNvPr>
          <p:cNvSpPr/>
          <p:nvPr/>
        </p:nvSpPr>
        <p:spPr>
          <a:xfrm>
            <a:off x="4231840" y="1769777"/>
            <a:ext cx="610252" cy="497108"/>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Arrow: Right 33">
            <a:extLst>
              <a:ext uri="{FF2B5EF4-FFF2-40B4-BE49-F238E27FC236}">
                <a16:creationId xmlns:a16="http://schemas.microsoft.com/office/drawing/2014/main" id="{D7819C21-0C8C-FF9F-8704-9CAAEE63DA92}"/>
              </a:ext>
            </a:extLst>
          </p:cNvPr>
          <p:cNvSpPr/>
          <p:nvPr/>
        </p:nvSpPr>
        <p:spPr>
          <a:xfrm>
            <a:off x="7968533" y="1769777"/>
            <a:ext cx="1384339" cy="497108"/>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Arrow: Curved Left 35">
            <a:extLst>
              <a:ext uri="{FF2B5EF4-FFF2-40B4-BE49-F238E27FC236}">
                <a16:creationId xmlns:a16="http://schemas.microsoft.com/office/drawing/2014/main" id="{F711F3F3-621E-4459-E473-4A748FE83124}"/>
              </a:ext>
            </a:extLst>
          </p:cNvPr>
          <p:cNvSpPr/>
          <p:nvPr/>
        </p:nvSpPr>
        <p:spPr>
          <a:xfrm>
            <a:off x="13043971" y="1854072"/>
            <a:ext cx="1347816" cy="3411310"/>
          </a:xfrm>
          <a:prstGeom prst="curvedLef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37" name="Arrow: Right 36">
            <a:extLst>
              <a:ext uri="{FF2B5EF4-FFF2-40B4-BE49-F238E27FC236}">
                <a16:creationId xmlns:a16="http://schemas.microsoft.com/office/drawing/2014/main" id="{8FB90C9F-961C-0DCD-7CC2-4F00B149B5B4}"/>
              </a:ext>
            </a:extLst>
          </p:cNvPr>
          <p:cNvSpPr/>
          <p:nvPr/>
        </p:nvSpPr>
        <p:spPr>
          <a:xfrm rot="10800000">
            <a:off x="9205827" y="4870278"/>
            <a:ext cx="554135" cy="497108"/>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558760"/>
            <a:ext cx="7775496" cy="708779"/>
          </a:xfrm>
          <a:prstGeom prst="rect">
            <a:avLst/>
          </a:prstGeom>
          <a:noFill/>
          <a:ln/>
        </p:spPr>
        <p:txBody>
          <a:bodyPr wrap="none" lIns="0" tIns="0" rIns="0" bIns="0" rtlCol="0" anchor="t"/>
          <a:lstStyle/>
          <a:p>
            <a:pPr marL="0" indent="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Validate Project Scope</a:t>
            </a:r>
            <a:endParaRPr lang="en-US" sz="4450" dirty="0"/>
          </a:p>
        </p:txBody>
      </p:sp>
      <p:sp>
        <p:nvSpPr>
          <p:cNvPr id="9" name="Oval 8">
            <a:extLst>
              <a:ext uri="{FF2B5EF4-FFF2-40B4-BE49-F238E27FC236}">
                <a16:creationId xmlns:a16="http://schemas.microsoft.com/office/drawing/2014/main" id="{8387792F-9231-1593-43BE-4E42DED81EF5}"/>
              </a:ext>
            </a:extLst>
          </p:cNvPr>
          <p:cNvSpPr/>
          <p:nvPr/>
        </p:nvSpPr>
        <p:spPr>
          <a:xfrm>
            <a:off x="769977" y="1459337"/>
            <a:ext cx="1914525" cy="1827501"/>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ptos" panose="020B0004020202020204" pitchFamily="34" charset="0"/>
                <a:ea typeface="DengXian" panose="02010600030101010101" pitchFamily="2" charset="-122"/>
                <a:cs typeface="Times New Roman" panose="02020603050405020304" pitchFamily="18" charset="0"/>
              </a:rPr>
              <a:t>Scope Validation</a:t>
            </a:r>
            <a:endParaRPr lang="en-CA" dirty="0"/>
          </a:p>
        </p:txBody>
      </p:sp>
      <p:sp>
        <p:nvSpPr>
          <p:cNvPr id="10" name="Oval 9">
            <a:extLst>
              <a:ext uri="{FF2B5EF4-FFF2-40B4-BE49-F238E27FC236}">
                <a16:creationId xmlns:a16="http://schemas.microsoft.com/office/drawing/2014/main" id="{D330614C-07AE-077A-CA45-77AEDA00B27B}"/>
              </a:ext>
            </a:extLst>
          </p:cNvPr>
          <p:cNvSpPr/>
          <p:nvPr/>
        </p:nvSpPr>
        <p:spPr>
          <a:xfrm>
            <a:off x="689011" y="3286838"/>
            <a:ext cx="1914525" cy="1838326"/>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ptos" panose="020B0004020202020204" pitchFamily="34" charset="0"/>
                <a:ea typeface="DengXian" panose="02010600030101010101" pitchFamily="2" charset="-122"/>
                <a:cs typeface="Times New Roman" panose="02020603050405020304" pitchFamily="18" charset="0"/>
              </a:rPr>
              <a:t>Deliverable Review</a:t>
            </a:r>
            <a:endParaRPr lang="en-CA" dirty="0"/>
          </a:p>
        </p:txBody>
      </p:sp>
      <p:sp>
        <p:nvSpPr>
          <p:cNvPr id="11" name="Oval 10">
            <a:extLst>
              <a:ext uri="{FF2B5EF4-FFF2-40B4-BE49-F238E27FC236}">
                <a16:creationId xmlns:a16="http://schemas.microsoft.com/office/drawing/2014/main" id="{A135E280-2FAB-E3B4-1B2C-C744BD0A867B}"/>
              </a:ext>
            </a:extLst>
          </p:cNvPr>
          <p:cNvSpPr/>
          <p:nvPr/>
        </p:nvSpPr>
        <p:spPr>
          <a:xfrm>
            <a:off x="2590799" y="1893810"/>
            <a:ext cx="2003803" cy="1924051"/>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ptos" panose="020B0004020202020204" pitchFamily="34" charset="0"/>
                <a:ea typeface="DengXian" panose="02010600030101010101" pitchFamily="2" charset="-122"/>
                <a:cs typeface="Times New Roman" panose="02020603050405020304" pitchFamily="18" charset="0"/>
              </a:rPr>
              <a:t>Stakeholder Approval</a:t>
            </a:r>
            <a:endParaRPr lang="en-CA" dirty="0"/>
          </a:p>
        </p:txBody>
      </p:sp>
      <p:sp>
        <p:nvSpPr>
          <p:cNvPr id="12" name="Oval 11">
            <a:extLst>
              <a:ext uri="{FF2B5EF4-FFF2-40B4-BE49-F238E27FC236}">
                <a16:creationId xmlns:a16="http://schemas.microsoft.com/office/drawing/2014/main" id="{9ADBAA3D-C80A-51F9-CA7F-5E8334B0A7A4}"/>
              </a:ext>
            </a:extLst>
          </p:cNvPr>
          <p:cNvSpPr/>
          <p:nvPr/>
        </p:nvSpPr>
        <p:spPr>
          <a:xfrm>
            <a:off x="531848" y="5114339"/>
            <a:ext cx="2228852" cy="2171701"/>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ptos" panose="020B0004020202020204" pitchFamily="34" charset="0"/>
                <a:ea typeface="DengXian" panose="02010600030101010101" pitchFamily="2" charset="-122"/>
                <a:cs typeface="Times New Roman" panose="02020603050405020304" pitchFamily="18" charset="0"/>
              </a:rPr>
              <a:t>Feedback Incorporation</a:t>
            </a:r>
            <a:endParaRPr lang="en-CA" dirty="0"/>
          </a:p>
        </p:txBody>
      </p:sp>
      <p:sp>
        <p:nvSpPr>
          <p:cNvPr id="13" name="Oval 12">
            <a:extLst>
              <a:ext uri="{FF2B5EF4-FFF2-40B4-BE49-F238E27FC236}">
                <a16:creationId xmlns:a16="http://schemas.microsoft.com/office/drawing/2014/main" id="{D98037CB-B3CF-70A3-C08D-C3C65CF2E300}"/>
              </a:ext>
            </a:extLst>
          </p:cNvPr>
          <p:cNvSpPr/>
          <p:nvPr/>
        </p:nvSpPr>
        <p:spPr>
          <a:xfrm>
            <a:off x="2452687" y="3817861"/>
            <a:ext cx="2228851" cy="2171701"/>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ptos" panose="020B0004020202020204" pitchFamily="34" charset="0"/>
                <a:ea typeface="DengXian" panose="02010600030101010101" pitchFamily="2" charset="-122"/>
                <a:cs typeface="Times New Roman" panose="02020603050405020304" pitchFamily="18" charset="0"/>
              </a:rPr>
              <a:t>Documented Validation</a:t>
            </a:r>
            <a:endParaRPr lang="en-CA" dirty="0"/>
          </a:p>
        </p:txBody>
      </p:sp>
      <p:sp>
        <p:nvSpPr>
          <p:cNvPr id="14" name="Oval 13">
            <a:extLst>
              <a:ext uri="{FF2B5EF4-FFF2-40B4-BE49-F238E27FC236}">
                <a16:creationId xmlns:a16="http://schemas.microsoft.com/office/drawing/2014/main" id="{977E188F-7E5F-AF98-DABF-AEAD5B7B4B55}"/>
              </a:ext>
            </a:extLst>
          </p:cNvPr>
          <p:cNvSpPr/>
          <p:nvPr/>
        </p:nvSpPr>
        <p:spPr>
          <a:xfrm>
            <a:off x="2537638" y="5989562"/>
            <a:ext cx="2143900" cy="2088928"/>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effectLst/>
                <a:latin typeface="Aptos" panose="020B0004020202020204" pitchFamily="34" charset="0"/>
                <a:ea typeface="DengXian" panose="02010600030101010101" pitchFamily="2" charset="-122"/>
                <a:cs typeface="Times New Roman" panose="02020603050405020304" pitchFamily="18" charset="0"/>
              </a:rPr>
              <a:t>Outcome Confirmation</a:t>
            </a:r>
            <a:endParaRPr lang="en-CA" dirty="0"/>
          </a:p>
        </p:txBody>
      </p:sp>
      <p:graphicFrame>
        <p:nvGraphicFramePr>
          <p:cNvPr id="16" name="Table 15">
            <a:extLst>
              <a:ext uri="{FF2B5EF4-FFF2-40B4-BE49-F238E27FC236}">
                <a16:creationId xmlns:a16="http://schemas.microsoft.com/office/drawing/2014/main" id="{5B6892BC-3DC8-1054-40AF-CF466F714492}"/>
              </a:ext>
            </a:extLst>
          </p:cNvPr>
          <p:cNvGraphicFramePr>
            <a:graphicFrameLocks noGrp="1"/>
          </p:cNvGraphicFramePr>
          <p:nvPr>
            <p:extLst>
              <p:ext uri="{D42A27DB-BD31-4B8C-83A1-F6EECF244321}">
                <p14:modId xmlns:p14="http://schemas.microsoft.com/office/powerpoint/2010/main" val="2999058016"/>
              </p:ext>
            </p:extLst>
          </p:nvPr>
        </p:nvGraphicFramePr>
        <p:xfrm>
          <a:off x="5424488" y="1475211"/>
          <a:ext cx="8196262" cy="6195627"/>
        </p:xfrm>
        <a:graphic>
          <a:graphicData uri="http://schemas.openxmlformats.org/drawingml/2006/table">
            <a:tbl>
              <a:tblPr firstRow="1" bandRow="1">
                <a:tableStyleId>{5C22544A-7EE6-4342-B048-85BDC9FD1C3A}</a:tableStyleId>
              </a:tblPr>
              <a:tblGrid>
                <a:gridCol w="1712732">
                  <a:extLst>
                    <a:ext uri="{9D8B030D-6E8A-4147-A177-3AD203B41FA5}">
                      <a16:colId xmlns:a16="http://schemas.microsoft.com/office/drawing/2014/main" val="1911710962"/>
                    </a:ext>
                  </a:extLst>
                </a:gridCol>
                <a:gridCol w="6483530">
                  <a:extLst>
                    <a:ext uri="{9D8B030D-6E8A-4147-A177-3AD203B41FA5}">
                      <a16:colId xmlns:a16="http://schemas.microsoft.com/office/drawing/2014/main" val="4015436278"/>
                    </a:ext>
                  </a:extLst>
                </a:gridCol>
              </a:tblGrid>
              <a:tr h="4284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lt1"/>
                          </a:solidFill>
                          <a:effectLst/>
                          <a:latin typeface="+mn-lt"/>
                          <a:ea typeface="+mn-ea"/>
                          <a:cs typeface="+mn-cs"/>
                        </a:rPr>
                        <a:t>Aspect</a:t>
                      </a:r>
                      <a:endParaRPr lang="en-CA" sz="2000" b="1" kern="1200" dirty="0">
                        <a:solidFill>
                          <a:schemeClr val="lt1"/>
                        </a:solidFill>
                        <a:effectLst/>
                        <a:latin typeface="+mn-lt"/>
                        <a:ea typeface="+mn-ea"/>
                        <a:cs typeface="+mn-cs"/>
                      </a:endParaRPr>
                    </a:p>
                  </a:txBody>
                  <a:tcPr/>
                </a:tc>
                <a:tc>
                  <a:txBody>
                    <a:bodyPr/>
                    <a:lstStyle/>
                    <a:p>
                      <a:pPr algn="ctr"/>
                      <a:r>
                        <a:rPr lang="en-US" sz="2000" b="1" kern="1200" dirty="0">
                          <a:solidFill>
                            <a:schemeClr val="lt1"/>
                          </a:solidFill>
                          <a:effectLst/>
                          <a:latin typeface="+mn-lt"/>
                          <a:ea typeface="+mn-ea"/>
                          <a:cs typeface="+mn-cs"/>
                        </a:rPr>
                        <a:t>Description</a:t>
                      </a:r>
                      <a:endParaRPr lang="en-CA" sz="2000" dirty="0"/>
                    </a:p>
                  </a:txBody>
                  <a:tcPr/>
                </a:tc>
                <a:extLst>
                  <a:ext uri="{0D108BD9-81ED-4DB2-BD59-A6C34878D82A}">
                    <a16:rowId xmlns:a16="http://schemas.microsoft.com/office/drawing/2014/main" val="1390847754"/>
                  </a:ext>
                </a:extLst>
              </a:tr>
              <a:tr h="1417085">
                <a:tc>
                  <a:txBody>
                    <a:bodyPr/>
                    <a:lstStyle/>
                    <a:p>
                      <a:pPr>
                        <a:lnSpc>
                          <a:spcPct val="115000"/>
                        </a:lnSpc>
                        <a:spcBef>
                          <a:spcPts val="600"/>
                        </a:spcBef>
                        <a:spcAft>
                          <a:spcPts val="600"/>
                        </a:spcAft>
                      </a:pPr>
                      <a:r>
                        <a:rPr lang="en-US" sz="2000" kern="100" dirty="0">
                          <a:effectLst/>
                          <a:latin typeface="+mn-lt"/>
                          <a:ea typeface="DengXian" panose="02010600030101010101" pitchFamily="2" charset="-122"/>
                          <a:cs typeface="Times New Roman" panose="02020603050405020304" pitchFamily="18" charset="0"/>
                        </a:rPr>
                        <a:t>Scope Control:</a:t>
                      </a:r>
                      <a:endParaRPr lang="en-CA" sz="2000" kern="100" dirty="0">
                        <a:effectLst/>
                        <a:latin typeface="+mn-lt"/>
                        <a:ea typeface="DengXian" panose="02010600030101010101" pitchFamily="2" charset="-122"/>
                        <a:cs typeface="Times New Roman" panose="02020603050405020304" pitchFamily="18" charset="0"/>
                      </a:endParaRPr>
                    </a:p>
                  </a:txBody>
                  <a:tcPr marL="68580" marR="68580" marT="0" marB="0"/>
                </a:tc>
                <a:tc>
                  <a:txBody>
                    <a:bodyPr/>
                    <a:lstStyle/>
                    <a:p>
                      <a:r>
                        <a:rPr lang="en-US" sz="2000" kern="1200" dirty="0">
                          <a:solidFill>
                            <a:schemeClr val="dk1"/>
                          </a:solidFill>
                          <a:effectLst/>
                          <a:latin typeface="+mn-lt"/>
                          <a:ea typeface="+mn-ea"/>
                          <a:cs typeface="+mn-cs"/>
                        </a:rPr>
                        <a:t>- Regularly reviewed progress to ensure that all deliverables were within the defined scope.</a:t>
                      </a:r>
                      <a:endParaRPr lang="en-CA" sz="2000" kern="1200" dirty="0">
                        <a:solidFill>
                          <a:schemeClr val="dk1"/>
                        </a:solidFill>
                        <a:effectLst/>
                        <a:latin typeface="+mn-lt"/>
                        <a:ea typeface="+mn-ea"/>
                        <a:cs typeface="+mn-cs"/>
                      </a:endParaRPr>
                    </a:p>
                    <a:p>
                      <a:r>
                        <a:rPr lang="en-US" sz="2000" kern="1200" dirty="0">
                          <a:solidFill>
                            <a:schemeClr val="dk1"/>
                          </a:solidFill>
                          <a:effectLst/>
                          <a:latin typeface="+mn-lt"/>
                          <a:ea typeface="+mn-ea"/>
                          <a:cs typeface="+mn-cs"/>
                        </a:rPr>
                        <a:t>- Managed scope changes through a formal change control process.</a:t>
                      </a:r>
                      <a:endParaRPr lang="en-CA" sz="2000" dirty="0">
                        <a:latin typeface="+mn-lt"/>
                      </a:endParaRPr>
                    </a:p>
                  </a:txBody>
                  <a:tcPr/>
                </a:tc>
                <a:extLst>
                  <a:ext uri="{0D108BD9-81ED-4DB2-BD59-A6C34878D82A}">
                    <a16:rowId xmlns:a16="http://schemas.microsoft.com/office/drawing/2014/main" val="2343314041"/>
                  </a:ext>
                </a:extLst>
              </a:tr>
              <a:tr h="1087530">
                <a:tc>
                  <a:txBody>
                    <a:bodyPr/>
                    <a:lstStyle/>
                    <a:p>
                      <a:r>
                        <a:rPr lang="en-US" sz="2000" kern="1200" dirty="0">
                          <a:solidFill>
                            <a:schemeClr val="dk1"/>
                          </a:solidFill>
                          <a:effectLst/>
                          <a:latin typeface="+mn-lt"/>
                          <a:ea typeface="+mn-ea"/>
                          <a:cs typeface="+mn-cs"/>
                        </a:rPr>
                        <a:t>Schedule Control:</a:t>
                      </a:r>
                      <a:endParaRPr lang="en-CA" sz="2000" dirty="0">
                        <a:latin typeface="+mn-lt"/>
                      </a:endParaRPr>
                    </a:p>
                  </a:txBody>
                  <a:tcPr/>
                </a:tc>
                <a:tc>
                  <a:txBody>
                    <a:bodyPr/>
                    <a:lstStyle/>
                    <a:p>
                      <a:r>
                        <a:rPr lang="en-US" sz="2000" kern="1200" dirty="0">
                          <a:solidFill>
                            <a:schemeClr val="dk1"/>
                          </a:solidFill>
                          <a:effectLst/>
                          <a:latin typeface="+mn-lt"/>
                          <a:ea typeface="+mn-ea"/>
                          <a:cs typeface="+mn-cs"/>
                        </a:rPr>
                        <a:t>Monitored project milestones and adjusted timelines as necessary, such as extending survey distribution period to accommodate more responses.</a:t>
                      </a:r>
                      <a:endParaRPr lang="en-CA" sz="2000" dirty="0">
                        <a:latin typeface="+mn-lt"/>
                      </a:endParaRPr>
                    </a:p>
                  </a:txBody>
                  <a:tcPr/>
                </a:tc>
                <a:extLst>
                  <a:ext uri="{0D108BD9-81ED-4DB2-BD59-A6C34878D82A}">
                    <a16:rowId xmlns:a16="http://schemas.microsoft.com/office/drawing/2014/main" val="2657268508"/>
                  </a:ext>
                </a:extLst>
              </a:tr>
              <a:tr h="757976">
                <a:tc>
                  <a:txBody>
                    <a:bodyPr/>
                    <a:lstStyle/>
                    <a:p>
                      <a:r>
                        <a:rPr lang="en-US" sz="2000" kern="1200" dirty="0">
                          <a:solidFill>
                            <a:schemeClr val="dk1"/>
                          </a:solidFill>
                          <a:effectLst/>
                          <a:latin typeface="+mn-lt"/>
                          <a:ea typeface="+mn-ea"/>
                          <a:cs typeface="+mn-cs"/>
                        </a:rPr>
                        <a:t>Cost Control:</a:t>
                      </a:r>
                      <a:endParaRPr lang="en-CA" sz="2000" dirty="0">
                        <a:latin typeface="+mn-lt"/>
                      </a:endParaRPr>
                    </a:p>
                  </a:txBody>
                  <a:tcPr/>
                </a:tc>
                <a:tc>
                  <a:txBody>
                    <a:bodyPr/>
                    <a:lstStyle/>
                    <a:p>
                      <a:r>
                        <a:rPr lang="en-US" sz="2000" kern="1200" dirty="0">
                          <a:solidFill>
                            <a:schemeClr val="dk1"/>
                          </a:solidFill>
                          <a:effectLst/>
                          <a:latin typeface="+mn-lt"/>
                          <a:ea typeface="+mn-ea"/>
                          <a:cs typeface="+mn-cs"/>
                        </a:rPr>
                        <a:t>Tracked budget expenditures, ensuring the project remained within the $13,200 budget.</a:t>
                      </a:r>
                      <a:endParaRPr lang="en-CA" sz="2000" dirty="0">
                        <a:latin typeface="+mn-lt"/>
                      </a:endParaRPr>
                    </a:p>
                  </a:txBody>
                  <a:tcPr/>
                </a:tc>
                <a:extLst>
                  <a:ext uri="{0D108BD9-81ED-4DB2-BD59-A6C34878D82A}">
                    <a16:rowId xmlns:a16="http://schemas.microsoft.com/office/drawing/2014/main" val="3164644449"/>
                  </a:ext>
                </a:extLst>
              </a:tr>
              <a:tr h="1417085">
                <a:tc>
                  <a:txBody>
                    <a:bodyPr/>
                    <a:lstStyle/>
                    <a:p>
                      <a:r>
                        <a:rPr lang="en-US" sz="2000" kern="1200" dirty="0">
                          <a:solidFill>
                            <a:schemeClr val="dk1"/>
                          </a:solidFill>
                          <a:effectLst/>
                          <a:latin typeface="+mn-lt"/>
                          <a:ea typeface="+mn-ea"/>
                          <a:cs typeface="+mn-cs"/>
                        </a:rPr>
                        <a:t>Quality Control:</a:t>
                      </a:r>
                      <a:endParaRPr lang="en-CA" sz="2000" dirty="0">
                        <a:latin typeface="+mn-lt"/>
                      </a:endParaRPr>
                    </a:p>
                  </a:txBody>
                  <a:tcPr/>
                </a:tc>
                <a:tc>
                  <a:txBody>
                    <a:bodyPr/>
                    <a:lstStyle/>
                    <a:p>
                      <a:r>
                        <a:rPr lang="en-US" sz="2000" kern="1200" dirty="0">
                          <a:solidFill>
                            <a:schemeClr val="dk1"/>
                          </a:solidFill>
                          <a:effectLst/>
                          <a:latin typeface="+mn-lt"/>
                          <a:ea typeface="+mn-ea"/>
                          <a:cs typeface="+mn-cs"/>
                        </a:rPr>
                        <a:t>Conducted quality checks at each stage of the project, including survey design, data cleaning, and analysis, to ensure deliverables met the required standards.</a:t>
                      </a:r>
                      <a:endParaRPr lang="en-CA" sz="2000" dirty="0">
                        <a:latin typeface="+mn-lt"/>
                      </a:endParaRPr>
                    </a:p>
                  </a:txBody>
                  <a:tcPr/>
                </a:tc>
                <a:extLst>
                  <a:ext uri="{0D108BD9-81ED-4DB2-BD59-A6C34878D82A}">
                    <a16:rowId xmlns:a16="http://schemas.microsoft.com/office/drawing/2014/main" val="538538132"/>
                  </a:ext>
                </a:extLst>
              </a:tr>
              <a:tr h="1087530">
                <a:tc>
                  <a:txBody>
                    <a:bodyPr/>
                    <a:lstStyle/>
                    <a:p>
                      <a:r>
                        <a:rPr lang="en-US" sz="2000" kern="1200" dirty="0">
                          <a:solidFill>
                            <a:schemeClr val="dk1"/>
                          </a:solidFill>
                          <a:effectLst/>
                          <a:latin typeface="+mn-lt"/>
                          <a:ea typeface="+mn-ea"/>
                          <a:cs typeface="+mn-cs"/>
                        </a:rPr>
                        <a:t>Resource Control:</a:t>
                      </a:r>
                      <a:endParaRPr lang="en-CA" sz="2000" dirty="0">
                        <a:latin typeface="+mn-lt"/>
                      </a:endParaRPr>
                    </a:p>
                  </a:txBody>
                  <a:tcPr/>
                </a:tc>
                <a:tc>
                  <a:txBody>
                    <a:bodyPr/>
                    <a:lstStyle/>
                    <a:p>
                      <a:r>
                        <a:rPr lang="en-US" sz="2000" kern="1200" dirty="0">
                          <a:solidFill>
                            <a:schemeClr val="dk1"/>
                          </a:solidFill>
                          <a:effectLst/>
                          <a:latin typeface="+mn-lt"/>
                          <a:ea typeface="+mn-ea"/>
                          <a:cs typeface="+mn-cs"/>
                        </a:rPr>
                        <a:t>Assigned roles within the team and ensured that the required tools and expertise were available to the project.</a:t>
                      </a:r>
                      <a:endParaRPr lang="en-CA" sz="2000" dirty="0">
                        <a:latin typeface="+mn-lt"/>
                      </a:endParaRPr>
                    </a:p>
                  </a:txBody>
                  <a:tcPr/>
                </a:tc>
                <a:extLst>
                  <a:ext uri="{0D108BD9-81ED-4DB2-BD59-A6C34878D82A}">
                    <a16:rowId xmlns:a16="http://schemas.microsoft.com/office/drawing/2014/main" val="1539664171"/>
                  </a:ext>
                </a:extLst>
              </a:tr>
            </a:tbl>
          </a:graphicData>
        </a:graphic>
      </p:graphicFrame>
      <p:sp>
        <p:nvSpPr>
          <p:cNvPr id="18" name="TextBox 17">
            <a:extLst>
              <a:ext uri="{FF2B5EF4-FFF2-40B4-BE49-F238E27FC236}">
                <a16:creationId xmlns:a16="http://schemas.microsoft.com/office/drawing/2014/main" id="{7755386A-591E-5F59-E7D9-7FE88BEF0E61}"/>
              </a:ext>
            </a:extLst>
          </p:cNvPr>
          <p:cNvSpPr txBox="1"/>
          <p:nvPr/>
        </p:nvSpPr>
        <p:spPr>
          <a:xfrm>
            <a:off x="-466725" y="7558428"/>
            <a:ext cx="3943350" cy="395173"/>
          </a:xfrm>
          <a:prstGeom prst="rect">
            <a:avLst/>
          </a:prstGeom>
          <a:noFill/>
        </p:spPr>
        <p:txBody>
          <a:bodyPr wrap="square">
            <a:spAutoFit/>
          </a:bodyPr>
          <a:lstStyle/>
          <a:p>
            <a:pPr indent="685800">
              <a:lnSpc>
                <a:spcPct val="115000"/>
              </a:lnSpc>
              <a:spcBef>
                <a:spcPts val="600"/>
              </a:spcBef>
              <a:spcAft>
                <a:spcPts val="600"/>
              </a:spcAft>
            </a:pPr>
            <a:r>
              <a:rPr lang="en-US" sz="1800" b="1" kern="100" dirty="0">
                <a:solidFill>
                  <a:srgbClr val="0F4761"/>
                </a:solidFill>
                <a:effectLst/>
                <a:latin typeface="Aptos" panose="020B0004020202020204" pitchFamily="34" charset="0"/>
                <a:ea typeface="DengXian Light" panose="02010600030101010101" pitchFamily="2" charset="-122"/>
                <a:cs typeface="Times New Roman" panose="02020603050405020304" pitchFamily="18" charset="0"/>
              </a:rPr>
              <a:t>Validate project scope</a:t>
            </a:r>
            <a:endParaRPr lang="en-CA" sz="2000" b="1" kern="100" dirty="0">
              <a:solidFill>
                <a:srgbClr val="0F4761"/>
              </a:solidFill>
              <a:effectLst/>
              <a:latin typeface="Aptos" panose="020B0004020202020204" pitchFamily="34" charset="0"/>
              <a:ea typeface="DengXian Light" panose="02010600030101010101" pitchFamily="2" charset="-122"/>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11899"/>
          </a:xfrm>
          <a:prstGeom prst="rect">
            <a:avLst/>
          </a:prstGeom>
        </p:spPr>
      </p:pic>
      <p:sp>
        <p:nvSpPr>
          <p:cNvPr id="3" name="Text 0"/>
          <p:cNvSpPr/>
          <p:nvPr/>
        </p:nvSpPr>
        <p:spPr>
          <a:xfrm>
            <a:off x="787241" y="3430429"/>
            <a:ext cx="6633924" cy="702826"/>
          </a:xfrm>
          <a:prstGeom prst="rect">
            <a:avLst/>
          </a:prstGeom>
          <a:noFill/>
          <a:ln/>
        </p:spPr>
        <p:txBody>
          <a:bodyPr wrap="none" lIns="0" tIns="0" rIns="0" bIns="0" rtlCol="0" anchor="t"/>
          <a:lstStyle/>
          <a:p>
            <a:pPr marL="0" indent="0">
              <a:lnSpc>
                <a:spcPts val="5500"/>
              </a:lnSpc>
              <a:buNone/>
            </a:pPr>
            <a:r>
              <a:rPr lang="en-US" sz="4400" dirty="0">
                <a:solidFill>
                  <a:srgbClr val="403CCF"/>
                </a:solidFill>
                <a:latin typeface="Libre Baskerville" pitchFamily="34" charset="0"/>
                <a:ea typeface="Libre Baskerville" pitchFamily="34" charset="-122"/>
                <a:cs typeface="Libre Baskerville" pitchFamily="34" charset="-120"/>
              </a:rPr>
              <a:t>Quality and Procurement Control</a:t>
            </a:r>
            <a:endParaRPr lang="en-US" sz="4400" dirty="0"/>
          </a:p>
        </p:txBody>
      </p:sp>
      <p:sp>
        <p:nvSpPr>
          <p:cNvPr id="4" name="Shape 1"/>
          <p:cNvSpPr/>
          <p:nvPr/>
        </p:nvSpPr>
        <p:spPr>
          <a:xfrm>
            <a:off x="787241" y="4723686"/>
            <a:ext cx="506135" cy="506135"/>
          </a:xfrm>
          <a:prstGeom prst="roundRect">
            <a:avLst>
              <a:gd name="adj" fmla="val 6667"/>
            </a:avLst>
          </a:prstGeom>
          <a:solidFill>
            <a:srgbClr val="EAE8F3"/>
          </a:solidFill>
          <a:ln/>
        </p:spPr>
        <p:txBody>
          <a:bodyPr/>
          <a:lstStyle/>
          <a:p>
            <a:endParaRPr lang="en-CA"/>
          </a:p>
        </p:txBody>
      </p:sp>
      <p:sp>
        <p:nvSpPr>
          <p:cNvPr id="5" name="Text 2"/>
          <p:cNvSpPr/>
          <p:nvPr/>
        </p:nvSpPr>
        <p:spPr>
          <a:xfrm>
            <a:off x="965002" y="4807982"/>
            <a:ext cx="150495" cy="337423"/>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ea typeface="Libre Baskerville" pitchFamily="34" charset="-122"/>
                <a:cs typeface="Libre Baskerville" pitchFamily="34" charset="-120"/>
              </a:rPr>
              <a:t>1</a:t>
            </a:r>
            <a:endParaRPr lang="en-US" sz="2650" dirty="0"/>
          </a:p>
        </p:txBody>
      </p:sp>
      <p:sp>
        <p:nvSpPr>
          <p:cNvPr id="6" name="Text 3"/>
          <p:cNvSpPr/>
          <p:nvPr/>
        </p:nvSpPr>
        <p:spPr>
          <a:xfrm>
            <a:off x="1518285" y="4723686"/>
            <a:ext cx="3880723" cy="351472"/>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Quality Control</a:t>
            </a:r>
            <a:endParaRPr lang="en-US" sz="2200" dirty="0"/>
          </a:p>
        </p:txBody>
      </p:sp>
      <p:sp>
        <p:nvSpPr>
          <p:cNvPr id="7" name="Text 4"/>
          <p:cNvSpPr/>
          <p:nvPr/>
        </p:nvSpPr>
        <p:spPr>
          <a:xfrm>
            <a:off x="1518285" y="5210056"/>
            <a:ext cx="3304086" cy="719614"/>
          </a:xfrm>
          <a:prstGeom prst="rect">
            <a:avLst/>
          </a:prstGeom>
          <a:noFill/>
          <a:ln/>
        </p:spPr>
        <p:txBody>
          <a:bodyPr wrap="square" lIns="0" tIns="0" rIns="0" bIns="0" rtlCol="0" anchor="t"/>
          <a:lstStyle/>
          <a:p>
            <a:pPr marL="285750" indent="-285750">
              <a:lnSpc>
                <a:spcPts val="280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Reinforced by peer reviews and milestones.</a:t>
            </a:r>
          </a:p>
          <a:p>
            <a:pPr marL="285750" indent="-285750">
              <a:lnSpc>
                <a:spcPts val="280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Addressed issues promptly with documentation.</a:t>
            </a:r>
            <a:endParaRPr lang="en-US" sz="1750" dirty="0"/>
          </a:p>
        </p:txBody>
      </p:sp>
      <p:sp>
        <p:nvSpPr>
          <p:cNvPr id="8" name="Shape 5"/>
          <p:cNvSpPr/>
          <p:nvPr/>
        </p:nvSpPr>
        <p:spPr>
          <a:xfrm>
            <a:off x="5431810" y="4723686"/>
            <a:ext cx="506135" cy="506135"/>
          </a:xfrm>
          <a:prstGeom prst="roundRect">
            <a:avLst>
              <a:gd name="adj" fmla="val 6667"/>
            </a:avLst>
          </a:prstGeom>
          <a:solidFill>
            <a:srgbClr val="EAE8F3"/>
          </a:solidFill>
          <a:ln/>
        </p:spPr>
        <p:txBody>
          <a:bodyPr/>
          <a:lstStyle/>
          <a:p>
            <a:endParaRPr lang="en-CA"/>
          </a:p>
        </p:txBody>
      </p:sp>
      <p:sp>
        <p:nvSpPr>
          <p:cNvPr id="9" name="Text 6"/>
          <p:cNvSpPr/>
          <p:nvPr/>
        </p:nvSpPr>
        <p:spPr>
          <a:xfrm>
            <a:off x="5580876" y="4807982"/>
            <a:ext cx="207883" cy="337423"/>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ea typeface="Libre Baskerville" pitchFamily="34" charset="-122"/>
                <a:cs typeface="Libre Baskerville" pitchFamily="34" charset="-120"/>
              </a:rPr>
              <a:t>2</a:t>
            </a:r>
            <a:endParaRPr lang="en-US" sz="2650" dirty="0"/>
          </a:p>
        </p:txBody>
      </p:sp>
      <p:sp>
        <p:nvSpPr>
          <p:cNvPr id="10" name="Text 7"/>
          <p:cNvSpPr/>
          <p:nvPr/>
        </p:nvSpPr>
        <p:spPr>
          <a:xfrm>
            <a:off x="6162854" y="4723686"/>
            <a:ext cx="4300418" cy="351472"/>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Procurement</a:t>
            </a:r>
            <a:endParaRPr lang="en-US" sz="2200" dirty="0"/>
          </a:p>
        </p:txBody>
      </p:sp>
      <p:sp>
        <p:nvSpPr>
          <p:cNvPr id="11" name="Text 8"/>
          <p:cNvSpPr/>
          <p:nvPr/>
        </p:nvSpPr>
        <p:spPr>
          <a:xfrm>
            <a:off x="6162854" y="5210056"/>
            <a:ext cx="2992032" cy="719614"/>
          </a:xfrm>
          <a:prstGeom prst="rect">
            <a:avLst/>
          </a:prstGeom>
          <a:noFill/>
          <a:ln/>
        </p:spPr>
        <p:txBody>
          <a:bodyPr wrap="square" lIns="0" tIns="0" rIns="0" bIns="0" rtlCol="0" anchor="t"/>
          <a:lstStyle/>
          <a:p>
            <a:pPr marL="285750" indent="-285750">
              <a:lnSpc>
                <a:spcPts val="280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Tools: Tableau licenses, QR codes.</a:t>
            </a:r>
          </a:p>
          <a:p>
            <a:pPr marL="285750" indent="-285750">
              <a:lnSpc>
                <a:spcPts val="280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Monitoring: Weekly status updates to mitigate delays.</a:t>
            </a:r>
            <a:endParaRPr lang="en-US" sz="1750" dirty="0"/>
          </a:p>
        </p:txBody>
      </p:sp>
      <p:sp>
        <p:nvSpPr>
          <p:cNvPr id="16" name="Shape 13"/>
          <p:cNvSpPr/>
          <p:nvPr/>
        </p:nvSpPr>
        <p:spPr>
          <a:xfrm>
            <a:off x="9732228" y="4723686"/>
            <a:ext cx="506135" cy="506135"/>
          </a:xfrm>
          <a:prstGeom prst="roundRect">
            <a:avLst>
              <a:gd name="adj" fmla="val 6667"/>
            </a:avLst>
          </a:prstGeom>
          <a:solidFill>
            <a:srgbClr val="EAE8F3"/>
          </a:solidFill>
          <a:ln/>
        </p:spPr>
        <p:txBody>
          <a:bodyPr/>
          <a:lstStyle/>
          <a:p>
            <a:endParaRPr lang="en-CA"/>
          </a:p>
        </p:txBody>
      </p:sp>
      <p:sp>
        <p:nvSpPr>
          <p:cNvPr id="17" name="Text 14"/>
          <p:cNvSpPr/>
          <p:nvPr/>
        </p:nvSpPr>
        <p:spPr>
          <a:xfrm>
            <a:off x="9886533" y="4807982"/>
            <a:ext cx="197406" cy="337423"/>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rPr>
              <a:t>3</a:t>
            </a:r>
            <a:endParaRPr lang="en-US" sz="2650" dirty="0"/>
          </a:p>
        </p:txBody>
      </p:sp>
      <p:sp>
        <p:nvSpPr>
          <p:cNvPr id="18" name="Text 15"/>
          <p:cNvSpPr/>
          <p:nvPr/>
        </p:nvSpPr>
        <p:spPr>
          <a:xfrm>
            <a:off x="10463272" y="4723686"/>
            <a:ext cx="3887986" cy="351472"/>
          </a:xfrm>
          <a:prstGeom prst="rect">
            <a:avLst/>
          </a:prstGeom>
          <a:noFill/>
          <a:ln/>
        </p:spPr>
        <p:txBody>
          <a:bodyPr wrap="none" lIns="0" tIns="0" rIns="0" bIns="0" rtlCol="0" anchor="t"/>
          <a:lstStyle/>
          <a:p>
            <a:pPr marL="0" indent="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Enhancements</a:t>
            </a:r>
            <a:endParaRPr lang="en-US" sz="2200" dirty="0"/>
          </a:p>
        </p:txBody>
      </p:sp>
      <p:sp>
        <p:nvSpPr>
          <p:cNvPr id="19" name="Text 16"/>
          <p:cNvSpPr/>
          <p:nvPr/>
        </p:nvSpPr>
        <p:spPr>
          <a:xfrm>
            <a:off x="10463272" y="5210056"/>
            <a:ext cx="2485897" cy="719614"/>
          </a:xfrm>
          <a:prstGeom prst="rect">
            <a:avLst/>
          </a:prstGeom>
          <a:noFill/>
          <a:ln/>
        </p:spPr>
        <p:txBody>
          <a:bodyPr wrap="square" lIns="0" tIns="0" rIns="0" bIns="0" rtlCol="0" anchor="t"/>
          <a:lstStyle/>
          <a:p>
            <a:pPr marL="285750" indent="-285750">
              <a:lnSpc>
                <a:spcPts val="2800"/>
              </a:lnSpc>
              <a:buFont typeface="Arial" panose="020B0604020202020204" pitchFamily="34" charset="0"/>
              <a:buChar char="•"/>
            </a:pPr>
            <a:r>
              <a:rPr lang="en-US" sz="1750" dirty="0">
                <a:solidFill>
                  <a:srgbClr val="49495A"/>
                </a:solidFill>
                <a:latin typeface="Open Sans" pitchFamily="34" charset="0"/>
                <a:ea typeface="Open Sans" pitchFamily="34" charset="-122"/>
                <a:cs typeface="Open Sans" pitchFamily="34" charset="-120"/>
              </a:rPr>
              <a:t>Real-time procurement updates ensure minimal disruptions.</a:t>
            </a:r>
            <a:endParaRPr lang="en-US" sz="1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AF8E0-A6E9-0152-B658-213FCE09C508}"/>
              </a:ext>
            </a:extLst>
          </p:cNvPr>
          <p:cNvSpPr>
            <a:spLocks noGrp="1"/>
          </p:cNvSpPr>
          <p:nvPr>
            <p:ph type="title"/>
          </p:nvPr>
        </p:nvSpPr>
        <p:spPr>
          <a:xfrm>
            <a:off x="1595719" y="1375694"/>
            <a:ext cx="10817217" cy="2882407"/>
          </a:xfrm>
        </p:spPr>
        <p:txBody>
          <a:bodyPr vert="horz" lIns="91440" tIns="45720" rIns="91440" bIns="45720" rtlCol="0" anchor="b">
            <a:normAutofit/>
          </a:bodyPr>
          <a:lstStyle/>
          <a:p>
            <a:pPr algn="l">
              <a:lnSpc>
                <a:spcPct val="90000"/>
              </a:lnSpc>
            </a:pPr>
            <a:r>
              <a:rPr lang="en-US" sz="6000" kern="1200" dirty="0">
                <a:solidFill>
                  <a:schemeClr val="tx1"/>
                </a:solidFill>
                <a:latin typeface="+mj-lt"/>
                <a:ea typeface="+mj-ea"/>
                <a:cs typeface="+mj-cs"/>
              </a:rPr>
              <a:t>PROJECT CLOSURE</a:t>
            </a:r>
          </a:p>
        </p:txBody>
      </p:sp>
      <p:sp>
        <p:nvSpPr>
          <p:cNvPr id="20" name="Rectangle 1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 y="5249464"/>
            <a:ext cx="14630407" cy="2980133"/>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768786" y="5249464"/>
            <a:ext cx="4861612" cy="298013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255314"/>
            <a:ext cx="14630380" cy="2344714"/>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 y="5257112"/>
            <a:ext cx="14630399" cy="2423332"/>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057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p:nvPr/>
        </p:nvSpPr>
        <p:spPr>
          <a:xfrm>
            <a:off x="1513114" y="529700"/>
            <a:ext cx="7556421" cy="722157"/>
          </a:xfrm>
          <a:prstGeom prst="rect">
            <a:avLst/>
          </a:prstGeom>
          <a:noFill/>
          <a:ln/>
        </p:spPr>
        <p:txBody>
          <a:bodyPr wrap="square" lIns="0" tIns="0" rIns="0" bIns="0" rtlCol="0" anchor="t"/>
          <a:lstStyle/>
          <a:p>
            <a:pPr marL="0" indent="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Final Review</a:t>
            </a:r>
            <a:endParaRPr lang="en-US" sz="4450" dirty="0"/>
          </a:p>
        </p:txBody>
      </p:sp>
      <p:graphicFrame>
        <p:nvGraphicFramePr>
          <p:cNvPr id="16" name="Table 15">
            <a:extLst>
              <a:ext uri="{FF2B5EF4-FFF2-40B4-BE49-F238E27FC236}">
                <a16:creationId xmlns:a16="http://schemas.microsoft.com/office/drawing/2014/main" id="{93F36947-2037-DF15-B913-C671096E486B}"/>
              </a:ext>
            </a:extLst>
          </p:cNvPr>
          <p:cNvGraphicFramePr>
            <a:graphicFrameLocks noGrp="1"/>
          </p:cNvGraphicFramePr>
          <p:nvPr>
            <p:extLst>
              <p:ext uri="{D42A27DB-BD31-4B8C-83A1-F6EECF244321}">
                <p14:modId xmlns:p14="http://schemas.microsoft.com/office/powerpoint/2010/main" val="1966086712"/>
              </p:ext>
            </p:extLst>
          </p:nvPr>
        </p:nvGraphicFramePr>
        <p:xfrm>
          <a:off x="1513114" y="1508788"/>
          <a:ext cx="11636829" cy="6030336"/>
        </p:xfrm>
        <a:graphic>
          <a:graphicData uri="http://schemas.openxmlformats.org/drawingml/2006/table">
            <a:tbl>
              <a:tblPr firstRow="1" bandRow="1">
                <a:tableStyleId>{5C22544A-7EE6-4342-B048-85BDC9FD1C3A}</a:tableStyleId>
              </a:tblPr>
              <a:tblGrid>
                <a:gridCol w="4246130">
                  <a:extLst>
                    <a:ext uri="{9D8B030D-6E8A-4147-A177-3AD203B41FA5}">
                      <a16:colId xmlns:a16="http://schemas.microsoft.com/office/drawing/2014/main" val="2704731172"/>
                    </a:ext>
                  </a:extLst>
                </a:gridCol>
                <a:gridCol w="7390699">
                  <a:extLst>
                    <a:ext uri="{9D8B030D-6E8A-4147-A177-3AD203B41FA5}">
                      <a16:colId xmlns:a16="http://schemas.microsoft.com/office/drawing/2014/main" val="1141621590"/>
                    </a:ext>
                  </a:extLst>
                </a:gridCol>
              </a:tblGrid>
              <a:tr h="441653">
                <a:tc>
                  <a:txBody>
                    <a:bodyPr/>
                    <a:lstStyle/>
                    <a:p>
                      <a:pPr algn="ctr"/>
                      <a:r>
                        <a:rPr lang="en-CA" sz="2400" dirty="0"/>
                        <a:t>Main Task</a:t>
                      </a:r>
                    </a:p>
                  </a:txBody>
                  <a:tcPr/>
                </a:tc>
                <a:tc>
                  <a:txBody>
                    <a:bodyPr/>
                    <a:lstStyle/>
                    <a:p>
                      <a:pPr algn="ctr"/>
                      <a:r>
                        <a:rPr lang="en-CA" sz="2400" dirty="0"/>
                        <a:t>Describe</a:t>
                      </a:r>
                    </a:p>
                  </a:txBody>
                  <a:tcPr/>
                </a:tc>
                <a:extLst>
                  <a:ext uri="{0D108BD9-81ED-4DB2-BD59-A6C34878D82A}">
                    <a16:rowId xmlns:a16="http://schemas.microsoft.com/office/drawing/2014/main" val="4112586824"/>
                  </a:ext>
                </a:extLst>
              </a:tr>
              <a:tr h="761216">
                <a:tc>
                  <a:txBody>
                    <a:bodyPr/>
                    <a:lstStyle/>
                    <a:p>
                      <a:r>
                        <a:rPr lang="en-CA" sz="2000" dirty="0"/>
                        <a:t>Final Data Analysis &amp; Reporting</a:t>
                      </a:r>
                    </a:p>
                  </a:txBody>
                  <a:tcPr/>
                </a:tc>
                <a:tc>
                  <a:txBody>
                    <a:bodyPr/>
                    <a:lstStyle/>
                    <a:p>
                      <a:r>
                        <a:rPr lang="en-US" sz="2000" dirty="0"/>
                        <a:t>Comprehensive analysis of project data, including insights on crop production, AI performance, and environmental factors.</a:t>
                      </a:r>
                      <a:endParaRPr lang="en-CA" sz="2000" dirty="0"/>
                    </a:p>
                  </a:txBody>
                  <a:tcPr/>
                </a:tc>
                <a:extLst>
                  <a:ext uri="{0D108BD9-81ED-4DB2-BD59-A6C34878D82A}">
                    <a16:rowId xmlns:a16="http://schemas.microsoft.com/office/drawing/2014/main" val="2773451410"/>
                  </a:ext>
                </a:extLst>
              </a:tr>
              <a:tr h="761216">
                <a:tc>
                  <a:txBody>
                    <a:bodyPr/>
                    <a:lstStyle/>
                    <a:p>
                      <a:r>
                        <a:rPr lang="en-CA" sz="2000" dirty="0"/>
                        <a:t>Evaluation of Project Success</a:t>
                      </a:r>
                    </a:p>
                  </a:txBody>
                  <a:tcPr/>
                </a:tc>
                <a:tc>
                  <a:txBody>
                    <a:bodyPr/>
                    <a:lstStyle/>
                    <a:p>
                      <a:r>
                        <a:rPr lang="en-US" sz="2000" dirty="0"/>
                        <a:t>Overall performance assessment against predefined success criteria to evaluate the achievement of project objectives.</a:t>
                      </a:r>
                      <a:endParaRPr lang="en-CA" sz="2000" dirty="0"/>
                    </a:p>
                  </a:txBody>
                  <a:tcPr/>
                </a:tc>
                <a:extLst>
                  <a:ext uri="{0D108BD9-81ED-4DB2-BD59-A6C34878D82A}">
                    <a16:rowId xmlns:a16="http://schemas.microsoft.com/office/drawing/2014/main" val="1532926199"/>
                  </a:ext>
                </a:extLst>
              </a:tr>
              <a:tr h="761216">
                <a:tc>
                  <a:txBody>
                    <a:bodyPr/>
                    <a:lstStyle/>
                    <a:p>
                      <a:r>
                        <a:rPr lang="en-CA" sz="2000" dirty="0"/>
                        <a:t>Lessons Learned Documentation</a:t>
                      </a:r>
                    </a:p>
                  </a:txBody>
                  <a:tcPr/>
                </a:tc>
                <a:tc>
                  <a:txBody>
                    <a:bodyPr/>
                    <a:lstStyle/>
                    <a:p>
                      <a:r>
                        <a:rPr lang="en-US" sz="2000" dirty="0"/>
                        <a:t>Record the project's successes, challenges, and actionable recommendations for future projects.</a:t>
                      </a:r>
                      <a:endParaRPr lang="en-CA" sz="2000" dirty="0"/>
                    </a:p>
                  </a:txBody>
                  <a:tcPr/>
                </a:tc>
                <a:extLst>
                  <a:ext uri="{0D108BD9-81ED-4DB2-BD59-A6C34878D82A}">
                    <a16:rowId xmlns:a16="http://schemas.microsoft.com/office/drawing/2014/main" val="1746093791"/>
                  </a:ext>
                </a:extLst>
              </a:tr>
              <a:tr h="761216">
                <a:tc>
                  <a:txBody>
                    <a:bodyPr/>
                    <a:lstStyle/>
                    <a:p>
                      <a:r>
                        <a:rPr lang="en-CA" sz="2000" dirty="0"/>
                        <a:t>Stakeholder Feedback &amp; Review</a:t>
                      </a:r>
                    </a:p>
                  </a:txBody>
                  <a:tcPr/>
                </a:tc>
                <a:tc>
                  <a:txBody>
                    <a:bodyPr/>
                    <a:lstStyle/>
                    <a:p>
                      <a:r>
                        <a:rPr lang="en-US" sz="2000" dirty="0"/>
                        <a:t>Collect stakeholder perspectives on the project's outcomes and address concerns or suggestions.</a:t>
                      </a:r>
                      <a:endParaRPr lang="en-CA" sz="2000" dirty="0"/>
                    </a:p>
                  </a:txBody>
                  <a:tcPr/>
                </a:tc>
                <a:extLst>
                  <a:ext uri="{0D108BD9-81ED-4DB2-BD59-A6C34878D82A}">
                    <a16:rowId xmlns:a16="http://schemas.microsoft.com/office/drawing/2014/main" val="2502304821"/>
                  </a:ext>
                </a:extLst>
              </a:tr>
              <a:tr h="761216">
                <a:tc>
                  <a:txBody>
                    <a:bodyPr/>
                    <a:lstStyle/>
                    <a:p>
                      <a:r>
                        <a:rPr lang="en-CA" sz="2000" dirty="0"/>
                        <a:t>Resource &amp; Budget Reconciliation</a:t>
                      </a:r>
                    </a:p>
                  </a:txBody>
                  <a:tcPr/>
                </a:tc>
                <a:tc>
                  <a:txBody>
                    <a:bodyPr/>
                    <a:lstStyle/>
                    <a:p>
                      <a:r>
                        <a:rPr lang="en-US" sz="2000" dirty="0"/>
                        <a:t>Ensure adherence to the initial plan and identify any variances for future reference.</a:t>
                      </a:r>
                      <a:endParaRPr lang="en-CA" sz="2000" dirty="0"/>
                    </a:p>
                  </a:txBody>
                  <a:tcPr/>
                </a:tc>
                <a:extLst>
                  <a:ext uri="{0D108BD9-81ED-4DB2-BD59-A6C34878D82A}">
                    <a16:rowId xmlns:a16="http://schemas.microsoft.com/office/drawing/2014/main" val="1677859599"/>
                  </a:ext>
                </a:extLst>
              </a:tr>
              <a:tr h="761216">
                <a:tc>
                  <a:txBody>
                    <a:bodyPr/>
                    <a:lstStyle/>
                    <a:p>
                      <a:r>
                        <a:rPr lang="en-CA" sz="2000" dirty="0"/>
                        <a:t>Formal Project Closure</a:t>
                      </a:r>
                    </a:p>
                  </a:txBody>
                  <a:tcPr/>
                </a:tc>
                <a:tc>
                  <a:txBody>
                    <a:bodyPr/>
                    <a:lstStyle/>
                    <a:p>
                      <a:r>
                        <a:rPr lang="en-US" sz="2000" dirty="0"/>
                        <a:t>Final report including a summary of achievements, challenges, and recommendations for improvements or follow-up initiatives.</a:t>
                      </a:r>
                      <a:endParaRPr lang="en-CA" sz="2000" dirty="0"/>
                    </a:p>
                  </a:txBody>
                  <a:tcPr/>
                </a:tc>
                <a:extLst>
                  <a:ext uri="{0D108BD9-81ED-4DB2-BD59-A6C34878D82A}">
                    <a16:rowId xmlns:a16="http://schemas.microsoft.com/office/drawing/2014/main" val="3244116373"/>
                  </a:ext>
                </a:extLst>
              </a:tr>
              <a:tr h="971636">
                <a:tc>
                  <a:txBody>
                    <a:bodyPr/>
                    <a:lstStyle/>
                    <a:p>
                      <a:r>
                        <a:rPr lang="en-CA" sz="2000" dirty="0"/>
                        <a:t>Dissemination of Results</a:t>
                      </a:r>
                    </a:p>
                  </a:txBody>
                  <a:tcPr/>
                </a:tc>
                <a:tc>
                  <a:txBody>
                    <a:bodyPr/>
                    <a:lstStyle/>
                    <a:p>
                      <a:r>
                        <a:rPr lang="en-US" sz="2000" dirty="0"/>
                        <a:t>Share project findings with relevant stakeholders, agricultural communities, and research institutions to promote AI-driven agricultural practices.</a:t>
                      </a:r>
                      <a:endParaRPr lang="en-CA" sz="2000" dirty="0"/>
                    </a:p>
                  </a:txBody>
                  <a:tcPr/>
                </a:tc>
                <a:extLst>
                  <a:ext uri="{0D108BD9-81ED-4DB2-BD59-A6C34878D82A}">
                    <a16:rowId xmlns:a16="http://schemas.microsoft.com/office/drawing/2014/main" val="306275046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451387" y="-304404"/>
            <a:ext cx="2193165" cy="1652386"/>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69969" y="506575"/>
            <a:ext cx="774441" cy="77444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2052178" y="786168"/>
            <a:ext cx="824966" cy="824966"/>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227971" y="0"/>
            <a:ext cx="3402429" cy="1777004"/>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Isosceles Triangle 3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571612" y="7338601"/>
            <a:ext cx="1793416" cy="8909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124896" y="7743771"/>
            <a:ext cx="977883" cy="48582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Table 19">
            <a:extLst>
              <a:ext uri="{FF2B5EF4-FFF2-40B4-BE49-F238E27FC236}">
                <a16:creationId xmlns:a16="http://schemas.microsoft.com/office/drawing/2014/main" id="{1E4E9BBF-3679-0259-9456-458CC3CD4D99}"/>
              </a:ext>
            </a:extLst>
          </p:cNvPr>
          <p:cNvGraphicFramePr>
            <a:graphicFrameLocks noGrp="1"/>
          </p:cNvGraphicFramePr>
          <p:nvPr>
            <p:extLst>
              <p:ext uri="{D42A27DB-BD31-4B8C-83A1-F6EECF244321}">
                <p14:modId xmlns:p14="http://schemas.microsoft.com/office/powerpoint/2010/main" val="3325410664"/>
              </p:ext>
            </p:extLst>
          </p:nvPr>
        </p:nvGraphicFramePr>
        <p:xfrm>
          <a:off x="1491493" y="631371"/>
          <a:ext cx="12126536" cy="7331352"/>
        </p:xfrm>
        <a:graphic>
          <a:graphicData uri="http://schemas.openxmlformats.org/drawingml/2006/table">
            <a:tbl>
              <a:tblPr firstRow="1" firstCol="1" bandRow="1">
                <a:tableStyleId>{5C22544A-7EE6-4342-B048-85BDC9FD1C3A}</a:tableStyleId>
              </a:tblPr>
              <a:tblGrid>
                <a:gridCol w="3510212">
                  <a:extLst>
                    <a:ext uri="{9D8B030D-6E8A-4147-A177-3AD203B41FA5}">
                      <a16:colId xmlns:a16="http://schemas.microsoft.com/office/drawing/2014/main" val="1327976853"/>
                    </a:ext>
                  </a:extLst>
                </a:gridCol>
                <a:gridCol w="4457084">
                  <a:extLst>
                    <a:ext uri="{9D8B030D-6E8A-4147-A177-3AD203B41FA5}">
                      <a16:colId xmlns:a16="http://schemas.microsoft.com/office/drawing/2014/main" val="747951173"/>
                    </a:ext>
                  </a:extLst>
                </a:gridCol>
                <a:gridCol w="4159240">
                  <a:extLst>
                    <a:ext uri="{9D8B030D-6E8A-4147-A177-3AD203B41FA5}">
                      <a16:colId xmlns:a16="http://schemas.microsoft.com/office/drawing/2014/main" val="3364730024"/>
                    </a:ext>
                  </a:extLst>
                </a:gridCol>
              </a:tblGrid>
              <a:tr h="662956">
                <a:tc>
                  <a:txBody>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lang="en-US" sz="2000" dirty="0">
                          <a:solidFill>
                            <a:schemeClr val="bg1"/>
                          </a:solidFill>
                          <a:effectLst/>
                          <a:highlight>
                            <a:srgbClr val="FF0000"/>
                          </a:highlight>
                        </a:rPr>
                        <a:t> </a:t>
                      </a:r>
                      <a:r>
                        <a:rPr lang="en-US" sz="2000" b="1" kern="1200" dirty="0">
                          <a:solidFill>
                            <a:schemeClr val="lt1"/>
                          </a:solidFill>
                          <a:effectLst/>
                          <a:highlight>
                            <a:srgbClr val="FF0000"/>
                          </a:highlight>
                          <a:latin typeface="+mn-lt"/>
                          <a:ea typeface="+mn-ea"/>
                          <a:cs typeface="+mn-cs"/>
                        </a:rPr>
                        <a:t>LESSONS LEARNED</a:t>
                      </a:r>
                    </a:p>
                  </a:txBody>
                  <a:tcPr marL="24753" marR="24753" marT="0" marB="0" anchor="ctr"/>
                </a:tc>
                <a:tc>
                  <a:txBody>
                    <a:bodyPr/>
                    <a:lstStyle/>
                    <a:p>
                      <a:pPr algn="ctr">
                        <a:lnSpc>
                          <a:spcPct val="115000"/>
                        </a:lnSpc>
                        <a:spcBef>
                          <a:spcPts val="400"/>
                        </a:spcBef>
                        <a:spcAft>
                          <a:spcPts val="400"/>
                        </a:spcAft>
                      </a:pPr>
                      <a:r>
                        <a:rPr lang="en-US" sz="2000" dirty="0">
                          <a:effectLst/>
                        </a:rPr>
                        <a:t>What Worked Well</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gn="ctr">
                        <a:lnSpc>
                          <a:spcPct val="115000"/>
                        </a:lnSpc>
                        <a:spcBef>
                          <a:spcPts val="400"/>
                        </a:spcBef>
                        <a:spcAft>
                          <a:spcPts val="400"/>
                        </a:spcAft>
                      </a:pPr>
                      <a:r>
                        <a:rPr lang="en-US" sz="2000" dirty="0">
                          <a:effectLst/>
                        </a:rPr>
                        <a:t>What Can Be Improved</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2860740231"/>
                  </a:ext>
                </a:extLst>
              </a:tr>
              <a:tr h="463667">
                <a:tc>
                  <a:txBody>
                    <a:bodyPr/>
                    <a:lstStyle/>
                    <a:p>
                      <a:pPr>
                        <a:lnSpc>
                          <a:spcPct val="115000"/>
                        </a:lnSpc>
                        <a:spcAft>
                          <a:spcPts val="600"/>
                        </a:spcAft>
                      </a:pPr>
                      <a:r>
                        <a:rPr lang="en-US" sz="1400" dirty="0">
                          <a:effectLst/>
                        </a:rPr>
                        <a:t>Requirements definition and management</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Stakeholders provided timely input on requirements, improving clarity.</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Conduct more detailed requirement reviews to avoid mid-project adjustments.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351213719"/>
                  </a:ext>
                </a:extLst>
              </a:tr>
              <a:tr h="463667">
                <a:tc>
                  <a:txBody>
                    <a:bodyPr/>
                    <a:lstStyle/>
                    <a:p>
                      <a:pPr>
                        <a:lnSpc>
                          <a:spcPct val="115000"/>
                        </a:lnSpc>
                        <a:spcAft>
                          <a:spcPts val="600"/>
                        </a:spcAft>
                      </a:pPr>
                      <a:r>
                        <a:rPr lang="en-US" sz="1400">
                          <a:effectLst/>
                        </a:rPr>
                        <a:t>Scope definition and management</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Clearly defined inclusions, exclusions, and assumptions avoided scope creep.</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Define contingency plans for unexpected changes to scope.</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1112626619"/>
                  </a:ext>
                </a:extLst>
              </a:tr>
              <a:tr h="463667">
                <a:tc>
                  <a:txBody>
                    <a:bodyPr/>
                    <a:lstStyle/>
                    <a:p>
                      <a:pPr>
                        <a:lnSpc>
                          <a:spcPct val="115000"/>
                        </a:lnSpc>
                        <a:spcAft>
                          <a:spcPts val="600"/>
                        </a:spcAft>
                      </a:pPr>
                      <a:r>
                        <a:rPr lang="en-US" sz="1400" dirty="0">
                          <a:effectLst/>
                        </a:rPr>
                        <a:t>Schedule development and control</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Gantt chart provided effective tracking of tasks and deadlines.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Allocate additional buffer time for high-risk tasks like data collection.</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1099381687"/>
                  </a:ext>
                </a:extLst>
              </a:tr>
              <a:tr h="463667">
                <a:tc>
                  <a:txBody>
                    <a:bodyPr/>
                    <a:lstStyle/>
                    <a:p>
                      <a:pPr>
                        <a:lnSpc>
                          <a:spcPct val="115000"/>
                        </a:lnSpc>
                        <a:spcAft>
                          <a:spcPts val="600"/>
                        </a:spcAft>
                      </a:pPr>
                      <a:r>
                        <a:rPr lang="en-US" sz="1400">
                          <a:effectLst/>
                        </a:rPr>
                        <a:t>Cost estimating and control</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Budget adherence ensured by regular monitoring and prioritization.</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Incorporate a more flexible contingency fund for unexpected costs.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1659702199"/>
                  </a:ext>
                </a:extLst>
              </a:tr>
              <a:tr h="463667">
                <a:tc>
                  <a:txBody>
                    <a:bodyPr/>
                    <a:lstStyle/>
                    <a:p>
                      <a:pPr>
                        <a:lnSpc>
                          <a:spcPct val="115000"/>
                        </a:lnSpc>
                        <a:spcAft>
                          <a:spcPts val="600"/>
                        </a:spcAft>
                      </a:pPr>
                      <a:r>
                        <a:rPr lang="en-US" sz="1400">
                          <a:effectLst/>
                        </a:rPr>
                        <a:t>Quality planning and control</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Weekly reviews ensured deliverable consistency and quality.</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Conduct more frequent quality checks during data collection to reduce errors.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1281003588"/>
                  </a:ext>
                </a:extLst>
              </a:tr>
              <a:tr h="463667">
                <a:tc>
                  <a:txBody>
                    <a:bodyPr/>
                    <a:lstStyle/>
                    <a:p>
                      <a:pPr>
                        <a:lnSpc>
                          <a:spcPct val="115000"/>
                        </a:lnSpc>
                        <a:spcAft>
                          <a:spcPts val="600"/>
                        </a:spcAft>
                      </a:pPr>
                      <a:r>
                        <a:rPr lang="en-US" sz="1400">
                          <a:effectLst/>
                        </a:rPr>
                        <a:t>Human resource availability, team development, and performance</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Team roles and responsibilities were well-defined and effectively executed.</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Improve resource allocation during peak phases like data collection.</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1550252255"/>
                  </a:ext>
                </a:extLst>
              </a:tr>
              <a:tr h="463667">
                <a:tc>
                  <a:txBody>
                    <a:bodyPr/>
                    <a:lstStyle/>
                    <a:p>
                      <a:pPr>
                        <a:lnSpc>
                          <a:spcPct val="115000"/>
                        </a:lnSpc>
                        <a:spcAft>
                          <a:spcPts val="600"/>
                        </a:spcAft>
                      </a:pPr>
                      <a:r>
                        <a:rPr lang="en-US" sz="1400">
                          <a:effectLst/>
                        </a:rPr>
                        <a:t>Communication management </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Weekly updates and clear channels minimized misunderstandings.</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Provide more real-time updates during critical phases like survey launch.</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843379222"/>
                  </a:ext>
                </a:extLst>
              </a:tr>
              <a:tr h="463667">
                <a:tc>
                  <a:txBody>
                    <a:bodyPr/>
                    <a:lstStyle/>
                    <a:p>
                      <a:pPr>
                        <a:lnSpc>
                          <a:spcPct val="115000"/>
                        </a:lnSpc>
                        <a:spcAft>
                          <a:spcPts val="600"/>
                        </a:spcAft>
                      </a:pPr>
                      <a:r>
                        <a:rPr lang="en-US" sz="1400">
                          <a:effectLst/>
                        </a:rPr>
                        <a:t>Stakeholder management</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Stakeholder feedback was incorporated promptly into deliverables.</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Engage stakeholders earlier to avoid last-minute changes.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2456045589"/>
                  </a:ext>
                </a:extLst>
              </a:tr>
              <a:tr h="463667">
                <a:tc>
                  <a:txBody>
                    <a:bodyPr/>
                    <a:lstStyle/>
                    <a:p>
                      <a:pPr>
                        <a:lnSpc>
                          <a:spcPct val="115000"/>
                        </a:lnSpc>
                        <a:spcAft>
                          <a:spcPts val="600"/>
                        </a:spcAft>
                      </a:pPr>
                      <a:r>
                        <a:rPr lang="en-US" sz="1400">
                          <a:effectLst/>
                        </a:rPr>
                        <a:t>Reporting</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Tableau visualizations enhanced clarity and impact of reporting.</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Provide earlier drafts of reports for stakeholder review to minimize revisions.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2862034357"/>
                  </a:ext>
                </a:extLst>
              </a:tr>
              <a:tr h="463667">
                <a:tc>
                  <a:txBody>
                    <a:bodyPr/>
                    <a:lstStyle/>
                    <a:p>
                      <a:pPr>
                        <a:lnSpc>
                          <a:spcPct val="115000"/>
                        </a:lnSpc>
                        <a:spcAft>
                          <a:spcPts val="600"/>
                        </a:spcAft>
                      </a:pPr>
                      <a:r>
                        <a:rPr lang="en-US" sz="1400">
                          <a:effectLst/>
                        </a:rPr>
                        <a:t>Risk management</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Risk register and weekly reviews effectively tracked potential risks.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Proactively address risks related to low survey participation earlier.</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3766445244"/>
                  </a:ext>
                </a:extLst>
              </a:tr>
              <a:tr h="463667">
                <a:tc>
                  <a:txBody>
                    <a:bodyPr/>
                    <a:lstStyle/>
                    <a:p>
                      <a:pPr>
                        <a:lnSpc>
                          <a:spcPct val="115000"/>
                        </a:lnSpc>
                        <a:spcAft>
                          <a:spcPts val="600"/>
                        </a:spcAft>
                      </a:pPr>
                      <a:r>
                        <a:rPr lang="en-US" sz="1400">
                          <a:effectLst/>
                        </a:rPr>
                        <a:t>Procurement planning and management</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Timely acquisition of tools like Tableau avoided delays.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Diversify vendor options for key resources like printed QR codes.</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1969430413"/>
                  </a:ext>
                </a:extLst>
              </a:tr>
              <a:tr h="463667">
                <a:tc>
                  <a:txBody>
                    <a:bodyPr/>
                    <a:lstStyle/>
                    <a:p>
                      <a:pPr>
                        <a:lnSpc>
                          <a:spcPct val="115000"/>
                        </a:lnSpc>
                        <a:spcAft>
                          <a:spcPts val="600"/>
                        </a:spcAft>
                      </a:pPr>
                      <a:r>
                        <a:rPr lang="en-US" sz="1400">
                          <a:effectLst/>
                        </a:rPr>
                        <a:t>Process improvement information</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Agile iterations improved responsiveness during data analysis.</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Refine process documentation for smoother future execution.</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300420181"/>
                  </a:ext>
                </a:extLst>
              </a:tr>
              <a:tr h="463667">
                <a:tc>
                  <a:txBody>
                    <a:bodyPr/>
                    <a:lstStyle/>
                    <a:p>
                      <a:pPr>
                        <a:lnSpc>
                          <a:spcPct val="115000"/>
                        </a:lnSpc>
                        <a:spcAft>
                          <a:spcPts val="600"/>
                        </a:spcAft>
                      </a:pPr>
                      <a:r>
                        <a:rPr lang="en-US" sz="1400">
                          <a:effectLst/>
                        </a:rPr>
                        <a:t>Product-specific information</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Survey design successfully captured actionable insights.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Pilot testing revealed areas for improvement but could be expanded.</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3368927959"/>
                  </a:ext>
                </a:extLst>
              </a:tr>
              <a:tr h="463667">
                <a:tc>
                  <a:txBody>
                    <a:bodyPr/>
                    <a:lstStyle/>
                    <a:p>
                      <a:pPr>
                        <a:lnSpc>
                          <a:spcPct val="115000"/>
                        </a:lnSpc>
                        <a:spcAft>
                          <a:spcPts val="600"/>
                        </a:spcAft>
                      </a:pPr>
                      <a:r>
                        <a:rPr lang="en-US" sz="1400">
                          <a:effectLst/>
                        </a:rPr>
                        <a:t>Other</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a:effectLst/>
                        </a:rPr>
                        <a:t>Team collaboration was strong, ensuring smooth execution.</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tc>
                  <a:txBody>
                    <a:bodyPr/>
                    <a:lstStyle/>
                    <a:p>
                      <a:pPr>
                        <a:lnSpc>
                          <a:spcPct val="115000"/>
                        </a:lnSpc>
                        <a:spcAft>
                          <a:spcPts val="600"/>
                        </a:spcAft>
                      </a:pPr>
                      <a:r>
                        <a:rPr lang="en-US" sz="1400" dirty="0">
                          <a:effectLst/>
                        </a:rPr>
                        <a:t>Improve tracking of individual task completion in shared platforms.</a:t>
                      </a:r>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4753" marR="24753" marT="0" marB="0" anchor="ctr"/>
                </a:tc>
                <a:extLst>
                  <a:ext uri="{0D108BD9-81ED-4DB2-BD59-A6C34878D82A}">
                    <a16:rowId xmlns:a16="http://schemas.microsoft.com/office/drawing/2014/main" val="2909354779"/>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63270" y="685205"/>
            <a:ext cx="5457111" cy="604361"/>
          </a:xfrm>
          <a:prstGeom prst="rect">
            <a:avLst/>
          </a:prstGeom>
          <a:noFill/>
          <a:ln/>
        </p:spPr>
        <p:txBody>
          <a:bodyPr wrap="none" lIns="0" tIns="0" rIns="0" bIns="0" rtlCol="0" anchor="t"/>
          <a:lstStyle/>
          <a:p>
            <a:pPr marL="0" indent="0">
              <a:lnSpc>
                <a:spcPts val="4750"/>
              </a:lnSpc>
              <a:buNone/>
            </a:pPr>
            <a:r>
              <a:rPr lang="en-US" sz="3800" dirty="0">
                <a:solidFill>
                  <a:srgbClr val="403CCF"/>
                </a:solidFill>
                <a:latin typeface="Libre Baskerville" pitchFamily="34" charset="0"/>
                <a:ea typeface="Libre Baskerville" pitchFamily="34" charset="-122"/>
                <a:cs typeface="Libre Baskerville" pitchFamily="34" charset="-120"/>
              </a:rPr>
              <a:t>Stakeholder Approval Process</a:t>
            </a:r>
            <a:endParaRPr lang="en-US" sz="3800" dirty="0"/>
          </a:p>
        </p:txBody>
      </p:sp>
      <p:sp>
        <p:nvSpPr>
          <p:cNvPr id="4" name="Shape 1"/>
          <p:cNvSpPr/>
          <p:nvPr/>
        </p:nvSpPr>
        <p:spPr>
          <a:xfrm>
            <a:off x="6441877" y="1579602"/>
            <a:ext cx="22860" cy="5964793"/>
          </a:xfrm>
          <a:prstGeom prst="roundRect">
            <a:avLst>
              <a:gd name="adj" fmla="val 126907"/>
            </a:avLst>
          </a:prstGeom>
          <a:solidFill>
            <a:srgbClr val="D0CED9"/>
          </a:solidFill>
          <a:ln/>
        </p:spPr>
        <p:txBody>
          <a:bodyPr/>
          <a:lstStyle/>
          <a:p>
            <a:endParaRPr lang="en-CA"/>
          </a:p>
        </p:txBody>
      </p:sp>
      <p:sp>
        <p:nvSpPr>
          <p:cNvPr id="5" name="Shape 2"/>
          <p:cNvSpPr/>
          <p:nvPr/>
        </p:nvSpPr>
        <p:spPr>
          <a:xfrm>
            <a:off x="6647974" y="2003227"/>
            <a:ext cx="676870" cy="22860"/>
          </a:xfrm>
          <a:prstGeom prst="roundRect">
            <a:avLst>
              <a:gd name="adj" fmla="val 126907"/>
            </a:avLst>
          </a:prstGeom>
          <a:solidFill>
            <a:srgbClr val="D0CED9"/>
          </a:solidFill>
          <a:ln/>
        </p:spPr>
        <p:txBody>
          <a:bodyPr/>
          <a:lstStyle/>
          <a:p>
            <a:endParaRPr lang="en-CA"/>
          </a:p>
        </p:txBody>
      </p:sp>
      <p:sp>
        <p:nvSpPr>
          <p:cNvPr id="6" name="Shape 3"/>
          <p:cNvSpPr/>
          <p:nvPr/>
        </p:nvSpPr>
        <p:spPr>
          <a:xfrm>
            <a:off x="6235779" y="1797129"/>
            <a:ext cx="435054" cy="435054"/>
          </a:xfrm>
          <a:prstGeom prst="roundRect">
            <a:avLst>
              <a:gd name="adj" fmla="val 6668"/>
            </a:avLst>
          </a:prstGeom>
          <a:solidFill>
            <a:srgbClr val="EAE8F3"/>
          </a:solidFill>
          <a:ln/>
        </p:spPr>
        <p:txBody>
          <a:bodyPr/>
          <a:lstStyle/>
          <a:p>
            <a:endParaRPr lang="en-CA"/>
          </a:p>
        </p:txBody>
      </p:sp>
      <p:sp>
        <p:nvSpPr>
          <p:cNvPr id="7" name="Text 4"/>
          <p:cNvSpPr/>
          <p:nvPr/>
        </p:nvSpPr>
        <p:spPr>
          <a:xfrm>
            <a:off x="6388537" y="1869519"/>
            <a:ext cx="129421" cy="290155"/>
          </a:xfrm>
          <a:prstGeom prst="rect">
            <a:avLst/>
          </a:prstGeom>
          <a:noFill/>
          <a:ln/>
        </p:spPr>
        <p:txBody>
          <a:bodyPr wrap="none" lIns="0" tIns="0" rIns="0" bIns="0" rtlCol="0" anchor="t"/>
          <a:lstStyle/>
          <a:p>
            <a:pPr marL="0" indent="0" algn="ctr">
              <a:lnSpc>
                <a:spcPts val="2250"/>
              </a:lnSpc>
              <a:buNone/>
            </a:pPr>
            <a:r>
              <a:rPr lang="en-US" sz="2250" dirty="0">
                <a:solidFill>
                  <a:srgbClr val="49495A"/>
                </a:solidFill>
                <a:latin typeface="Libre Baskerville" pitchFamily="34" charset="0"/>
                <a:ea typeface="Libre Baskerville" pitchFamily="34" charset="-122"/>
                <a:cs typeface="Libre Baskerville" pitchFamily="34" charset="-120"/>
              </a:rPr>
              <a:t>1</a:t>
            </a:r>
            <a:endParaRPr lang="en-US" sz="2250" dirty="0"/>
          </a:p>
        </p:txBody>
      </p:sp>
      <p:sp>
        <p:nvSpPr>
          <p:cNvPr id="8" name="Text 5"/>
          <p:cNvSpPr/>
          <p:nvPr/>
        </p:nvSpPr>
        <p:spPr>
          <a:xfrm>
            <a:off x="7517011" y="1772960"/>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Deliverable Presentation</a:t>
            </a:r>
            <a:endParaRPr lang="en-US" sz="1900" dirty="0"/>
          </a:p>
        </p:txBody>
      </p:sp>
      <p:sp>
        <p:nvSpPr>
          <p:cNvPr id="9" name="Text 6"/>
          <p:cNvSpPr/>
          <p:nvPr/>
        </p:nvSpPr>
        <p:spPr>
          <a:xfrm>
            <a:off x="7517011" y="2191107"/>
            <a:ext cx="6436519" cy="309324"/>
          </a:xfrm>
          <a:prstGeom prst="rect">
            <a:avLst/>
          </a:prstGeom>
          <a:noFill/>
          <a:ln/>
        </p:spPr>
        <p:txBody>
          <a:bodyPr wrap="non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Share the final report, data visualizations, and recommendations </a:t>
            </a:r>
          </a:p>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with stakeholders for evaluation.</a:t>
            </a:r>
            <a:endParaRPr lang="en-US" sz="1500" dirty="0"/>
          </a:p>
        </p:txBody>
      </p:sp>
      <p:sp>
        <p:nvSpPr>
          <p:cNvPr id="10" name="Shape 7"/>
          <p:cNvSpPr/>
          <p:nvPr/>
        </p:nvSpPr>
        <p:spPr>
          <a:xfrm>
            <a:off x="6647974" y="3310771"/>
            <a:ext cx="676870" cy="22860"/>
          </a:xfrm>
          <a:prstGeom prst="roundRect">
            <a:avLst>
              <a:gd name="adj" fmla="val 126907"/>
            </a:avLst>
          </a:prstGeom>
          <a:solidFill>
            <a:srgbClr val="D0CED9"/>
          </a:solidFill>
          <a:ln/>
        </p:spPr>
        <p:txBody>
          <a:bodyPr/>
          <a:lstStyle/>
          <a:p>
            <a:endParaRPr lang="en-CA"/>
          </a:p>
        </p:txBody>
      </p:sp>
      <p:sp>
        <p:nvSpPr>
          <p:cNvPr id="11" name="Shape 8"/>
          <p:cNvSpPr/>
          <p:nvPr/>
        </p:nvSpPr>
        <p:spPr>
          <a:xfrm>
            <a:off x="6235779" y="3104674"/>
            <a:ext cx="435054" cy="435054"/>
          </a:xfrm>
          <a:prstGeom prst="roundRect">
            <a:avLst>
              <a:gd name="adj" fmla="val 6668"/>
            </a:avLst>
          </a:prstGeom>
          <a:solidFill>
            <a:srgbClr val="EAE8F3"/>
          </a:solidFill>
          <a:ln/>
        </p:spPr>
        <p:txBody>
          <a:bodyPr/>
          <a:lstStyle/>
          <a:p>
            <a:endParaRPr lang="en-CA"/>
          </a:p>
        </p:txBody>
      </p:sp>
      <p:sp>
        <p:nvSpPr>
          <p:cNvPr id="12" name="Text 9"/>
          <p:cNvSpPr/>
          <p:nvPr/>
        </p:nvSpPr>
        <p:spPr>
          <a:xfrm>
            <a:off x="6363891" y="3177064"/>
            <a:ext cx="178713" cy="290155"/>
          </a:xfrm>
          <a:prstGeom prst="rect">
            <a:avLst/>
          </a:prstGeom>
          <a:noFill/>
          <a:ln/>
        </p:spPr>
        <p:txBody>
          <a:bodyPr wrap="none" lIns="0" tIns="0" rIns="0" bIns="0" rtlCol="0" anchor="t"/>
          <a:lstStyle/>
          <a:p>
            <a:pPr marL="0" indent="0" algn="ctr">
              <a:lnSpc>
                <a:spcPts val="2250"/>
              </a:lnSpc>
              <a:buNone/>
            </a:pPr>
            <a:r>
              <a:rPr lang="en-US" sz="2250" dirty="0">
                <a:solidFill>
                  <a:srgbClr val="49495A"/>
                </a:solidFill>
                <a:latin typeface="Libre Baskerville" pitchFamily="34" charset="0"/>
                <a:ea typeface="Libre Baskerville" pitchFamily="34" charset="-122"/>
                <a:cs typeface="Libre Baskerville" pitchFamily="34" charset="-120"/>
              </a:rPr>
              <a:t>2</a:t>
            </a:r>
            <a:endParaRPr lang="en-US" sz="2250" dirty="0"/>
          </a:p>
        </p:txBody>
      </p:sp>
      <p:sp>
        <p:nvSpPr>
          <p:cNvPr id="13" name="Text 10"/>
          <p:cNvSpPr/>
          <p:nvPr/>
        </p:nvSpPr>
        <p:spPr>
          <a:xfrm>
            <a:off x="7517011" y="3080504"/>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Stakeholder Feedback Collection</a:t>
            </a:r>
            <a:endParaRPr lang="en-US" sz="1900" dirty="0"/>
          </a:p>
        </p:txBody>
      </p:sp>
      <p:sp>
        <p:nvSpPr>
          <p:cNvPr id="14" name="Text 11"/>
          <p:cNvSpPr/>
          <p:nvPr/>
        </p:nvSpPr>
        <p:spPr>
          <a:xfrm>
            <a:off x="7517011" y="3498652"/>
            <a:ext cx="6436519" cy="618649"/>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Address issues or suggestions raised by stakeholders to ensure expectations are met.</a:t>
            </a:r>
            <a:endParaRPr lang="en-US" sz="1500" dirty="0"/>
          </a:p>
        </p:txBody>
      </p:sp>
      <p:sp>
        <p:nvSpPr>
          <p:cNvPr id="15" name="Shape 12"/>
          <p:cNvSpPr/>
          <p:nvPr/>
        </p:nvSpPr>
        <p:spPr>
          <a:xfrm>
            <a:off x="6647974" y="4624983"/>
            <a:ext cx="676870" cy="22860"/>
          </a:xfrm>
          <a:prstGeom prst="roundRect">
            <a:avLst>
              <a:gd name="adj" fmla="val 126907"/>
            </a:avLst>
          </a:prstGeom>
          <a:solidFill>
            <a:srgbClr val="D0CED9"/>
          </a:solidFill>
          <a:ln/>
        </p:spPr>
        <p:txBody>
          <a:bodyPr/>
          <a:lstStyle/>
          <a:p>
            <a:endParaRPr lang="en-CA"/>
          </a:p>
        </p:txBody>
      </p:sp>
      <p:sp>
        <p:nvSpPr>
          <p:cNvPr id="16" name="Shape 13"/>
          <p:cNvSpPr/>
          <p:nvPr/>
        </p:nvSpPr>
        <p:spPr>
          <a:xfrm>
            <a:off x="6235779" y="4418885"/>
            <a:ext cx="435054" cy="435054"/>
          </a:xfrm>
          <a:prstGeom prst="roundRect">
            <a:avLst>
              <a:gd name="adj" fmla="val 6668"/>
            </a:avLst>
          </a:prstGeom>
          <a:solidFill>
            <a:srgbClr val="EAE8F3"/>
          </a:solidFill>
          <a:ln/>
        </p:spPr>
        <p:txBody>
          <a:bodyPr/>
          <a:lstStyle/>
          <a:p>
            <a:endParaRPr lang="en-CA"/>
          </a:p>
        </p:txBody>
      </p:sp>
      <p:sp>
        <p:nvSpPr>
          <p:cNvPr id="17" name="Text 14"/>
          <p:cNvSpPr/>
          <p:nvPr/>
        </p:nvSpPr>
        <p:spPr>
          <a:xfrm>
            <a:off x="6363891" y="4491276"/>
            <a:ext cx="178713" cy="290155"/>
          </a:xfrm>
          <a:prstGeom prst="rect">
            <a:avLst/>
          </a:prstGeom>
          <a:noFill/>
          <a:ln/>
        </p:spPr>
        <p:txBody>
          <a:bodyPr wrap="none" lIns="0" tIns="0" rIns="0" bIns="0" rtlCol="0" anchor="t"/>
          <a:lstStyle/>
          <a:p>
            <a:pPr marL="0" indent="0" algn="ctr">
              <a:lnSpc>
                <a:spcPts val="2250"/>
              </a:lnSpc>
              <a:buNone/>
            </a:pPr>
            <a:r>
              <a:rPr lang="en-US" sz="2250" dirty="0">
                <a:solidFill>
                  <a:srgbClr val="49495A"/>
                </a:solidFill>
                <a:latin typeface="Libre Baskerville" pitchFamily="34" charset="0"/>
                <a:ea typeface="Libre Baskerville" pitchFamily="34" charset="-122"/>
                <a:cs typeface="Libre Baskerville" pitchFamily="34" charset="-120"/>
              </a:rPr>
              <a:t>3</a:t>
            </a:r>
            <a:endParaRPr lang="en-US" sz="2250" dirty="0"/>
          </a:p>
        </p:txBody>
      </p:sp>
      <p:sp>
        <p:nvSpPr>
          <p:cNvPr id="18" name="Text 15"/>
          <p:cNvSpPr/>
          <p:nvPr/>
        </p:nvSpPr>
        <p:spPr>
          <a:xfrm>
            <a:off x="7517011" y="4394716"/>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Formal Sign-off</a:t>
            </a:r>
            <a:endParaRPr lang="en-US" sz="1900" dirty="0"/>
          </a:p>
        </p:txBody>
      </p:sp>
      <p:sp>
        <p:nvSpPr>
          <p:cNvPr id="19" name="Text 16"/>
          <p:cNvSpPr/>
          <p:nvPr/>
        </p:nvSpPr>
        <p:spPr>
          <a:xfrm>
            <a:off x="7517011" y="4812863"/>
            <a:ext cx="6436519" cy="618649"/>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Obtain official or written consent from stakeholders confirming that deliverables meet predefined goals.</a:t>
            </a:r>
            <a:endParaRPr lang="en-US" sz="1500" dirty="0"/>
          </a:p>
        </p:txBody>
      </p:sp>
      <p:sp>
        <p:nvSpPr>
          <p:cNvPr id="20" name="Shape 17"/>
          <p:cNvSpPr/>
          <p:nvPr/>
        </p:nvSpPr>
        <p:spPr>
          <a:xfrm>
            <a:off x="6647974" y="5963839"/>
            <a:ext cx="676870" cy="22860"/>
          </a:xfrm>
          <a:prstGeom prst="roundRect">
            <a:avLst>
              <a:gd name="adj" fmla="val 126907"/>
            </a:avLst>
          </a:prstGeom>
          <a:solidFill>
            <a:srgbClr val="D0CED9"/>
          </a:solidFill>
          <a:ln/>
        </p:spPr>
        <p:txBody>
          <a:bodyPr/>
          <a:lstStyle/>
          <a:p>
            <a:endParaRPr lang="en-CA"/>
          </a:p>
        </p:txBody>
      </p:sp>
      <p:sp>
        <p:nvSpPr>
          <p:cNvPr id="21" name="Shape 18"/>
          <p:cNvSpPr/>
          <p:nvPr/>
        </p:nvSpPr>
        <p:spPr>
          <a:xfrm>
            <a:off x="6235779" y="5757742"/>
            <a:ext cx="435054" cy="435054"/>
          </a:xfrm>
          <a:prstGeom prst="roundRect">
            <a:avLst>
              <a:gd name="adj" fmla="val 6668"/>
            </a:avLst>
          </a:prstGeom>
          <a:solidFill>
            <a:srgbClr val="EAE8F3"/>
          </a:solidFill>
          <a:ln/>
        </p:spPr>
        <p:txBody>
          <a:bodyPr/>
          <a:lstStyle/>
          <a:p>
            <a:endParaRPr lang="en-CA"/>
          </a:p>
        </p:txBody>
      </p:sp>
      <p:sp>
        <p:nvSpPr>
          <p:cNvPr id="22" name="Text 19"/>
          <p:cNvSpPr/>
          <p:nvPr/>
        </p:nvSpPr>
        <p:spPr>
          <a:xfrm>
            <a:off x="6368415" y="5830132"/>
            <a:ext cx="169783" cy="290155"/>
          </a:xfrm>
          <a:prstGeom prst="rect">
            <a:avLst/>
          </a:prstGeom>
          <a:noFill/>
          <a:ln/>
        </p:spPr>
        <p:txBody>
          <a:bodyPr wrap="none" lIns="0" tIns="0" rIns="0" bIns="0" rtlCol="0" anchor="t"/>
          <a:lstStyle/>
          <a:p>
            <a:pPr marL="0" indent="0" algn="ctr">
              <a:lnSpc>
                <a:spcPts val="2250"/>
              </a:lnSpc>
              <a:buNone/>
            </a:pPr>
            <a:r>
              <a:rPr lang="en-US" sz="2250" dirty="0">
                <a:solidFill>
                  <a:srgbClr val="49495A"/>
                </a:solidFill>
                <a:latin typeface="Libre Baskerville" pitchFamily="34" charset="0"/>
                <a:ea typeface="Libre Baskerville" pitchFamily="34" charset="-122"/>
                <a:cs typeface="Libre Baskerville" pitchFamily="34" charset="-120"/>
              </a:rPr>
              <a:t>4</a:t>
            </a:r>
            <a:endParaRPr lang="en-US" sz="2250" dirty="0"/>
          </a:p>
        </p:txBody>
      </p:sp>
      <p:sp>
        <p:nvSpPr>
          <p:cNvPr id="23" name="Text 20"/>
          <p:cNvSpPr/>
          <p:nvPr/>
        </p:nvSpPr>
        <p:spPr>
          <a:xfrm>
            <a:off x="7517011" y="5733573"/>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Document Outcomes</a:t>
            </a:r>
            <a:endParaRPr lang="en-US" sz="1900" dirty="0"/>
          </a:p>
        </p:txBody>
      </p:sp>
      <p:sp>
        <p:nvSpPr>
          <p:cNvPr id="24" name="Text 21"/>
          <p:cNvSpPr/>
          <p:nvPr/>
        </p:nvSpPr>
        <p:spPr>
          <a:xfrm>
            <a:off x="7517011" y="6151720"/>
            <a:ext cx="6436519" cy="618649"/>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Prepare a comprehensive report summarizing key achievements, challenges, and lessons learned.</a:t>
            </a:r>
            <a:endParaRPr lang="en-US" sz="1500" dirty="0"/>
          </a:p>
        </p:txBody>
      </p:sp>
      <p:sp>
        <p:nvSpPr>
          <p:cNvPr id="25" name="Shape 17">
            <a:extLst>
              <a:ext uri="{FF2B5EF4-FFF2-40B4-BE49-F238E27FC236}">
                <a16:creationId xmlns:a16="http://schemas.microsoft.com/office/drawing/2014/main" id="{284D9E96-0A05-C51A-6221-5F16B5BB6F3B}"/>
              </a:ext>
            </a:extLst>
          </p:cNvPr>
          <p:cNvSpPr/>
          <p:nvPr/>
        </p:nvSpPr>
        <p:spPr>
          <a:xfrm>
            <a:off x="6647974" y="7238693"/>
            <a:ext cx="676870" cy="22860"/>
          </a:xfrm>
          <a:prstGeom prst="roundRect">
            <a:avLst>
              <a:gd name="adj" fmla="val 126907"/>
            </a:avLst>
          </a:prstGeom>
          <a:solidFill>
            <a:srgbClr val="D0CED9"/>
          </a:solidFill>
          <a:ln/>
        </p:spPr>
        <p:txBody>
          <a:bodyPr/>
          <a:lstStyle/>
          <a:p>
            <a:endParaRPr lang="en-CA"/>
          </a:p>
        </p:txBody>
      </p:sp>
      <p:sp>
        <p:nvSpPr>
          <p:cNvPr id="26" name="Shape 18">
            <a:extLst>
              <a:ext uri="{FF2B5EF4-FFF2-40B4-BE49-F238E27FC236}">
                <a16:creationId xmlns:a16="http://schemas.microsoft.com/office/drawing/2014/main" id="{6ECC94A0-6778-B05F-CCE5-A4C2E126CA53}"/>
              </a:ext>
            </a:extLst>
          </p:cNvPr>
          <p:cNvSpPr/>
          <p:nvPr/>
        </p:nvSpPr>
        <p:spPr>
          <a:xfrm>
            <a:off x="6235779" y="7032596"/>
            <a:ext cx="435054" cy="435054"/>
          </a:xfrm>
          <a:prstGeom prst="roundRect">
            <a:avLst>
              <a:gd name="adj" fmla="val 6668"/>
            </a:avLst>
          </a:prstGeom>
          <a:solidFill>
            <a:srgbClr val="EAE8F3"/>
          </a:solidFill>
          <a:ln/>
        </p:spPr>
        <p:txBody>
          <a:bodyPr/>
          <a:lstStyle/>
          <a:p>
            <a:endParaRPr lang="en-CA"/>
          </a:p>
        </p:txBody>
      </p:sp>
      <p:sp>
        <p:nvSpPr>
          <p:cNvPr id="27" name="Text 19">
            <a:extLst>
              <a:ext uri="{FF2B5EF4-FFF2-40B4-BE49-F238E27FC236}">
                <a16:creationId xmlns:a16="http://schemas.microsoft.com/office/drawing/2014/main" id="{69D6095D-CA6A-EFFC-2CCD-D553F6264018}"/>
              </a:ext>
            </a:extLst>
          </p:cNvPr>
          <p:cNvSpPr/>
          <p:nvPr/>
        </p:nvSpPr>
        <p:spPr>
          <a:xfrm>
            <a:off x="6368415" y="7104986"/>
            <a:ext cx="169783" cy="290155"/>
          </a:xfrm>
          <a:prstGeom prst="rect">
            <a:avLst/>
          </a:prstGeom>
          <a:noFill/>
          <a:ln/>
        </p:spPr>
        <p:txBody>
          <a:bodyPr wrap="none" lIns="0" tIns="0" rIns="0" bIns="0" rtlCol="0" anchor="t"/>
          <a:lstStyle/>
          <a:p>
            <a:pPr marL="0" indent="0" algn="ctr">
              <a:lnSpc>
                <a:spcPts val="2250"/>
              </a:lnSpc>
              <a:buNone/>
            </a:pPr>
            <a:r>
              <a:rPr lang="en-US" sz="2250" dirty="0">
                <a:solidFill>
                  <a:srgbClr val="49495A"/>
                </a:solidFill>
                <a:latin typeface="Libre Baskerville" pitchFamily="34" charset="0"/>
                <a:ea typeface="Libre Baskerville" pitchFamily="34" charset="-122"/>
                <a:cs typeface="Libre Baskerville" pitchFamily="34" charset="-120"/>
              </a:rPr>
              <a:t>4</a:t>
            </a:r>
            <a:endParaRPr lang="en-US" sz="2250" dirty="0"/>
          </a:p>
        </p:txBody>
      </p:sp>
      <p:sp>
        <p:nvSpPr>
          <p:cNvPr id="28" name="Text 20">
            <a:extLst>
              <a:ext uri="{FF2B5EF4-FFF2-40B4-BE49-F238E27FC236}">
                <a16:creationId xmlns:a16="http://schemas.microsoft.com/office/drawing/2014/main" id="{D67A4657-4110-3202-82F3-B49F66E20A55}"/>
              </a:ext>
            </a:extLst>
          </p:cNvPr>
          <p:cNvSpPr/>
          <p:nvPr/>
        </p:nvSpPr>
        <p:spPr>
          <a:xfrm>
            <a:off x="7517011" y="7008427"/>
            <a:ext cx="2417564" cy="302181"/>
          </a:xfrm>
          <a:prstGeom prst="rect">
            <a:avLst/>
          </a:prstGeom>
          <a:noFill/>
          <a:ln/>
        </p:spPr>
        <p:txBody>
          <a:bodyPr wrap="none" lIns="0" tIns="0" rIns="0" bIns="0" rtlCol="0" anchor="t"/>
          <a:lstStyle/>
          <a:p>
            <a:pPr marL="0" indent="0" algn="l">
              <a:lnSpc>
                <a:spcPts val="2350"/>
              </a:lnSpc>
              <a:buNone/>
            </a:pPr>
            <a:r>
              <a:rPr lang="en-US" sz="1900" dirty="0">
                <a:solidFill>
                  <a:srgbClr val="49495A"/>
                </a:solidFill>
                <a:latin typeface="Libre Baskerville" pitchFamily="34" charset="0"/>
                <a:ea typeface="Libre Baskerville" pitchFamily="34" charset="-122"/>
                <a:cs typeface="Libre Baskerville" pitchFamily="34" charset="-120"/>
              </a:rPr>
              <a:t>Archival</a:t>
            </a:r>
            <a:endParaRPr lang="en-US" sz="1900" dirty="0"/>
          </a:p>
        </p:txBody>
      </p:sp>
      <p:sp>
        <p:nvSpPr>
          <p:cNvPr id="29" name="Text 21">
            <a:extLst>
              <a:ext uri="{FF2B5EF4-FFF2-40B4-BE49-F238E27FC236}">
                <a16:creationId xmlns:a16="http://schemas.microsoft.com/office/drawing/2014/main" id="{01CC0458-48B1-95AC-8D74-CDB29042AB0F}"/>
              </a:ext>
            </a:extLst>
          </p:cNvPr>
          <p:cNvSpPr/>
          <p:nvPr/>
        </p:nvSpPr>
        <p:spPr>
          <a:xfrm>
            <a:off x="7517011" y="7426574"/>
            <a:ext cx="6436519" cy="618649"/>
          </a:xfrm>
          <a:prstGeom prst="rect">
            <a:avLst/>
          </a:prstGeom>
          <a:noFill/>
          <a:ln/>
        </p:spPr>
        <p:txBody>
          <a:bodyPr wrap="square" lIns="0" tIns="0" rIns="0" bIns="0" rtlCol="0" anchor="t"/>
          <a:lstStyle/>
          <a:p>
            <a:pPr marL="0" indent="0" algn="l">
              <a:lnSpc>
                <a:spcPts val="2400"/>
              </a:lnSpc>
              <a:buNone/>
            </a:pPr>
            <a:r>
              <a:rPr lang="en-US" sz="1500" dirty="0">
                <a:solidFill>
                  <a:srgbClr val="49495A"/>
                </a:solidFill>
                <a:latin typeface="Open Sans" pitchFamily="34" charset="0"/>
                <a:ea typeface="Open Sans" pitchFamily="34" charset="-122"/>
                <a:cs typeface="Open Sans" pitchFamily="34" charset="-120"/>
              </a:rPr>
              <a:t>Safely store all project-related records, data, and visualizations for audits or future reference.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p:nvPr/>
        </p:nvSpPr>
        <p:spPr>
          <a:xfrm>
            <a:off x="721638" y="1372707"/>
            <a:ext cx="5155168" cy="644366"/>
          </a:xfrm>
          <a:prstGeom prst="rect">
            <a:avLst/>
          </a:prstGeom>
          <a:noFill/>
          <a:ln/>
        </p:spPr>
        <p:txBody>
          <a:bodyPr wrap="none" lIns="0" tIns="0" rIns="0" bIns="0" rtlCol="0" anchor="t"/>
          <a:lstStyle/>
          <a:p>
            <a:pPr marL="0" indent="0">
              <a:lnSpc>
                <a:spcPts val="5050"/>
              </a:lnSpc>
              <a:buNone/>
            </a:pPr>
            <a:r>
              <a:rPr lang="en-US" sz="4050" dirty="0">
                <a:solidFill>
                  <a:srgbClr val="403CCF"/>
                </a:solidFill>
                <a:latin typeface="Libre Baskerville" pitchFamily="34" charset="0"/>
                <a:ea typeface="Libre Baskerville" pitchFamily="34" charset="-122"/>
                <a:cs typeface="Libre Baskerville" pitchFamily="34" charset="-120"/>
              </a:rPr>
              <a:t>Contract Closure Process</a:t>
            </a:r>
            <a:endParaRPr lang="en-US" sz="4050" dirty="0"/>
          </a:p>
        </p:txBody>
      </p:sp>
      <p:sp>
        <p:nvSpPr>
          <p:cNvPr id="4" name="Shape 1"/>
          <p:cNvSpPr/>
          <p:nvPr/>
        </p:nvSpPr>
        <p:spPr>
          <a:xfrm>
            <a:off x="721638" y="2709071"/>
            <a:ext cx="13187124" cy="2970491"/>
          </a:xfrm>
          <a:prstGeom prst="roundRect">
            <a:avLst>
              <a:gd name="adj" fmla="val 866"/>
            </a:avLst>
          </a:prstGeom>
          <a:noFill/>
          <a:ln w="7620">
            <a:solidFill>
              <a:srgbClr val="000000">
                <a:alpha val="8000"/>
              </a:srgbClr>
            </a:solidFill>
            <a:prstDash val="solid"/>
          </a:ln>
        </p:spPr>
        <p:txBody>
          <a:bodyPr/>
          <a:lstStyle/>
          <a:p>
            <a:endParaRPr lang="en-CA"/>
          </a:p>
        </p:txBody>
      </p:sp>
      <p:sp>
        <p:nvSpPr>
          <p:cNvPr id="5" name="Shape 2"/>
          <p:cNvSpPr/>
          <p:nvPr/>
        </p:nvSpPr>
        <p:spPr>
          <a:xfrm>
            <a:off x="729258" y="2716691"/>
            <a:ext cx="13170456" cy="592574"/>
          </a:xfrm>
          <a:prstGeom prst="rect">
            <a:avLst/>
          </a:prstGeom>
          <a:solidFill>
            <a:srgbClr val="FFFFFF">
              <a:alpha val="4000"/>
            </a:srgbClr>
          </a:solidFill>
          <a:ln/>
        </p:spPr>
        <p:txBody>
          <a:bodyPr/>
          <a:lstStyle/>
          <a:p>
            <a:endParaRPr lang="en-CA"/>
          </a:p>
        </p:txBody>
      </p:sp>
      <p:sp>
        <p:nvSpPr>
          <p:cNvPr id="6" name="Text 3"/>
          <p:cNvSpPr/>
          <p:nvPr/>
        </p:nvSpPr>
        <p:spPr>
          <a:xfrm>
            <a:off x="937022" y="2848017"/>
            <a:ext cx="3973592" cy="329922"/>
          </a:xfrm>
          <a:prstGeom prst="rect">
            <a:avLst/>
          </a:prstGeom>
          <a:noFill/>
          <a:ln/>
        </p:spPr>
        <p:txBody>
          <a:bodyPr wrap="none" lIns="0" tIns="0" rIns="0" bIns="0" rtlCol="0" anchor="t"/>
          <a:lstStyle/>
          <a:p>
            <a:pPr marL="0" indent="0">
              <a:lnSpc>
                <a:spcPts val="2550"/>
              </a:lnSpc>
              <a:buNone/>
            </a:pPr>
            <a:r>
              <a:rPr lang="en-US" sz="2400" b="1" dirty="0">
                <a:solidFill>
                  <a:srgbClr val="49495A"/>
                </a:solidFill>
                <a:latin typeface="Open Sans" pitchFamily="34" charset="0"/>
                <a:ea typeface="Open Sans" pitchFamily="34" charset="-122"/>
                <a:cs typeface="Open Sans" pitchFamily="34" charset="-120"/>
              </a:rPr>
              <a:t>Step</a:t>
            </a:r>
            <a:endParaRPr lang="en-US" sz="2400" b="1" dirty="0"/>
          </a:p>
        </p:txBody>
      </p:sp>
      <p:sp>
        <p:nvSpPr>
          <p:cNvPr id="7" name="Text 4"/>
          <p:cNvSpPr/>
          <p:nvPr/>
        </p:nvSpPr>
        <p:spPr>
          <a:xfrm>
            <a:off x="3345537" y="2848017"/>
            <a:ext cx="3969782" cy="329922"/>
          </a:xfrm>
          <a:prstGeom prst="rect">
            <a:avLst/>
          </a:prstGeom>
          <a:noFill/>
          <a:ln/>
        </p:spPr>
        <p:txBody>
          <a:bodyPr wrap="none" lIns="0" tIns="0" rIns="0" bIns="0" rtlCol="0" anchor="t"/>
          <a:lstStyle/>
          <a:p>
            <a:pPr marL="0" indent="0">
              <a:lnSpc>
                <a:spcPts val="2550"/>
              </a:lnSpc>
              <a:buNone/>
            </a:pPr>
            <a:r>
              <a:rPr lang="en-US" sz="2400" b="1" dirty="0">
                <a:solidFill>
                  <a:srgbClr val="49495A"/>
                </a:solidFill>
                <a:latin typeface="Open Sans" pitchFamily="34" charset="0"/>
                <a:ea typeface="Open Sans" pitchFamily="34" charset="-122"/>
                <a:cs typeface="Open Sans" pitchFamily="34" charset="-120"/>
              </a:rPr>
              <a:t>Description</a:t>
            </a:r>
            <a:endParaRPr lang="en-US" sz="2400" b="1" dirty="0"/>
          </a:p>
        </p:txBody>
      </p:sp>
      <p:sp>
        <p:nvSpPr>
          <p:cNvPr id="9" name="Shape 6"/>
          <p:cNvSpPr/>
          <p:nvPr/>
        </p:nvSpPr>
        <p:spPr>
          <a:xfrm>
            <a:off x="729258" y="3309265"/>
            <a:ext cx="13170456" cy="592574"/>
          </a:xfrm>
          <a:prstGeom prst="rect">
            <a:avLst/>
          </a:prstGeom>
          <a:solidFill>
            <a:srgbClr val="000000">
              <a:alpha val="4000"/>
            </a:srgbClr>
          </a:solidFill>
          <a:ln/>
        </p:spPr>
        <p:txBody>
          <a:bodyPr/>
          <a:lstStyle/>
          <a:p>
            <a:endParaRPr lang="en-CA"/>
          </a:p>
        </p:txBody>
      </p:sp>
      <p:sp>
        <p:nvSpPr>
          <p:cNvPr id="10" name="Text 7"/>
          <p:cNvSpPr/>
          <p:nvPr/>
        </p:nvSpPr>
        <p:spPr>
          <a:xfrm>
            <a:off x="937022" y="3440591"/>
            <a:ext cx="3973592" cy="329922"/>
          </a:xfrm>
          <a:prstGeom prst="rect">
            <a:avLst/>
          </a:prstGeom>
          <a:noFill/>
          <a:ln/>
        </p:spPr>
        <p:txBody>
          <a:bodyPr wrap="none" lIns="0" tIns="0" rIns="0" bIns="0" rtlCol="0" anchor="t"/>
          <a:lstStyle/>
          <a:p>
            <a:pPr marL="0" indent="0">
              <a:lnSpc>
                <a:spcPts val="2550"/>
              </a:lnSpc>
              <a:buNone/>
            </a:pPr>
            <a:r>
              <a:rPr lang="en-US" sz="1600" dirty="0">
                <a:solidFill>
                  <a:srgbClr val="49495A"/>
                </a:solidFill>
                <a:latin typeface="Open Sans" pitchFamily="34" charset="0"/>
                <a:ea typeface="Open Sans" pitchFamily="34" charset="-122"/>
                <a:cs typeface="Open Sans" pitchFamily="34" charset="-120"/>
              </a:rPr>
              <a:t>Contract Review</a:t>
            </a:r>
            <a:endParaRPr lang="en-US" sz="1600" dirty="0"/>
          </a:p>
        </p:txBody>
      </p:sp>
      <p:sp>
        <p:nvSpPr>
          <p:cNvPr id="11" name="Text 8"/>
          <p:cNvSpPr/>
          <p:nvPr/>
        </p:nvSpPr>
        <p:spPr>
          <a:xfrm>
            <a:off x="3345537" y="3440591"/>
            <a:ext cx="3969782" cy="329922"/>
          </a:xfrm>
          <a:prstGeom prst="rect">
            <a:avLst/>
          </a:prstGeom>
          <a:noFill/>
          <a:ln/>
        </p:spPr>
        <p:txBody>
          <a:bodyPr wrap="none" lIns="0" tIns="0" rIns="0" bIns="0" rtlCol="0" anchor="t"/>
          <a:lstStyle/>
          <a:p>
            <a:pPr marL="0" indent="0">
              <a:lnSpc>
                <a:spcPts val="2550"/>
              </a:lnSpc>
              <a:buNone/>
            </a:pPr>
            <a:r>
              <a:rPr lang="en-US" sz="1600" dirty="0">
                <a:solidFill>
                  <a:srgbClr val="49495A"/>
                </a:solidFill>
                <a:latin typeface="Open Sans" pitchFamily="34" charset="0"/>
                <a:ea typeface="Open Sans" pitchFamily="34" charset="-122"/>
                <a:cs typeface="Open Sans" pitchFamily="34" charset="-120"/>
              </a:rPr>
              <a:t>Examine all contracts with suppliers and vendors to make sure all conditions and deadlines have been fulfilled.</a:t>
            </a:r>
            <a:endParaRPr lang="en-US" sz="1600" dirty="0"/>
          </a:p>
        </p:txBody>
      </p:sp>
      <p:sp>
        <p:nvSpPr>
          <p:cNvPr id="13" name="Shape 10"/>
          <p:cNvSpPr/>
          <p:nvPr/>
        </p:nvSpPr>
        <p:spPr>
          <a:xfrm>
            <a:off x="729258" y="3901839"/>
            <a:ext cx="13170456" cy="592574"/>
          </a:xfrm>
          <a:prstGeom prst="rect">
            <a:avLst/>
          </a:prstGeom>
          <a:solidFill>
            <a:srgbClr val="FFFFFF">
              <a:alpha val="4000"/>
            </a:srgbClr>
          </a:solidFill>
          <a:ln/>
        </p:spPr>
        <p:txBody>
          <a:bodyPr/>
          <a:lstStyle/>
          <a:p>
            <a:endParaRPr lang="en-CA"/>
          </a:p>
        </p:txBody>
      </p:sp>
      <p:sp>
        <p:nvSpPr>
          <p:cNvPr id="14" name="Text 11"/>
          <p:cNvSpPr/>
          <p:nvPr/>
        </p:nvSpPr>
        <p:spPr>
          <a:xfrm>
            <a:off x="937022" y="4033165"/>
            <a:ext cx="3973592" cy="329922"/>
          </a:xfrm>
          <a:prstGeom prst="rect">
            <a:avLst/>
          </a:prstGeom>
          <a:noFill/>
          <a:ln/>
        </p:spPr>
        <p:txBody>
          <a:bodyPr wrap="none" lIns="0" tIns="0" rIns="0" bIns="0" rtlCol="0" anchor="t"/>
          <a:lstStyle/>
          <a:p>
            <a:pPr marL="0" indent="0">
              <a:lnSpc>
                <a:spcPts val="2550"/>
              </a:lnSpc>
              <a:buNone/>
            </a:pPr>
            <a:r>
              <a:rPr lang="en-US" sz="1600" dirty="0">
                <a:solidFill>
                  <a:srgbClr val="49495A"/>
                </a:solidFill>
                <a:latin typeface="Open Sans" pitchFamily="34" charset="0"/>
                <a:ea typeface="Open Sans" pitchFamily="34" charset="-122"/>
                <a:cs typeface="Open Sans" pitchFamily="34" charset="-120"/>
              </a:rPr>
              <a:t>Final Payments</a:t>
            </a:r>
            <a:endParaRPr lang="en-US" sz="1600" dirty="0"/>
          </a:p>
        </p:txBody>
      </p:sp>
      <p:sp>
        <p:nvSpPr>
          <p:cNvPr id="15" name="Text 12"/>
          <p:cNvSpPr/>
          <p:nvPr/>
        </p:nvSpPr>
        <p:spPr>
          <a:xfrm>
            <a:off x="3345537" y="4033165"/>
            <a:ext cx="3969782" cy="329922"/>
          </a:xfrm>
          <a:prstGeom prst="rect">
            <a:avLst/>
          </a:prstGeom>
          <a:noFill/>
          <a:ln/>
        </p:spPr>
        <p:txBody>
          <a:bodyPr wrap="none" lIns="0" tIns="0" rIns="0" bIns="0" rtlCol="0" anchor="t"/>
          <a:lstStyle/>
          <a:p>
            <a:pPr marL="0" indent="0">
              <a:lnSpc>
                <a:spcPts val="2550"/>
              </a:lnSpc>
              <a:buNone/>
            </a:pPr>
            <a:r>
              <a:rPr lang="en-US" sz="1600" dirty="0">
                <a:solidFill>
                  <a:srgbClr val="49495A"/>
                </a:solidFill>
                <a:latin typeface="Open Sans" pitchFamily="34" charset="0"/>
                <a:ea typeface="Open Sans" pitchFamily="34" charset="-122"/>
                <a:cs typeface="Open Sans" pitchFamily="34" charset="-120"/>
              </a:rPr>
              <a:t>Complete any outstanding payments for software or tools that were utilized, like as licenses for Tableau.</a:t>
            </a:r>
            <a:endParaRPr lang="en-US" sz="1600" dirty="0"/>
          </a:p>
        </p:txBody>
      </p:sp>
      <p:sp>
        <p:nvSpPr>
          <p:cNvPr id="17" name="Shape 14"/>
          <p:cNvSpPr/>
          <p:nvPr/>
        </p:nvSpPr>
        <p:spPr>
          <a:xfrm>
            <a:off x="729258" y="4494413"/>
            <a:ext cx="13170456" cy="592574"/>
          </a:xfrm>
          <a:prstGeom prst="rect">
            <a:avLst/>
          </a:prstGeom>
          <a:solidFill>
            <a:srgbClr val="000000">
              <a:alpha val="4000"/>
            </a:srgbClr>
          </a:solidFill>
          <a:ln/>
        </p:spPr>
        <p:txBody>
          <a:bodyPr/>
          <a:lstStyle/>
          <a:p>
            <a:endParaRPr lang="en-CA"/>
          </a:p>
        </p:txBody>
      </p:sp>
      <p:sp>
        <p:nvSpPr>
          <p:cNvPr id="18" name="Text 15"/>
          <p:cNvSpPr/>
          <p:nvPr/>
        </p:nvSpPr>
        <p:spPr>
          <a:xfrm>
            <a:off x="937022" y="4625739"/>
            <a:ext cx="3973592" cy="329922"/>
          </a:xfrm>
          <a:prstGeom prst="rect">
            <a:avLst/>
          </a:prstGeom>
          <a:noFill/>
          <a:ln/>
        </p:spPr>
        <p:txBody>
          <a:bodyPr wrap="none" lIns="0" tIns="0" rIns="0" bIns="0" rtlCol="0" anchor="t"/>
          <a:lstStyle/>
          <a:p>
            <a:pPr marL="0" indent="0">
              <a:lnSpc>
                <a:spcPts val="2550"/>
              </a:lnSpc>
              <a:buNone/>
            </a:pPr>
            <a:r>
              <a:rPr lang="en-US" sz="1600" dirty="0">
                <a:solidFill>
                  <a:srgbClr val="49495A"/>
                </a:solidFill>
                <a:latin typeface="Open Sans" pitchFamily="34" charset="0"/>
                <a:ea typeface="Open Sans" pitchFamily="34" charset="-122"/>
                <a:cs typeface="Open Sans" pitchFamily="34" charset="-120"/>
              </a:rPr>
              <a:t>Documentation</a:t>
            </a:r>
            <a:endParaRPr lang="en-US" sz="1600" dirty="0"/>
          </a:p>
        </p:txBody>
      </p:sp>
      <p:sp>
        <p:nvSpPr>
          <p:cNvPr id="19" name="Text 16"/>
          <p:cNvSpPr/>
          <p:nvPr/>
        </p:nvSpPr>
        <p:spPr>
          <a:xfrm>
            <a:off x="3345537" y="4625739"/>
            <a:ext cx="3969782" cy="329922"/>
          </a:xfrm>
          <a:prstGeom prst="rect">
            <a:avLst/>
          </a:prstGeom>
          <a:noFill/>
          <a:ln/>
        </p:spPr>
        <p:txBody>
          <a:bodyPr wrap="none" lIns="0" tIns="0" rIns="0" bIns="0" rtlCol="0" anchor="t"/>
          <a:lstStyle/>
          <a:p>
            <a:pPr marL="0" indent="0">
              <a:lnSpc>
                <a:spcPts val="2550"/>
              </a:lnSpc>
              <a:buNone/>
            </a:pPr>
            <a:r>
              <a:rPr lang="en-US" sz="1600" dirty="0">
                <a:solidFill>
                  <a:srgbClr val="49495A"/>
                </a:solidFill>
                <a:latin typeface="Open Sans" pitchFamily="34" charset="0"/>
                <a:ea typeface="Open Sans" pitchFamily="34" charset="-122"/>
                <a:cs typeface="Open Sans" pitchFamily="34" charset="-120"/>
              </a:rPr>
              <a:t>Track contract closure details, including invoices, receipts, and fulfillment statements.</a:t>
            </a:r>
            <a:endParaRPr lang="en-US" sz="1600" dirty="0"/>
          </a:p>
        </p:txBody>
      </p:sp>
      <p:sp>
        <p:nvSpPr>
          <p:cNvPr id="21" name="Shape 18"/>
          <p:cNvSpPr/>
          <p:nvPr/>
        </p:nvSpPr>
        <p:spPr>
          <a:xfrm>
            <a:off x="729258" y="5086988"/>
            <a:ext cx="13170456" cy="592574"/>
          </a:xfrm>
          <a:prstGeom prst="rect">
            <a:avLst/>
          </a:prstGeom>
          <a:solidFill>
            <a:srgbClr val="FFFFFF">
              <a:alpha val="4000"/>
            </a:srgbClr>
          </a:solidFill>
          <a:ln/>
        </p:spPr>
        <p:txBody>
          <a:bodyPr/>
          <a:lstStyle/>
          <a:p>
            <a:endParaRPr lang="en-CA"/>
          </a:p>
        </p:txBody>
      </p:sp>
      <p:sp>
        <p:nvSpPr>
          <p:cNvPr id="22" name="Text 19"/>
          <p:cNvSpPr/>
          <p:nvPr/>
        </p:nvSpPr>
        <p:spPr>
          <a:xfrm>
            <a:off x="937022" y="5218313"/>
            <a:ext cx="3973592" cy="329922"/>
          </a:xfrm>
          <a:prstGeom prst="rect">
            <a:avLst/>
          </a:prstGeom>
          <a:noFill/>
          <a:ln/>
        </p:spPr>
        <p:txBody>
          <a:bodyPr wrap="none" lIns="0" tIns="0" rIns="0" bIns="0" rtlCol="0" anchor="t"/>
          <a:lstStyle/>
          <a:p>
            <a:pPr marL="0" indent="0">
              <a:lnSpc>
                <a:spcPts val="2550"/>
              </a:lnSpc>
              <a:buNone/>
            </a:pPr>
            <a:r>
              <a:rPr lang="en-US" sz="1600" dirty="0">
                <a:solidFill>
                  <a:srgbClr val="49495A"/>
                </a:solidFill>
                <a:latin typeface="Open Sans" pitchFamily="34" charset="0"/>
                <a:ea typeface="Open Sans" pitchFamily="34" charset="-122"/>
                <a:cs typeface="Open Sans" pitchFamily="34" charset="-120"/>
              </a:rPr>
              <a:t>Confirmation</a:t>
            </a:r>
            <a:endParaRPr lang="en-US" sz="1600" dirty="0"/>
          </a:p>
        </p:txBody>
      </p:sp>
      <p:sp>
        <p:nvSpPr>
          <p:cNvPr id="23" name="Text 20"/>
          <p:cNvSpPr/>
          <p:nvPr/>
        </p:nvSpPr>
        <p:spPr>
          <a:xfrm>
            <a:off x="3345537" y="5218313"/>
            <a:ext cx="3969782" cy="329922"/>
          </a:xfrm>
          <a:prstGeom prst="rect">
            <a:avLst/>
          </a:prstGeom>
          <a:noFill/>
          <a:ln/>
        </p:spPr>
        <p:txBody>
          <a:bodyPr wrap="none" lIns="0" tIns="0" rIns="0" bIns="0" rtlCol="0" anchor="t"/>
          <a:lstStyle/>
          <a:p>
            <a:pPr marL="0" indent="0">
              <a:lnSpc>
                <a:spcPts val="2550"/>
              </a:lnSpc>
              <a:buNone/>
            </a:pPr>
            <a:r>
              <a:rPr lang="en-US" sz="1600" dirty="0">
                <a:solidFill>
                  <a:srgbClr val="49495A"/>
                </a:solidFill>
                <a:latin typeface="Open Sans" pitchFamily="34" charset="0"/>
                <a:ea typeface="Open Sans" pitchFamily="34" charset="-122"/>
                <a:cs typeface="Open Sans" pitchFamily="34" charset="-120"/>
              </a:rPr>
              <a:t>Get confirmation from suppliers or vendors that the deal has been closed effectively.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4208</TotalTime>
  <Words>4271</Words>
  <Application>Microsoft Office PowerPoint</Application>
  <PresentationFormat>Custom</PresentationFormat>
  <Paragraphs>834</Paragraphs>
  <Slides>40</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Libre Baskerville</vt:lpstr>
      <vt:lpstr>Inter</vt:lpstr>
      <vt:lpstr>Calibri</vt:lpstr>
      <vt:lpstr>Arial</vt:lpstr>
      <vt:lpstr>Open Sans</vt:lpstr>
      <vt:lpstr>Aptos</vt:lpstr>
      <vt:lpstr>Office Theme</vt:lpstr>
      <vt:lpstr>PowerPoint Presentation</vt:lpstr>
      <vt:lpstr>PowerPoint Presentation</vt:lpstr>
      <vt:lpstr>PowerPoint Presentation</vt:lpstr>
      <vt:lpstr>PowerPoint Presentation</vt:lpstr>
      <vt:lpstr>Process Groups</vt:lpstr>
      <vt:lpstr>PROJECT INITATION</vt:lpstr>
      <vt:lpstr>PowerPoint Presentation</vt:lpstr>
      <vt:lpstr>PowerPoint Presentation</vt:lpstr>
      <vt:lpstr>PowerPoint Presentation</vt:lpstr>
      <vt:lpstr>PowerPoint Presentation</vt:lpstr>
      <vt:lpstr>PowerPoint Presentation</vt:lpstr>
      <vt:lpstr>PROJECT PLANNING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EXECUTION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MONITORING &amp; CONTROLLING</vt:lpstr>
      <vt:lpstr>PowerPoint Presentation</vt:lpstr>
      <vt:lpstr>PowerPoint Presentation</vt:lpstr>
      <vt:lpstr>PowerPoint Presentation</vt:lpstr>
      <vt:lpstr>PowerPoint Presentation</vt:lpstr>
      <vt:lpstr>PowerPoint Presentation</vt:lpstr>
      <vt:lpstr>PowerPoint Presentation</vt:lpstr>
      <vt:lpstr>PROJECT CLOSURE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Tran Bao Diem Phuong</cp:lastModifiedBy>
  <cp:revision>14</cp:revision>
  <dcterms:created xsi:type="dcterms:W3CDTF">2024-11-22T18:26:09Z</dcterms:created>
  <dcterms:modified xsi:type="dcterms:W3CDTF">2024-12-03T23:39:18Z</dcterms:modified>
</cp:coreProperties>
</file>